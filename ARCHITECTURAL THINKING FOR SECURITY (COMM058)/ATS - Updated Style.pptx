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3" r:id="rId4"/>
  </p:sldMasterIdLst>
  <p:notesMasterIdLst>
    <p:notesMasterId r:id="rId41"/>
  </p:notesMasterIdLst>
  <p:handoutMasterIdLst>
    <p:handoutMasterId r:id="rId42"/>
  </p:handoutMasterIdLst>
  <p:sldIdLst>
    <p:sldId id="256" r:id="rId5"/>
    <p:sldId id="297" r:id="rId6"/>
    <p:sldId id="298" r:id="rId7"/>
    <p:sldId id="299" r:id="rId8"/>
    <p:sldId id="300" r:id="rId9"/>
    <p:sldId id="301" r:id="rId10"/>
    <p:sldId id="302" r:id="rId11"/>
    <p:sldId id="311" r:id="rId12"/>
    <p:sldId id="312" r:id="rId13"/>
    <p:sldId id="313" r:id="rId14"/>
    <p:sldId id="307" r:id="rId15"/>
    <p:sldId id="308" r:id="rId16"/>
    <p:sldId id="309" r:id="rId17"/>
    <p:sldId id="314" r:id="rId18"/>
    <p:sldId id="259" r:id="rId19"/>
    <p:sldId id="315" r:id="rId20"/>
    <p:sldId id="316" r:id="rId21"/>
    <p:sldId id="317" r:id="rId22"/>
    <p:sldId id="318" r:id="rId23"/>
    <p:sldId id="319" r:id="rId24"/>
    <p:sldId id="320" r:id="rId25"/>
    <p:sldId id="321" r:id="rId26"/>
    <p:sldId id="260" r:id="rId27"/>
    <p:sldId id="322" r:id="rId28"/>
    <p:sldId id="324" r:id="rId29"/>
    <p:sldId id="331" r:id="rId30"/>
    <p:sldId id="325" r:id="rId31"/>
    <p:sldId id="335" r:id="rId32"/>
    <p:sldId id="334" r:id="rId33"/>
    <p:sldId id="326" r:id="rId34"/>
    <p:sldId id="327" r:id="rId35"/>
    <p:sldId id="328" r:id="rId36"/>
    <p:sldId id="329" r:id="rId37"/>
    <p:sldId id="330" r:id="rId38"/>
    <p:sldId id="336" r:id="rId39"/>
    <p:sldId id="275" r:id="rId40"/>
  </p:sldIdLst>
  <p:sldSz cx="9144000" cy="5143500" type="screen16x9"/>
  <p:notesSz cx="6858000" cy="9144000"/>
  <p:embeddedFontLst>
    <p:embeddedFont>
      <p:font typeface="IBM Plex Sans" panose="020B0503050203000203" pitchFamily="34" charset="0"/>
      <p:regular r:id="rId43"/>
      <p:bold r:id="rId44"/>
      <p:italic r:id="rId45"/>
      <p:boldItalic r:id="rId46"/>
    </p:embeddedFont>
    <p:embeddedFont>
      <p:font typeface="Nunito Light" pitchFamily="2" charset="0"/>
      <p:regular r:id="rId47"/>
    </p:embeddedFont>
    <p:embeddedFont>
      <p:font typeface="Poppins" panose="00000500000000000000" pitchFamily="2" charset="0"/>
      <p:regular r:id="rId48"/>
      <p:bold r:id="rId49"/>
      <p:italic r:id="rId50"/>
      <p:boldItalic r:id="rId5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191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C7E75E9-1C5E-4143-B2DE-8E6061658A00}">
  <a:tblStyle styleId="{6C7E75E9-1C5E-4143-B2DE-8E6061658A0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9C35F6C6-FF79-4615-AAED-93B85B51F494}"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86" d="100"/>
          <a:sy n="86" d="100"/>
        </p:scale>
        <p:origin x="720" y="456"/>
      </p:cViewPr>
      <p:guideLst>
        <p:guide orient="horz" pos="1620"/>
        <p:guide pos="28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handoutMaster" Target="handoutMasters/handoutMaster1.xml"/><Relationship Id="rId47" Type="http://schemas.openxmlformats.org/officeDocument/2006/relationships/font" Target="fonts/font5.fntdata"/><Relationship Id="rId50" Type="http://schemas.openxmlformats.org/officeDocument/2006/relationships/font" Target="fonts/font8.fntdata"/><Relationship Id="rId55"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font" Target="fonts/font3.fntdata"/><Relationship Id="rId53"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font" Target="fonts/font2.fntdata"/><Relationship Id="rId52"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font" Target="fonts/font1.fntdata"/><Relationship Id="rId48" Type="http://schemas.openxmlformats.org/officeDocument/2006/relationships/font" Target="fonts/font6.fntdata"/><Relationship Id="rId56"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font" Target="fonts/font9.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font" Target="fonts/font4.fntdata"/><Relationship Id="rId20" Type="http://schemas.openxmlformats.org/officeDocument/2006/relationships/slide" Target="slides/slide16.xml"/><Relationship Id="rId41" Type="http://schemas.openxmlformats.org/officeDocument/2006/relationships/notesMaster" Target="notesMasters/notesMaster1.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7.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zkara, Onur (PG/T - Comp Sci &amp; Elec Eng)" userId="b2bdc77a-e659-4948-a787-61af99ffd593" providerId="ADAL" clId="{D77DB6CC-9A03-412D-9765-E642F3D4D577}"/>
    <pc:docChg chg="undo custSel modSld">
      <pc:chgData name="Ozkara, Onur (PG/T - Comp Sci &amp; Elec Eng)" userId="b2bdc77a-e659-4948-a787-61af99ffd593" providerId="ADAL" clId="{D77DB6CC-9A03-412D-9765-E642F3D4D577}" dt="2026-01-19T14:52:01.462" v="6" actId="1035"/>
      <pc:docMkLst>
        <pc:docMk/>
      </pc:docMkLst>
      <pc:sldChg chg="modSp mod">
        <pc:chgData name="Ozkara, Onur (PG/T - Comp Sci &amp; Elec Eng)" userId="b2bdc77a-e659-4948-a787-61af99ffd593" providerId="ADAL" clId="{D77DB6CC-9A03-412D-9765-E642F3D4D577}" dt="2026-01-19T09:46:04.619" v="1" actId="1076"/>
        <pc:sldMkLst>
          <pc:docMk/>
          <pc:sldMk cId="2775440123" sldId="308"/>
        </pc:sldMkLst>
        <pc:picChg chg="mod">
          <ac:chgData name="Ozkara, Onur (PG/T - Comp Sci &amp; Elec Eng)" userId="b2bdc77a-e659-4948-a787-61af99ffd593" providerId="ADAL" clId="{D77DB6CC-9A03-412D-9765-E642F3D4D577}" dt="2026-01-19T09:46:04.619" v="1" actId="1076"/>
          <ac:picMkLst>
            <pc:docMk/>
            <pc:sldMk cId="2775440123" sldId="308"/>
            <ac:picMk id="4" creationId="{8206BC90-3A38-70F8-A892-97BDCE558EC4}"/>
          </ac:picMkLst>
        </pc:picChg>
      </pc:sldChg>
      <pc:sldChg chg="modSp mod">
        <pc:chgData name="Ozkara, Onur (PG/T - Comp Sci &amp; Elec Eng)" userId="b2bdc77a-e659-4948-a787-61af99ffd593" providerId="ADAL" clId="{D77DB6CC-9A03-412D-9765-E642F3D4D577}" dt="2026-01-19T11:52:07.491" v="3" actId="1038"/>
        <pc:sldMkLst>
          <pc:docMk/>
          <pc:sldMk cId="3684768276" sldId="317"/>
        </pc:sldMkLst>
        <pc:graphicFrameChg chg="mod">
          <ac:chgData name="Ozkara, Onur (PG/T - Comp Sci &amp; Elec Eng)" userId="b2bdc77a-e659-4948-a787-61af99ffd593" providerId="ADAL" clId="{D77DB6CC-9A03-412D-9765-E642F3D4D577}" dt="2026-01-19T11:52:07.491" v="3" actId="1038"/>
          <ac:graphicFrameMkLst>
            <pc:docMk/>
            <pc:sldMk cId="3684768276" sldId="317"/>
            <ac:graphicFrameMk id="3" creationId="{B6F3EB66-D5AD-2028-FEA3-0C53AF96F26E}"/>
          </ac:graphicFrameMkLst>
        </pc:graphicFrameChg>
      </pc:sldChg>
      <pc:sldChg chg="modSp mod">
        <pc:chgData name="Ozkara, Onur (PG/T - Comp Sci &amp; Elec Eng)" userId="b2bdc77a-e659-4948-a787-61af99ffd593" providerId="ADAL" clId="{D77DB6CC-9A03-412D-9765-E642F3D4D577}" dt="2026-01-19T14:14:46.970" v="5" actId="1036"/>
        <pc:sldMkLst>
          <pc:docMk/>
          <pc:sldMk cId="236409016" sldId="319"/>
        </pc:sldMkLst>
        <pc:picChg chg="mod">
          <ac:chgData name="Ozkara, Onur (PG/T - Comp Sci &amp; Elec Eng)" userId="b2bdc77a-e659-4948-a787-61af99ffd593" providerId="ADAL" clId="{D77DB6CC-9A03-412D-9765-E642F3D4D577}" dt="2026-01-19T14:14:46.970" v="5" actId="1036"/>
          <ac:picMkLst>
            <pc:docMk/>
            <pc:sldMk cId="236409016" sldId="319"/>
            <ac:picMk id="3" creationId="{A5A2A747-CE57-29D8-B481-8DA8C2913AF6}"/>
          </ac:picMkLst>
        </pc:picChg>
      </pc:sldChg>
      <pc:sldChg chg="modSp mod">
        <pc:chgData name="Ozkara, Onur (PG/T - Comp Sci &amp; Elec Eng)" userId="b2bdc77a-e659-4948-a787-61af99ffd593" providerId="ADAL" clId="{D77DB6CC-9A03-412D-9765-E642F3D4D577}" dt="2026-01-19T14:52:01.462" v="6" actId="1035"/>
        <pc:sldMkLst>
          <pc:docMk/>
          <pc:sldMk cId="662617834" sldId="324"/>
        </pc:sldMkLst>
        <pc:graphicFrameChg chg="mod">
          <ac:chgData name="Ozkara, Onur (PG/T - Comp Sci &amp; Elec Eng)" userId="b2bdc77a-e659-4948-a787-61af99ffd593" providerId="ADAL" clId="{D77DB6CC-9A03-412D-9765-E642F3D4D577}" dt="2026-01-19T14:52:01.462" v="6" actId="1035"/>
          <ac:graphicFrameMkLst>
            <pc:docMk/>
            <pc:sldMk cId="662617834" sldId="324"/>
            <ac:graphicFrameMk id="3" creationId="{7D0C1F26-61DA-8EEF-B2EB-9F250E11C7BA}"/>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44EBDEF-C590-BD0F-935E-A826D46CAA7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BM"/>
          </a:p>
        </p:txBody>
      </p:sp>
      <p:sp>
        <p:nvSpPr>
          <p:cNvPr id="3" name="Date Placeholder 2">
            <a:extLst>
              <a:ext uri="{FF2B5EF4-FFF2-40B4-BE49-F238E27FC236}">
                <a16:creationId xmlns:a16="http://schemas.microsoft.com/office/drawing/2014/main" id="{582D489B-5CD8-0943-C095-DFFA80A7197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39A4895-EEB1-4C7C-87B7-9615B0A1F67E}" type="datetimeFigureOut">
              <a:rPr lang="en-BM" smtClean="0"/>
              <a:t>01/19/2026</a:t>
            </a:fld>
            <a:endParaRPr lang="en-BM"/>
          </a:p>
        </p:txBody>
      </p:sp>
      <p:sp>
        <p:nvSpPr>
          <p:cNvPr id="4" name="Footer Placeholder 3">
            <a:extLst>
              <a:ext uri="{FF2B5EF4-FFF2-40B4-BE49-F238E27FC236}">
                <a16:creationId xmlns:a16="http://schemas.microsoft.com/office/drawing/2014/main" id="{A2F6FDEC-97C2-2E11-FCDA-A8D8EDB2642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BM"/>
          </a:p>
        </p:txBody>
      </p:sp>
      <p:sp>
        <p:nvSpPr>
          <p:cNvPr id="5" name="Slide Number Placeholder 4">
            <a:extLst>
              <a:ext uri="{FF2B5EF4-FFF2-40B4-BE49-F238E27FC236}">
                <a16:creationId xmlns:a16="http://schemas.microsoft.com/office/drawing/2014/main" id="{C0CC8519-0E89-0E60-6980-33A1AA56477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263CB35-E718-4C64-AA08-98C05FC30F7F}" type="slidenum">
              <a:rPr lang="en-BM" smtClean="0"/>
              <a:t>‹#›</a:t>
            </a:fld>
            <a:endParaRPr lang="en-BM"/>
          </a:p>
        </p:txBody>
      </p:sp>
    </p:spTree>
    <p:extLst>
      <p:ext uri="{BB962C8B-B14F-4D97-AF65-F5344CB8AC3E}">
        <p14:creationId xmlns:p14="http://schemas.microsoft.com/office/powerpoint/2010/main" val="304730058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275d5342532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275d5342532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a:extLst>
            <a:ext uri="{FF2B5EF4-FFF2-40B4-BE49-F238E27FC236}">
              <a16:creationId xmlns:a16="http://schemas.microsoft.com/office/drawing/2014/main" id="{376E9EBE-3DED-641F-5AC6-77DC33462AE5}"/>
            </a:ext>
          </a:extLst>
        </p:cNvPr>
        <p:cNvGrpSpPr/>
        <p:nvPr/>
      </p:nvGrpSpPr>
      <p:grpSpPr>
        <a:xfrm>
          <a:off x="0" y="0"/>
          <a:ext cx="0" cy="0"/>
          <a:chOff x="0" y="0"/>
          <a:chExt cx="0" cy="0"/>
        </a:xfrm>
      </p:grpSpPr>
      <p:sp>
        <p:nvSpPr>
          <p:cNvPr id="237" name="Google Shape;237;g54dda1946d_6_322:notes">
            <a:extLst>
              <a:ext uri="{FF2B5EF4-FFF2-40B4-BE49-F238E27FC236}">
                <a16:creationId xmlns:a16="http://schemas.microsoft.com/office/drawing/2014/main" id="{2C1A8637-03DD-F576-C0B5-4DFC83765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54dda1946d_6_322:notes">
            <a:extLst>
              <a:ext uri="{FF2B5EF4-FFF2-40B4-BE49-F238E27FC236}">
                <a16:creationId xmlns:a16="http://schemas.microsoft.com/office/drawing/2014/main" id="{1E0E76AD-1E9E-3CC7-D03A-2BECDEF6184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676688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a:extLst>
            <a:ext uri="{FF2B5EF4-FFF2-40B4-BE49-F238E27FC236}">
              <a16:creationId xmlns:a16="http://schemas.microsoft.com/office/drawing/2014/main" id="{983E5F18-D9BD-86A3-5EAA-CE43C371B04E}"/>
            </a:ext>
          </a:extLst>
        </p:cNvPr>
        <p:cNvGrpSpPr/>
        <p:nvPr/>
      </p:nvGrpSpPr>
      <p:grpSpPr>
        <a:xfrm>
          <a:off x="0" y="0"/>
          <a:ext cx="0" cy="0"/>
          <a:chOff x="0" y="0"/>
          <a:chExt cx="0" cy="0"/>
        </a:xfrm>
      </p:grpSpPr>
      <p:sp>
        <p:nvSpPr>
          <p:cNvPr id="237" name="Google Shape;237;g54dda1946d_6_322:notes">
            <a:extLst>
              <a:ext uri="{FF2B5EF4-FFF2-40B4-BE49-F238E27FC236}">
                <a16:creationId xmlns:a16="http://schemas.microsoft.com/office/drawing/2014/main" id="{6A6D2EEC-1592-04C7-1194-D20F68FC8B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54dda1946d_6_322:notes">
            <a:extLst>
              <a:ext uri="{FF2B5EF4-FFF2-40B4-BE49-F238E27FC236}">
                <a16:creationId xmlns:a16="http://schemas.microsoft.com/office/drawing/2014/main" id="{8F669308-4B5A-FF19-DB82-A4713EF705E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789804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a:extLst>
            <a:ext uri="{FF2B5EF4-FFF2-40B4-BE49-F238E27FC236}">
              <a16:creationId xmlns:a16="http://schemas.microsoft.com/office/drawing/2014/main" id="{30A983D6-1235-E562-D5D8-83D3D2842427}"/>
            </a:ext>
          </a:extLst>
        </p:cNvPr>
        <p:cNvGrpSpPr/>
        <p:nvPr/>
      </p:nvGrpSpPr>
      <p:grpSpPr>
        <a:xfrm>
          <a:off x="0" y="0"/>
          <a:ext cx="0" cy="0"/>
          <a:chOff x="0" y="0"/>
          <a:chExt cx="0" cy="0"/>
        </a:xfrm>
      </p:grpSpPr>
      <p:sp>
        <p:nvSpPr>
          <p:cNvPr id="237" name="Google Shape;237;g54dda1946d_6_322:notes">
            <a:extLst>
              <a:ext uri="{FF2B5EF4-FFF2-40B4-BE49-F238E27FC236}">
                <a16:creationId xmlns:a16="http://schemas.microsoft.com/office/drawing/2014/main" id="{85B48024-0A7B-93D7-9FE7-7C4D795410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54dda1946d_6_322:notes">
            <a:extLst>
              <a:ext uri="{FF2B5EF4-FFF2-40B4-BE49-F238E27FC236}">
                <a16:creationId xmlns:a16="http://schemas.microsoft.com/office/drawing/2014/main" id="{45A287CB-14E0-E64C-EBB3-606F5A9967E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035197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184d99d1a72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184d99d1a72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g135e18421cc_13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2" name="Google Shape;462;g135e18421cc_13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bit.ly/3A1uf1Q"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2080675" y="1687650"/>
            <a:ext cx="6350100" cy="1431000"/>
          </a:xfrm>
          <a:prstGeom prst="rect">
            <a:avLst/>
          </a:prstGeom>
        </p:spPr>
        <p:txBody>
          <a:bodyPr spcFirstLastPara="1" wrap="square" lIns="91425" tIns="91425" rIns="91425" bIns="91425" anchor="b" anchorCtr="0">
            <a:noAutofit/>
          </a:bodyPr>
          <a:lstStyle>
            <a:lvl1pPr lvl="0">
              <a:lnSpc>
                <a:spcPct val="80000"/>
              </a:lnSpc>
              <a:spcBef>
                <a:spcPts val="0"/>
              </a:spcBef>
              <a:spcAft>
                <a:spcPts val="0"/>
              </a:spcAft>
              <a:buClr>
                <a:srgbClr val="191919"/>
              </a:buClr>
              <a:buSzPts val="5200"/>
              <a:buNone/>
              <a:defRPr sz="48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2080675" y="3183000"/>
            <a:ext cx="6350100" cy="475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1" name="Google Shape;11;p2"/>
          <p:cNvSpPr/>
          <p:nvPr/>
        </p:nvSpPr>
        <p:spPr>
          <a:xfrm>
            <a:off x="0" y="0"/>
            <a:ext cx="17214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2" name="Google Shape;12;p2"/>
          <p:cNvCxnSpPr/>
          <p:nvPr/>
        </p:nvCxnSpPr>
        <p:spPr>
          <a:xfrm>
            <a:off x="8680750" y="-35700"/>
            <a:ext cx="0" cy="5214900"/>
          </a:xfrm>
          <a:prstGeom prst="straightConnector1">
            <a:avLst/>
          </a:prstGeom>
          <a:noFill/>
          <a:ln w="9525" cap="flat" cmpd="sng">
            <a:solidFill>
              <a:schemeClr val="lt2"/>
            </a:solidFill>
            <a:prstDash val="solid"/>
            <a:round/>
            <a:headEnd type="none" w="med" len="med"/>
            <a:tailEnd type="none" w="med" len="med"/>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0" name="Google Shape;20;p4"/>
          <p:cNvSpPr txBox="1">
            <a:spLocks noGrp="1"/>
          </p:cNvSpPr>
          <p:nvPr>
            <p:ph type="body" idx="1"/>
          </p:nvPr>
        </p:nvSpPr>
        <p:spPr>
          <a:xfrm>
            <a:off x="720000" y="1017725"/>
            <a:ext cx="7704000" cy="35862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chemeClr val="dk2"/>
              </a:buClr>
              <a:buSzPts val="1200"/>
              <a:buFont typeface="Nunito Light"/>
              <a:buChar char="●"/>
              <a:defRPr/>
            </a:lvl1pPr>
            <a:lvl2pPr marL="914400" lvl="1" indent="-304800" rtl="0">
              <a:lnSpc>
                <a:spcPct val="100000"/>
              </a:lnSpc>
              <a:spcBef>
                <a:spcPts val="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sp>
        <p:nvSpPr>
          <p:cNvPr id="21" name="Google Shape;21;p4"/>
          <p:cNvSpPr/>
          <p:nvPr/>
        </p:nvSpPr>
        <p:spPr>
          <a:xfrm>
            <a:off x="8844200" y="0"/>
            <a:ext cx="3000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2" name="Google Shape;22;p4"/>
          <p:cNvCxnSpPr/>
          <p:nvPr/>
        </p:nvCxnSpPr>
        <p:spPr>
          <a:xfrm>
            <a:off x="132594" y="-35700"/>
            <a:ext cx="0" cy="5214900"/>
          </a:xfrm>
          <a:prstGeom prst="straightConnector1">
            <a:avLst/>
          </a:prstGeom>
          <a:noFill/>
          <a:ln w="9525" cap="flat" cmpd="sng">
            <a:solidFill>
              <a:schemeClr val="lt2"/>
            </a:solidFill>
            <a:prstDash val="solid"/>
            <a:round/>
            <a:headEnd type="none" w="med" len="med"/>
            <a:tailEnd type="none"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4"/>
        <p:cNvGrpSpPr/>
        <p:nvPr/>
      </p:nvGrpSpPr>
      <p:grpSpPr>
        <a:xfrm>
          <a:off x="0" y="0"/>
          <a:ext cx="0" cy="0"/>
          <a:chOff x="0" y="0"/>
          <a:chExt cx="0" cy="0"/>
        </a:xfrm>
      </p:grpSpPr>
      <p:sp>
        <p:nvSpPr>
          <p:cNvPr id="45" name="Google Shape;45;p7"/>
          <p:cNvSpPr/>
          <p:nvPr/>
        </p:nvSpPr>
        <p:spPr>
          <a:xfrm>
            <a:off x="7721599" y="0"/>
            <a:ext cx="1422475"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6" name="Google Shape;46;p7"/>
          <p:cNvCxnSpPr/>
          <p:nvPr/>
        </p:nvCxnSpPr>
        <p:spPr>
          <a:xfrm>
            <a:off x="123225" y="-35700"/>
            <a:ext cx="0" cy="5214900"/>
          </a:xfrm>
          <a:prstGeom prst="straightConnector1">
            <a:avLst/>
          </a:prstGeom>
          <a:noFill/>
          <a:ln w="9525" cap="flat" cmpd="sng">
            <a:solidFill>
              <a:schemeClr val="lt2"/>
            </a:solidFill>
            <a:prstDash val="solid"/>
            <a:round/>
            <a:headEnd type="none" w="med" len="med"/>
            <a:tailEnd type="none" w="med" len="med"/>
          </a:ln>
        </p:spPr>
      </p:cxnSp>
      <p:sp>
        <p:nvSpPr>
          <p:cNvPr id="47" name="Google Shape;47;p7"/>
          <p:cNvSpPr txBox="1">
            <a:spLocks noGrp="1"/>
          </p:cNvSpPr>
          <p:nvPr>
            <p:ph type="subTitle" idx="1"/>
          </p:nvPr>
        </p:nvSpPr>
        <p:spPr>
          <a:xfrm>
            <a:off x="720000" y="1413363"/>
            <a:ext cx="5321400" cy="2674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2"/>
              </a:buClr>
              <a:buSzPts val="1200"/>
              <a:buChar char="●"/>
              <a:defRPr/>
            </a:lvl1pPr>
            <a:lvl2pPr lvl="1" algn="ctr" rtl="0">
              <a:lnSpc>
                <a:spcPct val="100000"/>
              </a:lnSpc>
              <a:spcBef>
                <a:spcPts val="1000"/>
              </a:spcBef>
              <a:spcAft>
                <a:spcPts val="0"/>
              </a:spcAft>
              <a:buClr>
                <a:srgbClr val="E76A28"/>
              </a:buClr>
              <a:buSzPts val="1200"/>
              <a:buChar char="○"/>
              <a:defRPr/>
            </a:lvl2pPr>
            <a:lvl3pPr lvl="2" algn="ctr" rtl="0">
              <a:lnSpc>
                <a:spcPct val="100000"/>
              </a:lnSpc>
              <a:spcBef>
                <a:spcPts val="1600"/>
              </a:spcBef>
              <a:spcAft>
                <a:spcPts val="0"/>
              </a:spcAft>
              <a:buClr>
                <a:srgbClr val="E76A28"/>
              </a:buClr>
              <a:buSzPts val="1200"/>
              <a:buChar char="■"/>
              <a:defRPr/>
            </a:lvl3pPr>
            <a:lvl4pPr lvl="3" algn="ctr" rtl="0">
              <a:lnSpc>
                <a:spcPct val="100000"/>
              </a:lnSpc>
              <a:spcBef>
                <a:spcPts val="1600"/>
              </a:spcBef>
              <a:spcAft>
                <a:spcPts val="0"/>
              </a:spcAft>
              <a:buClr>
                <a:srgbClr val="E76A28"/>
              </a:buClr>
              <a:buSzPts val="1200"/>
              <a:buChar char="●"/>
              <a:defRPr/>
            </a:lvl4pPr>
            <a:lvl5pPr lvl="4" algn="ctr" rtl="0">
              <a:lnSpc>
                <a:spcPct val="100000"/>
              </a:lnSpc>
              <a:spcBef>
                <a:spcPts val="1600"/>
              </a:spcBef>
              <a:spcAft>
                <a:spcPts val="0"/>
              </a:spcAft>
              <a:buClr>
                <a:srgbClr val="E76A28"/>
              </a:buClr>
              <a:buSzPts val="1200"/>
              <a:buChar char="○"/>
              <a:defRPr/>
            </a:lvl5pPr>
            <a:lvl6pPr lvl="5" algn="ctr" rtl="0">
              <a:lnSpc>
                <a:spcPct val="100000"/>
              </a:lnSpc>
              <a:spcBef>
                <a:spcPts val="1600"/>
              </a:spcBef>
              <a:spcAft>
                <a:spcPts val="0"/>
              </a:spcAft>
              <a:buClr>
                <a:srgbClr val="999999"/>
              </a:buClr>
              <a:buSzPts val="1200"/>
              <a:buChar char="■"/>
              <a:defRPr/>
            </a:lvl6pPr>
            <a:lvl7pPr lvl="6" algn="ctr" rtl="0">
              <a:lnSpc>
                <a:spcPct val="100000"/>
              </a:lnSpc>
              <a:spcBef>
                <a:spcPts val="1600"/>
              </a:spcBef>
              <a:spcAft>
                <a:spcPts val="0"/>
              </a:spcAft>
              <a:buClr>
                <a:srgbClr val="999999"/>
              </a:buClr>
              <a:buSzPts val="1200"/>
              <a:buChar char="●"/>
              <a:defRPr/>
            </a:lvl7pPr>
            <a:lvl8pPr lvl="7" algn="ctr" rtl="0">
              <a:lnSpc>
                <a:spcPct val="100000"/>
              </a:lnSpc>
              <a:spcBef>
                <a:spcPts val="1600"/>
              </a:spcBef>
              <a:spcAft>
                <a:spcPts val="0"/>
              </a:spcAft>
              <a:buClr>
                <a:srgbClr val="999999"/>
              </a:buClr>
              <a:buSzPts val="1200"/>
              <a:buChar char="○"/>
              <a:defRPr/>
            </a:lvl8pPr>
            <a:lvl9pPr lvl="8" algn="ctr" rtl="0">
              <a:lnSpc>
                <a:spcPct val="100000"/>
              </a:lnSpc>
              <a:spcBef>
                <a:spcPts val="1600"/>
              </a:spcBef>
              <a:spcAft>
                <a:spcPts val="1600"/>
              </a:spcAft>
              <a:buClr>
                <a:srgbClr val="999999"/>
              </a:buClr>
              <a:buSzPts val="1200"/>
              <a:buChar char="■"/>
              <a:defRPr/>
            </a:lvl9pPr>
          </a:lstStyle>
          <a:p>
            <a:endParaRPr/>
          </a:p>
        </p:txBody>
      </p:sp>
      <p:sp>
        <p:nvSpPr>
          <p:cNvPr id="48" name="Google Shape;48;p7"/>
          <p:cNvSpPr txBox="1">
            <a:spLocks noGrp="1"/>
          </p:cNvSpPr>
          <p:nvPr>
            <p:ph type="title"/>
          </p:nvPr>
        </p:nvSpPr>
        <p:spPr>
          <a:xfrm>
            <a:off x="720000" y="445025"/>
            <a:ext cx="53214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49" name="Google Shape;49;p7"/>
          <p:cNvGrpSpPr/>
          <p:nvPr/>
        </p:nvGrpSpPr>
        <p:grpSpPr>
          <a:xfrm flipH="1">
            <a:off x="0" y="4698475"/>
            <a:ext cx="5321398" cy="94475"/>
            <a:chOff x="2220050" y="1547100"/>
            <a:chExt cx="4197300" cy="0"/>
          </a:xfrm>
        </p:grpSpPr>
        <p:cxnSp>
          <p:nvCxnSpPr>
            <p:cNvPr id="50" name="Google Shape;50;p7"/>
            <p:cNvCxnSpPr/>
            <p:nvPr/>
          </p:nvCxnSpPr>
          <p:spPr>
            <a:xfrm>
              <a:off x="2220050" y="1547100"/>
              <a:ext cx="464400" cy="0"/>
            </a:xfrm>
            <a:prstGeom prst="straightConnector1">
              <a:avLst/>
            </a:prstGeom>
            <a:noFill/>
            <a:ln w="114300" cap="flat" cmpd="sng">
              <a:solidFill>
                <a:schemeClr val="dk1"/>
              </a:solidFill>
              <a:prstDash val="solid"/>
              <a:round/>
              <a:headEnd type="none" w="med" len="med"/>
              <a:tailEnd type="none" w="med" len="med"/>
            </a:ln>
          </p:spPr>
        </p:cxnSp>
        <p:cxnSp>
          <p:nvCxnSpPr>
            <p:cNvPr id="51" name="Google Shape;51;p7"/>
            <p:cNvCxnSpPr/>
            <p:nvPr/>
          </p:nvCxnSpPr>
          <p:spPr>
            <a:xfrm>
              <a:off x="2684450" y="1547100"/>
              <a:ext cx="37329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52"/>
        <p:cNvGrpSpPr/>
        <p:nvPr/>
      </p:nvGrpSpPr>
      <p:grpSpPr>
        <a:xfrm>
          <a:off x="0" y="0"/>
          <a:ext cx="0" cy="0"/>
          <a:chOff x="0" y="0"/>
          <a:chExt cx="0" cy="0"/>
        </a:xfrm>
      </p:grpSpPr>
      <p:sp>
        <p:nvSpPr>
          <p:cNvPr id="53" name="Google Shape;53;p8"/>
          <p:cNvSpPr txBox="1">
            <a:spLocks noGrp="1"/>
          </p:cNvSpPr>
          <p:nvPr>
            <p:ph type="title"/>
          </p:nvPr>
        </p:nvSpPr>
        <p:spPr>
          <a:xfrm>
            <a:off x="3454075" y="1307100"/>
            <a:ext cx="4508100" cy="2529300"/>
          </a:xfrm>
          <a:prstGeom prst="rect">
            <a:avLst/>
          </a:prstGeom>
        </p:spPr>
        <p:txBody>
          <a:bodyPr spcFirstLastPara="1" wrap="square" lIns="91425" tIns="91425" rIns="91425" bIns="91425" anchor="ctr" anchorCtr="0">
            <a:noAutofit/>
          </a:bodyPr>
          <a:lstStyle>
            <a:lvl1pPr lvl="0">
              <a:lnSpc>
                <a:spcPct val="80000"/>
              </a:lnSpc>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54" name="Google Shape;54;p8"/>
          <p:cNvSpPr/>
          <p:nvPr/>
        </p:nvSpPr>
        <p:spPr>
          <a:xfrm>
            <a:off x="0" y="0"/>
            <a:ext cx="26607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5" name="Google Shape;55;p8"/>
          <p:cNvCxnSpPr/>
          <p:nvPr/>
        </p:nvCxnSpPr>
        <p:spPr>
          <a:xfrm>
            <a:off x="8430775" y="-35700"/>
            <a:ext cx="0" cy="5214900"/>
          </a:xfrm>
          <a:prstGeom prst="straightConnector1">
            <a:avLst/>
          </a:prstGeom>
          <a:noFill/>
          <a:ln w="9525" cap="flat" cmpd="sng">
            <a:solidFill>
              <a:schemeClr val="lt2"/>
            </a:solidFill>
            <a:prstDash val="solid"/>
            <a:round/>
            <a:headEnd type="none" w="med" len="med"/>
            <a:tailEnd type="none" w="med" len="med"/>
          </a:ln>
        </p:spPr>
      </p:cxnSp>
      <p:grpSp>
        <p:nvGrpSpPr>
          <p:cNvPr id="56" name="Google Shape;56;p8"/>
          <p:cNvGrpSpPr/>
          <p:nvPr/>
        </p:nvGrpSpPr>
        <p:grpSpPr>
          <a:xfrm>
            <a:off x="3230850" y="4760600"/>
            <a:ext cx="6025500" cy="0"/>
            <a:chOff x="2220050" y="1547100"/>
            <a:chExt cx="6025500" cy="0"/>
          </a:xfrm>
        </p:grpSpPr>
        <p:cxnSp>
          <p:nvCxnSpPr>
            <p:cNvPr id="57" name="Google Shape;57;p8"/>
            <p:cNvCxnSpPr/>
            <p:nvPr/>
          </p:nvCxnSpPr>
          <p:spPr>
            <a:xfrm>
              <a:off x="2220050" y="1547100"/>
              <a:ext cx="464400" cy="0"/>
            </a:xfrm>
            <a:prstGeom prst="straightConnector1">
              <a:avLst/>
            </a:prstGeom>
            <a:noFill/>
            <a:ln w="114300" cap="flat" cmpd="sng">
              <a:solidFill>
                <a:schemeClr val="dk1"/>
              </a:solidFill>
              <a:prstDash val="solid"/>
              <a:round/>
              <a:headEnd type="none" w="med" len="med"/>
              <a:tailEnd type="none" w="med" len="med"/>
            </a:ln>
          </p:spPr>
        </p:cxnSp>
        <p:cxnSp>
          <p:nvCxnSpPr>
            <p:cNvPr id="58" name="Google Shape;58;p8"/>
            <p:cNvCxnSpPr/>
            <p:nvPr/>
          </p:nvCxnSpPr>
          <p:spPr>
            <a:xfrm>
              <a:off x="2684450" y="1547100"/>
              <a:ext cx="55611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9"/>
        <p:cNvGrpSpPr/>
        <p:nvPr/>
      </p:nvGrpSpPr>
      <p:grpSpPr>
        <a:xfrm>
          <a:off x="0" y="0"/>
          <a:ext cx="0" cy="0"/>
          <a:chOff x="0" y="0"/>
          <a:chExt cx="0" cy="0"/>
        </a:xfrm>
      </p:grpSpPr>
      <p:sp>
        <p:nvSpPr>
          <p:cNvPr id="60" name="Google Shape;60;p9"/>
          <p:cNvSpPr/>
          <p:nvPr/>
        </p:nvSpPr>
        <p:spPr>
          <a:xfrm>
            <a:off x="5555725" y="0"/>
            <a:ext cx="35883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9"/>
          <p:cNvSpPr txBox="1">
            <a:spLocks noGrp="1"/>
          </p:cNvSpPr>
          <p:nvPr>
            <p:ph type="title"/>
          </p:nvPr>
        </p:nvSpPr>
        <p:spPr>
          <a:xfrm>
            <a:off x="713225" y="1254000"/>
            <a:ext cx="4158600" cy="196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sz="4800"/>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endParaRPr/>
          </a:p>
        </p:txBody>
      </p:sp>
      <p:sp>
        <p:nvSpPr>
          <p:cNvPr id="62" name="Google Shape;62;p9"/>
          <p:cNvSpPr txBox="1">
            <a:spLocks noGrp="1"/>
          </p:cNvSpPr>
          <p:nvPr>
            <p:ph type="subTitle" idx="1"/>
          </p:nvPr>
        </p:nvSpPr>
        <p:spPr>
          <a:xfrm>
            <a:off x="713225" y="3218400"/>
            <a:ext cx="41586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cxnSp>
        <p:nvCxnSpPr>
          <p:cNvPr id="63" name="Google Shape;63;p9"/>
          <p:cNvCxnSpPr/>
          <p:nvPr/>
        </p:nvCxnSpPr>
        <p:spPr>
          <a:xfrm>
            <a:off x="517944" y="-35700"/>
            <a:ext cx="0" cy="5214900"/>
          </a:xfrm>
          <a:prstGeom prst="straightConnector1">
            <a:avLst/>
          </a:prstGeom>
          <a:noFill/>
          <a:ln w="9525" cap="flat" cmpd="sng">
            <a:solidFill>
              <a:schemeClr val="lt2"/>
            </a:solidFill>
            <a:prstDash val="solid"/>
            <a:round/>
            <a:headEnd type="none" w="med" len="med"/>
            <a:tailEnd type="none" w="med" len="med"/>
          </a:ln>
        </p:spPr>
      </p:cxnSp>
      <p:grpSp>
        <p:nvGrpSpPr>
          <p:cNvPr id="64" name="Google Shape;64;p9"/>
          <p:cNvGrpSpPr/>
          <p:nvPr/>
        </p:nvGrpSpPr>
        <p:grpSpPr>
          <a:xfrm flipH="1">
            <a:off x="-93775" y="4604000"/>
            <a:ext cx="4197300" cy="0"/>
            <a:chOff x="2220050" y="1547100"/>
            <a:chExt cx="4197300" cy="0"/>
          </a:xfrm>
        </p:grpSpPr>
        <p:cxnSp>
          <p:nvCxnSpPr>
            <p:cNvPr id="65" name="Google Shape;65;p9"/>
            <p:cNvCxnSpPr/>
            <p:nvPr/>
          </p:nvCxnSpPr>
          <p:spPr>
            <a:xfrm>
              <a:off x="2220050" y="1547100"/>
              <a:ext cx="464400" cy="0"/>
            </a:xfrm>
            <a:prstGeom prst="straightConnector1">
              <a:avLst/>
            </a:prstGeom>
            <a:noFill/>
            <a:ln w="114300" cap="flat" cmpd="sng">
              <a:solidFill>
                <a:schemeClr val="dk1"/>
              </a:solidFill>
              <a:prstDash val="solid"/>
              <a:round/>
              <a:headEnd type="none" w="med" len="med"/>
              <a:tailEnd type="none" w="med" len="med"/>
            </a:ln>
          </p:spPr>
        </p:cxnSp>
        <p:cxnSp>
          <p:nvCxnSpPr>
            <p:cNvPr id="66" name="Google Shape;66;p9"/>
            <p:cNvCxnSpPr/>
            <p:nvPr/>
          </p:nvCxnSpPr>
          <p:spPr>
            <a:xfrm>
              <a:off x="2684450" y="1547100"/>
              <a:ext cx="37329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1" preserve="1">
  <p:cSld name="1_Title only 1">
    <p:spTree>
      <p:nvGrpSpPr>
        <p:cNvPr id="1" name="Shape 95"/>
        <p:cNvGrpSpPr/>
        <p:nvPr/>
      </p:nvGrpSpPr>
      <p:grpSpPr>
        <a:xfrm>
          <a:off x="0" y="0"/>
          <a:ext cx="0" cy="0"/>
          <a:chOff x="0" y="0"/>
          <a:chExt cx="0" cy="0"/>
        </a:xfrm>
      </p:grpSpPr>
      <p:sp>
        <p:nvSpPr>
          <p:cNvPr id="96" name="Google Shape;96;p14"/>
          <p:cNvSpPr/>
          <p:nvPr/>
        </p:nvSpPr>
        <p:spPr>
          <a:xfrm>
            <a:off x="0" y="0"/>
            <a:ext cx="4029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cxnSp>
        <p:nvCxnSpPr>
          <p:cNvPr id="98" name="Google Shape;98;p14"/>
          <p:cNvCxnSpPr/>
          <p:nvPr/>
        </p:nvCxnSpPr>
        <p:spPr>
          <a:xfrm>
            <a:off x="9075950" y="0"/>
            <a:ext cx="0" cy="5214900"/>
          </a:xfrm>
          <a:prstGeom prst="straightConnector1">
            <a:avLst/>
          </a:prstGeom>
          <a:noFill/>
          <a:ln w="9525" cap="flat" cmpd="sng">
            <a:solidFill>
              <a:schemeClr val="lt2"/>
            </a:solidFill>
            <a:prstDash val="solid"/>
            <a:round/>
            <a:headEnd type="none" w="med" len="med"/>
            <a:tailEnd type="none" w="med" len="med"/>
          </a:ln>
        </p:spPr>
      </p:cxnSp>
    </p:spTree>
    <p:extLst>
      <p:ext uri="{BB962C8B-B14F-4D97-AF65-F5344CB8AC3E}">
        <p14:creationId xmlns:p14="http://schemas.microsoft.com/office/powerpoint/2010/main" val="40046703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ext 2">
  <p:cSld name="CUSTOM_10_1">
    <p:spTree>
      <p:nvGrpSpPr>
        <p:cNvPr id="1" name="Shape 117"/>
        <p:cNvGrpSpPr/>
        <p:nvPr/>
      </p:nvGrpSpPr>
      <p:grpSpPr>
        <a:xfrm>
          <a:off x="0" y="0"/>
          <a:ext cx="0" cy="0"/>
          <a:chOff x="0" y="0"/>
          <a:chExt cx="0" cy="0"/>
        </a:xfrm>
      </p:grpSpPr>
      <p:sp>
        <p:nvSpPr>
          <p:cNvPr id="118" name="Google Shape;118;p17"/>
          <p:cNvSpPr txBox="1">
            <a:spLocks noGrp="1"/>
          </p:cNvSpPr>
          <p:nvPr>
            <p:ph type="title"/>
          </p:nvPr>
        </p:nvSpPr>
        <p:spPr>
          <a:xfrm>
            <a:off x="713250" y="445025"/>
            <a:ext cx="4635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19" name="Google Shape;119;p17"/>
          <p:cNvSpPr txBox="1">
            <a:spLocks noGrp="1"/>
          </p:cNvSpPr>
          <p:nvPr>
            <p:ph type="body" idx="1"/>
          </p:nvPr>
        </p:nvSpPr>
        <p:spPr>
          <a:xfrm>
            <a:off x="713250" y="1257575"/>
            <a:ext cx="7717500" cy="27597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Font typeface="Nunito Light"/>
              <a:buChar char="●"/>
              <a:defRPr/>
            </a:lvl1pPr>
            <a:lvl2pPr marL="914400" lvl="1" indent="-304800" rtl="0">
              <a:lnSpc>
                <a:spcPct val="100000"/>
              </a:lnSpc>
              <a:spcBef>
                <a:spcPts val="120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sp>
        <p:nvSpPr>
          <p:cNvPr id="120" name="Google Shape;120;p17"/>
          <p:cNvSpPr/>
          <p:nvPr/>
        </p:nvSpPr>
        <p:spPr>
          <a:xfrm>
            <a:off x="0" y="0"/>
            <a:ext cx="5904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21" name="Google Shape;121;p17"/>
          <p:cNvCxnSpPr/>
          <p:nvPr/>
        </p:nvCxnSpPr>
        <p:spPr>
          <a:xfrm>
            <a:off x="8735575" y="-35700"/>
            <a:ext cx="0" cy="5214900"/>
          </a:xfrm>
          <a:prstGeom prst="straightConnector1">
            <a:avLst/>
          </a:prstGeom>
          <a:noFill/>
          <a:ln w="9525" cap="flat" cmpd="sng">
            <a:solidFill>
              <a:schemeClr val="lt2"/>
            </a:solidFill>
            <a:prstDash val="solid"/>
            <a:round/>
            <a:headEnd type="none" w="med" len="med"/>
            <a:tailEnd type="none" w="med" len="med"/>
          </a:ln>
        </p:spPr>
      </p:cxnSp>
      <p:grpSp>
        <p:nvGrpSpPr>
          <p:cNvPr id="122" name="Google Shape;122;p17"/>
          <p:cNvGrpSpPr/>
          <p:nvPr/>
        </p:nvGrpSpPr>
        <p:grpSpPr>
          <a:xfrm>
            <a:off x="3886675" y="4976075"/>
            <a:ext cx="5341800" cy="0"/>
            <a:chOff x="2220050" y="1547100"/>
            <a:chExt cx="5341800" cy="0"/>
          </a:xfrm>
        </p:grpSpPr>
        <p:cxnSp>
          <p:nvCxnSpPr>
            <p:cNvPr id="123" name="Google Shape;123;p17"/>
            <p:cNvCxnSpPr/>
            <p:nvPr/>
          </p:nvCxnSpPr>
          <p:spPr>
            <a:xfrm>
              <a:off x="2220050" y="1547100"/>
              <a:ext cx="464400" cy="0"/>
            </a:xfrm>
            <a:prstGeom prst="straightConnector1">
              <a:avLst/>
            </a:prstGeom>
            <a:noFill/>
            <a:ln w="114300" cap="flat" cmpd="sng">
              <a:solidFill>
                <a:schemeClr val="dk1"/>
              </a:solidFill>
              <a:prstDash val="solid"/>
              <a:round/>
              <a:headEnd type="none" w="med" len="med"/>
              <a:tailEnd type="none" w="med" len="med"/>
            </a:ln>
          </p:spPr>
        </p:cxnSp>
        <p:cxnSp>
          <p:nvCxnSpPr>
            <p:cNvPr id="124" name="Google Shape;124;p17"/>
            <p:cNvCxnSpPr/>
            <p:nvPr/>
          </p:nvCxnSpPr>
          <p:spPr>
            <a:xfrm>
              <a:off x="2684450" y="1547100"/>
              <a:ext cx="48774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ext 3">
  <p:cSld name="CUSTOM_10_1_1">
    <p:spTree>
      <p:nvGrpSpPr>
        <p:cNvPr id="1" name="Shape 125"/>
        <p:cNvGrpSpPr/>
        <p:nvPr/>
      </p:nvGrpSpPr>
      <p:grpSpPr>
        <a:xfrm>
          <a:off x="0" y="0"/>
          <a:ext cx="0" cy="0"/>
          <a:chOff x="0" y="0"/>
          <a:chExt cx="0" cy="0"/>
        </a:xfrm>
      </p:grpSpPr>
      <p:sp>
        <p:nvSpPr>
          <p:cNvPr id="126" name="Google Shape;126;p18"/>
          <p:cNvSpPr txBox="1">
            <a:spLocks noGrp="1"/>
          </p:cNvSpPr>
          <p:nvPr>
            <p:ph type="title"/>
          </p:nvPr>
        </p:nvSpPr>
        <p:spPr>
          <a:xfrm>
            <a:off x="713250" y="445025"/>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27" name="Google Shape;127;p18"/>
          <p:cNvSpPr txBox="1">
            <a:spLocks noGrp="1"/>
          </p:cNvSpPr>
          <p:nvPr>
            <p:ph type="body" idx="1"/>
          </p:nvPr>
        </p:nvSpPr>
        <p:spPr>
          <a:xfrm>
            <a:off x="713250" y="1017725"/>
            <a:ext cx="7717500" cy="3783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Font typeface="Nunito Light"/>
              <a:buChar char="●"/>
              <a:defRPr/>
            </a:lvl1pPr>
            <a:lvl2pPr marL="914400" lvl="1" indent="-304800" rtl="0">
              <a:lnSpc>
                <a:spcPct val="100000"/>
              </a:lnSpc>
              <a:spcBef>
                <a:spcPts val="120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sp>
        <p:nvSpPr>
          <p:cNvPr id="128" name="Google Shape;128;p18"/>
          <p:cNvSpPr/>
          <p:nvPr/>
        </p:nvSpPr>
        <p:spPr>
          <a:xfrm>
            <a:off x="0" y="0"/>
            <a:ext cx="1875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29" name="Google Shape;129;p18"/>
          <p:cNvCxnSpPr/>
          <p:nvPr/>
        </p:nvCxnSpPr>
        <p:spPr>
          <a:xfrm>
            <a:off x="8974261" y="-71400"/>
            <a:ext cx="0" cy="5214900"/>
          </a:xfrm>
          <a:prstGeom prst="straightConnector1">
            <a:avLst/>
          </a:prstGeom>
          <a:noFill/>
          <a:ln w="9525" cap="flat" cmpd="sng">
            <a:solidFill>
              <a:schemeClr val="lt2"/>
            </a:solidFill>
            <a:prstDash val="solid"/>
            <a:round/>
            <a:headEnd type="none" w="med" len="med"/>
            <a:tailEnd type="none" w="med" len="med"/>
          </a:ln>
        </p:spPr>
      </p:cxnSp>
      <p:grpSp>
        <p:nvGrpSpPr>
          <p:cNvPr id="130" name="Google Shape;130;p18"/>
          <p:cNvGrpSpPr/>
          <p:nvPr/>
        </p:nvGrpSpPr>
        <p:grpSpPr>
          <a:xfrm>
            <a:off x="448300" y="4964003"/>
            <a:ext cx="8817600" cy="0"/>
            <a:chOff x="2220050" y="1547100"/>
            <a:chExt cx="8817600" cy="0"/>
          </a:xfrm>
        </p:grpSpPr>
        <p:cxnSp>
          <p:nvCxnSpPr>
            <p:cNvPr id="131" name="Google Shape;131;p18"/>
            <p:cNvCxnSpPr/>
            <p:nvPr/>
          </p:nvCxnSpPr>
          <p:spPr>
            <a:xfrm>
              <a:off x="2220050" y="1547100"/>
              <a:ext cx="464400" cy="0"/>
            </a:xfrm>
            <a:prstGeom prst="straightConnector1">
              <a:avLst/>
            </a:prstGeom>
            <a:noFill/>
            <a:ln w="114300" cap="flat" cmpd="sng">
              <a:solidFill>
                <a:schemeClr val="dk1"/>
              </a:solidFill>
              <a:prstDash val="solid"/>
              <a:round/>
              <a:headEnd type="none" w="med" len="med"/>
              <a:tailEnd type="none" w="med" len="med"/>
            </a:ln>
          </p:spPr>
        </p:cxnSp>
        <p:cxnSp>
          <p:nvCxnSpPr>
            <p:cNvPr id="132" name="Google Shape;132;p18"/>
            <p:cNvCxnSpPr/>
            <p:nvPr/>
          </p:nvCxnSpPr>
          <p:spPr>
            <a:xfrm>
              <a:off x="2684450" y="1547100"/>
              <a:ext cx="83532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133"/>
        <p:cNvGrpSpPr/>
        <p:nvPr/>
      </p:nvGrpSpPr>
      <p:grpSpPr>
        <a:xfrm>
          <a:off x="0" y="0"/>
          <a:ext cx="0" cy="0"/>
          <a:chOff x="0" y="0"/>
          <a:chExt cx="0" cy="0"/>
        </a:xfrm>
      </p:grpSpPr>
      <p:sp>
        <p:nvSpPr>
          <p:cNvPr id="134" name="Google Shape;134;p19"/>
          <p:cNvSpPr/>
          <p:nvPr/>
        </p:nvSpPr>
        <p:spPr>
          <a:xfrm>
            <a:off x="0" y="0"/>
            <a:ext cx="1686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35" name="Google Shape;135;p19"/>
          <p:cNvCxnSpPr/>
          <p:nvPr/>
        </p:nvCxnSpPr>
        <p:spPr>
          <a:xfrm>
            <a:off x="8909350" y="-35700"/>
            <a:ext cx="0" cy="5214900"/>
          </a:xfrm>
          <a:prstGeom prst="straightConnector1">
            <a:avLst/>
          </a:prstGeom>
          <a:noFill/>
          <a:ln w="9525" cap="flat" cmpd="sng">
            <a:solidFill>
              <a:schemeClr val="lt2"/>
            </a:solidFill>
            <a:prstDash val="solid"/>
            <a:round/>
            <a:headEnd type="none" w="med" len="med"/>
            <a:tailEnd type="none" w="med" len="med"/>
          </a:ln>
        </p:spPr>
      </p:cxnSp>
      <p:sp>
        <p:nvSpPr>
          <p:cNvPr id="136" name="Google Shape;136;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37" name="Google Shape;137;p19"/>
          <p:cNvSpPr txBox="1">
            <a:spLocks noGrp="1"/>
          </p:cNvSpPr>
          <p:nvPr>
            <p:ph type="subTitle" idx="1"/>
          </p:nvPr>
        </p:nvSpPr>
        <p:spPr>
          <a:xfrm>
            <a:off x="720000" y="2275025"/>
            <a:ext cx="2531100" cy="1233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38" name="Google Shape;138;p19"/>
          <p:cNvSpPr txBox="1">
            <a:spLocks noGrp="1"/>
          </p:cNvSpPr>
          <p:nvPr>
            <p:ph type="subTitle" idx="2"/>
          </p:nvPr>
        </p:nvSpPr>
        <p:spPr>
          <a:xfrm>
            <a:off x="3306477" y="2275025"/>
            <a:ext cx="2531100" cy="1233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39" name="Google Shape;139;p19"/>
          <p:cNvSpPr txBox="1">
            <a:spLocks noGrp="1"/>
          </p:cNvSpPr>
          <p:nvPr>
            <p:ph type="subTitle" idx="3"/>
          </p:nvPr>
        </p:nvSpPr>
        <p:spPr>
          <a:xfrm>
            <a:off x="5892953" y="2275026"/>
            <a:ext cx="2531100" cy="1233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40" name="Google Shape;140;p19"/>
          <p:cNvSpPr txBox="1">
            <a:spLocks noGrp="1"/>
          </p:cNvSpPr>
          <p:nvPr>
            <p:ph type="subTitle" idx="4"/>
          </p:nvPr>
        </p:nvSpPr>
        <p:spPr>
          <a:xfrm>
            <a:off x="720000" y="1450250"/>
            <a:ext cx="2531100" cy="807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2000">
                <a:solidFill>
                  <a:schemeClr val="dk1"/>
                </a:solidFill>
              </a:defRPr>
            </a:lvl1pPr>
            <a:lvl2pPr lvl="1" algn="ctr" rtl="0">
              <a:lnSpc>
                <a:spcPct val="100000"/>
              </a:lnSpc>
              <a:spcBef>
                <a:spcPts val="0"/>
              </a:spcBef>
              <a:spcAft>
                <a:spcPts val="0"/>
              </a:spcAft>
              <a:buSzPts val="2400"/>
              <a:buNone/>
              <a:defRPr sz="2400"/>
            </a:lvl2pPr>
            <a:lvl3pPr lvl="2" algn="ctr" rtl="0">
              <a:lnSpc>
                <a:spcPct val="100000"/>
              </a:lnSpc>
              <a:spcBef>
                <a:spcPts val="0"/>
              </a:spcBef>
              <a:spcAft>
                <a:spcPts val="0"/>
              </a:spcAft>
              <a:buSzPts val="2400"/>
              <a:buNone/>
              <a:defRPr sz="2400"/>
            </a:lvl3pPr>
            <a:lvl4pPr lvl="3" algn="ctr" rtl="0">
              <a:lnSpc>
                <a:spcPct val="100000"/>
              </a:lnSpc>
              <a:spcBef>
                <a:spcPts val="0"/>
              </a:spcBef>
              <a:spcAft>
                <a:spcPts val="0"/>
              </a:spcAft>
              <a:buSzPts val="2400"/>
              <a:buNone/>
              <a:defRPr sz="2400"/>
            </a:lvl4pPr>
            <a:lvl5pPr lvl="4" algn="ctr" rtl="0">
              <a:lnSpc>
                <a:spcPct val="100000"/>
              </a:lnSpc>
              <a:spcBef>
                <a:spcPts val="0"/>
              </a:spcBef>
              <a:spcAft>
                <a:spcPts val="0"/>
              </a:spcAft>
              <a:buSzPts val="2400"/>
              <a:buNone/>
              <a:defRPr sz="2400"/>
            </a:lvl5pPr>
            <a:lvl6pPr lvl="5" algn="ctr" rtl="0">
              <a:lnSpc>
                <a:spcPct val="100000"/>
              </a:lnSpc>
              <a:spcBef>
                <a:spcPts val="0"/>
              </a:spcBef>
              <a:spcAft>
                <a:spcPts val="0"/>
              </a:spcAft>
              <a:buSzPts val="2400"/>
              <a:buNone/>
              <a:defRPr sz="2400"/>
            </a:lvl6pPr>
            <a:lvl7pPr lvl="6" algn="ctr" rtl="0">
              <a:lnSpc>
                <a:spcPct val="100000"/>
              </a:lnSpc>
              <a:spcBef>
                <a:spcPts val="0"/>
              </a:spcBef>
              <a:spcAft>
                <a:spcPts val="0"/>
              </a:spcAft>
              <a:buSzPts val="2400"/>
              <a:buNone/>
              <a:defRPr sz="2400"/>
            </a:lvl7pPr>
            <a:lvl8pPr lvl="7" algn="ctr" rtl="0">
              <a:lnSpc>
                <a:spcPct val="100000"/>
              </a:lnSpc>
              <a:spcBef>
                <a:spcPts val="0"/>
              </a:spcBef>
              <a:spcAft>
                <a:spcPts val="0"/>
              </a:spcAft>
              <a:buSzPts val="2400"/>
              <a:buNone/>
              <a:defRPr sz="2400"/>
            </a:lvl8pPr>
            <a:lvl9pPr lvl="8" algn="ctr" rtl="0">
              <a:lnSpc>
                <a:spcPct val="100000"/>
              </a:lnSpc>
              <a:spcBef>
                <a:spcPts val="0"/>
              </a:spcBef>
              <a:spcAft>
                <a:spcPts val="0"/>
              </a:spcAft>
              <a:buSzPts val="2400"/>
              <a:buNone/>
              <a:defRPr sz="2400"/>
            </a:lvl9pPr>
          </a:lstStyle>
          <a:p>
            <a:endParaRPr/>
          </a:p>
        </p:txBody>
      </p:sp>
      <p:sp>
        <p:nvSpPr>
          <p:cNvPr id="141" name="Google Shape;141;p19"/>
          <p:cNvSpPr txBox="1">
            <a:spLocks noGrp="1"/>
          </p:cNvSpPr>
          <p:nvPr>
            <p:ph type="subTitle" idx="5"/>
          </p:nvPr>
        </p:nvSpPr>
        <p:spPr>
          <a:xfrm>
            <a:off x="3306484" y="1450250"/>
            <a:ext cx="2531100" cy="807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2000">
                <a:solidFill>
                  <a:schemeClr val="dk1"/>
                </a:solidFill>
              </a:defRPr>
            </a:lvl1pPr>
            <a:lvl2pPr lvl="1" algn="ctr" rtl="0">
              <a:lnSpc>
                <a:spcPct val="100000"/>
              </a:lnSpc>
              <a:spcBef>
                <a:spcPts val="0"/>
              </a:spcBef>
              <a:spcAft>
                <a:spcPts val="0"/>
              </a:spcAft>
              <a:buSzPts val="2400"/>
              <a:buNone/>
              <a:defRPr sz="2400"/>
            </a:lvl2pPr>
            <a:lvl3pPr lvl="2" algn="ctr" rtl="0">
              <a:lnSpc>
                <a:spcPct val="100000"/>
              </a:lnSpc>
              <a:spcBef>
                <a:spcPts val="0"/>
              </a:spcBef>
              <a:spcAft>
                <a:spcPts val="0"/>
              </a:spcAft>
              <a:buSzPts val="2400"/>
              <a:buNone/>
              <a:defRPr sz="2400"/>
            </a:lvl3pPr>
            <a:lvl4pPr lvl="3" algn="ctr" rtl="0">
              <a:lnSpc>
                <a:spcPct val="100000"/>
              </a:lnSpc>
              <a:spcBef>
                <a:spcPts val="0"/>
              </a:spcBef>
              <a:spcAft>
                <a:spcPts val="0"/>
              </a:spcAft>
              <a:buSzPts val="2400"/>
              <a:buNone/>
              <a:defRPr sz="2400"/>
            </a:lvl4pPr>
            <a:lvl5pPr lvl="4" algn="ctr" rtl="0">
              <a:lnSpc>
                <a:spcPct val="100000"/>
              </a:lnSpc>
              <a:spcBef>
                <a:spcPts val="0"/>
              </a:spcBef>
              <a:spcAft>
                <a:spcPts val="0"/>
              </a:spcAft>
              <a:buSzPts val="2400"/>
              <a:buNone/>
              <a:defRPr sz="2400"/>
            </a:lvl5pPr>
            <a:lvl6pPr lvl="5" algn="ctr" rtl="0">
              <a:lnSpc>
                <a:spcPct val="100000"/>
              </a:lnSpc>
              <a:spcBef>
                <a:spcPts val="0"/>
              </a:spcBef>
              <a:spcAft>
                <a:spcPts val="0"/>
              </a:spcAft>
              <a:buSzPts val="2400"/>
              <a:buNone/>
              <a:defRPr sz="2400"/>
            </a:lvl6pPr>
            <a:lvl7pPr lvl="6" algn="ctr" rtl="0">
              <a:lnSpc>
                <a:spcPct val="100000"/>
              </a:lnSpc>
              <a:spcBef>
                <a:spcPts val="0"/>
              </a:spcBef>
              <a:spcAft>
                <a:spcPts val="0"/>
              </a:spcAft>
              <a:buSzPts val="2400"/>
              <a:buNone/>
              <a:defRPr sz="2400"/>
            </a:lvl7pPr>
            <a:lvl8pPr lvl="7" algn="ctr" rtl="0">
              <a:lnSpc>
                <a:spcPct val="100000"/>
              </a:lnSpc>
              <a:spcBef>
                <a:spcPts val="0"/>
              </a:spcBef>
              <a:spcAft>
                <a:spcPts val="0"/>
              </a:spcAft>
              <a:buSzPts val="2400"/>
              <a:buNone/>
              <a:defRPr sz="2400"/>
            </a:lvl8pPr>
            <a:lvl9pPr lvl="8" algn="ctr" rtl="0">
              <a:lnSpc>
                <a:spcPct val="100000"/>
              </a:lnSpc>
              <a:spcBef>
                <a:spcPts val="0"/>
              </a:spcBef>
              <a:spcAft>
                <a:spcPts val="0"/>
              </a:spcAft>
              <a:buSzPts val="2400"/>
              <a:buNone/>
              <a:defRPr sz="2400"/>
            </a:lvl9pPr>
          </a:lstStyle>
          <a:p>
            <a:endParaRPr/>
          </a:p>
        </p:txBody>
      </p:sp>
      <p:sp>
        <p:nvSpPr>
          <p:cNvPr id="142" name="Google Shape;142;p19"/>
          <p:cNvSpPr txBox="1">
            <a:spLocks noGrp="1"/>
          </p:cNvSpPr>
          <p:nvPr>
            <p:ph type="subTitle" idx="6"/>
          </p:nvPr>
        </p:nvSpPr>
        <p:spPr>
          <a:xfrm>
            <a:off x="5892959" y="1450250"/>
            <a:ext cx="2531100" cy="807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2000">
                <a:solidFill>
                  <a:schemeClr val="dk1"/>
                </a:solidFill>
              </a:defRPr>
            </a:lvl1pPr>
            <a:lvl2pPr lvl="1" algn="ctr" rtl="0">
              <a:lnSpc>
                <a:spcPct val="100000"/>
              </a:lnSpc>
              <a:spcBef>
                <a:spcPts val="0"/>
              </a:spcBef>
              <a:spcAft>
                <a:spcPts val="0"/>
              </a:spcAft>
              <a:buSzPts val="2400"/>
              <a:buNone/>
              <a:defRPr sz="2400"/>
            </a:lvl2pPr>
            <a:lvl3pPr lvl="2" algn="ctr" rtl="0">
              <a:lnSpc>
                <a:spcPct val="100000"/>
              </a:lnSpc>
              <a:spcBef>
                <a:spcPts val="0"/>
              </a:spcBef>
              <a:spcAft>
                <a:spcPts val="0"/>
              </a:spcAft>
              <a:buSzPts val="2400"/>
              <a:buNone/>
              <a:defRPr sz="2400"/>
            </a:lvl3pPr>
            <a:lvl4pPr lvl="3" algn="ctr" rtl="0">
              <a:lnSpc>
                <a:spcPct val="100000"/>
              </a:lnSpc>
              <a:spcBef>
                <a:spcPts val="0"/>
              </a:spcBef>
              <a:spcAft>
                <a:spcPts val="0"/>
              </a:spcAft>
              <a:buSzPts val="2400"/>
              <a:buNone/>
              <a:defRPr sz="2400"/>
            </a:lvl4pPr>
            <a:lvl5pPr lvl="4" algn="ctr" rtl="0">
              <a:lnSpc>
                <a:spcPct val="100000"/>
              </a:lnSpc>
              <a:spcBef>
                <a:spcPts val="0"/>
              </a:spcBef>
              <a:spcAft>
                <a:spcPts val="0"/>
              </a:spcAft>
              <a:buSzPts val="2400"/>
              <a:buNone/>
              <a:defRPr sz="2400"/>
            </a:lvl5pPr>
            <a:lvl6pPr lvl="5" algn="ctr" rtl="0">
              <a:lnSpc>
                <a:spcPct val="100000"/>
              </a:lnSpc>
              <a:spcBef>
                <a:spcPts val="0"/>
              </a:spcBef>
              <a:spcAft>
                <a:spcPts val="0"/>
              </a:spcAft>
              <a:buSzPts val="2400"/>
              <a:buNone/>
              <a:defRPr sz="2400"/>
            </a:lvl6pPr>
            <a:lvl7pPr lvl="6" algn="ctr" rtl="0">
              <a:lnSpc>
                <a:spcPct val="100000"/>
              </a:lnSpc>
              <a:spcBef>
                <a:spcPts val="0"/>
              </a:spcBef>
              <a:spcAft>
                <a:spcPts val="0"/>
              </a:spcAft>
              <a:buSzPts val="2400"/>
              <a:buNone/>
              <a:defRPr sz="2400"/>
            </a:lvl7pPr>
            <a:lvl8pPr lvl="7" algn="ctr" rtl="0">
              <a:lnSpc>
                <a:spcPct val="100000"/>
              </a:lnSpc>
              <a:spcBef>
                <a:spcPts val="0"/>
              </a:spcBef>
              <a:spcAft>
                <a:spcPts val="0"/>
              </a:spcAft>
              <a:buSzPts val="2400"/>
              <a:buNone/>
              <a:defRPr sz="2400"/>
            </a:lvl8pPr>
            <a:lvl9pPr lvl="8" algn="ctr" rtl="0">
              <a:lnSpc>
                <a:spcPct val="100000"/>
              </a:lnSpc>
              <a:spcBef>
                <a:spcPts val="0"/>
              </a:spcBef>
              <a:spcAft>
                <a:spcPts val="0"/>
              </a:spcAft>
              <a:buSzPts val="2400"/>
              <a:buNone/>
              <a:defRPr sz="24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177"/>
        <p:cNvGrpSpPr/>
        <p:nvPr/>
      </p:nvGrpSpPr>
      <p:grpSpPr>
        <a:xfrm>
          <a:off x="0" y="0"/>
          <a:ext cx="0" cy="0"/>
          <a:chOff x="0" y="0"/>
          <a:chExt cx="0" cy="0"/>
        </a:xfrm>
      </p:grpSpPr>
      <p:sp>
        <p:nvSpPr>
          <p:cNvPr id="178" name="Google Shape;178;p22"/>
          <p:cNvSpPr/>
          <p:nvPr/>
        </p:nvSpPr>
        <p:spPr>
          <a:xfrm>
            <a:off x="6341100" y="0"/>
            <a:ext cx="28029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79" name="Google Shape;179;p22"/>
          <p:cNvCxnSpPr/>
          <p:nvPr/>
        </p:nvCxnSpPr>
        <p:spPr>
          <a:xfrm>
            <a:off x="517944" y="-35700"/>
            <a:ext cx="0" cy="5214900"/>
          </a:xfrm>
          <a:prstGeom prst="straightConnector1">
            <a:avLst/>
          </a:prstGeom>
          <a:noFill/>
          <a:ln w="9525" cap="flat" cmpd="sng">
            <a:solidFill>
              <a:schemeClr val="lt2"/>
            </a:solidFill>
            <a:prstDash val="solid"/>
            <a:round/>
            <a:headEnd type="none" w="med" len="med"/>
            <a:tailEnd type="none" w="med" len="med"/>
          </a:ln>
        </p:spPr>
      </p:cxnSp>
      <p:sp>
        <p:nvSpPr>
          <p:cNvPr id="180" name="Google Shape;180;p22"/>
          <p:cNvSpPr txBox="1">
            <a:spLocks noGrp="1"/>
          </p:cNvSpPr>
          <p:nvPr>
            <p:ph type="title"/>
          </p:nvPr>
        </p:nvSpPr>
        <p:spPr>
          <a:xfrm>
            <a:off x="713263" y="539500"/>
            <a:ext cx="4448100" cy="1058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72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81" name="Google Shape;181;p22"/>
          <p:cNvSpPr txBox="1">
            <a:spLocks noGrp="1"/>
          </p:cNvSpPr>
          <p:nvPr>
            <p:ph type="subTitle" idx="1"/>
          </p:nvPr>
        </p:nvSpPr>
        <p:spPr>
          <a:xfrm>
            <a:off x="713225" y="1628575"/>
            <a:ext cx="4448100" cy="1058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82" name="Google Shape;182;p22"/>
          <p:cNvSpPr txBox="1"/>
          <p:nvPr/>
        </p:nvSpPr>
        <p:spPr>
          <a:xfrm>
            <a:off x="517944" y="4860188"/>
            <a:ext cx="4354073" cy="668400"/>
          </a:xfrm>
          <a:prstGeom prst="rect">
            <a:avLst/>
          </a:prstGeom>
          <a:noFill/>
          <a:ln>
            <a:noFill/>
          </a:ln>
        </p:spPr>
        <p:txBody>
          <a:bodyPr spcFirstLastPara="1" wrap="square" lIns="91425" tIns="91425" rIns="91425" bIns="91425" anchor="t" anchorCtr="0">
            <a:noAutofit/>
          </a:bodyPr>
          <a:lstStyle/>
          <a:p>
            <a:pPr marL="0" lvl="0" indent="0" algn="l" rtl="0">
              <a:spcBef>
                <a:spcPts val="300"/>
              </a:spcBef>
              <a:spcAft>
                <a:spcPts val="0"/>
              </a:spcAft>
              <a:buNone/>
            </a:pPr>
            <a:r>
              <a:rPr lang="en" sz="1000" b="1">
                <a:solidFill>
                  <a:schemeClr val="accent4">
                    <a:lumMod val="65000"/>
                  </a:schemeClr>
                </a:solidFill>
                <a:latin typeface="Poppins"/>
                <a:ea typeface="Poppins"/>
                <a:cs typeface="Poppins"/>
                <a:sym typeface="Poppins"/>
              </a:rPr>
              <a:t>CREDITS:</a:t>
            </a:r>
            <a:r>
              <a:rPr lang="en" sz="1000">
                <a:solidFill>
                  <a:schemeClr val="accent4">
                    <a:lumMod val="65000"/>
                  </a:schemeClr>
                </a:solidFill>
                <a:latin typeface="Poppins"/>
                <a:ea typeface="Poppins"/>
                <a:cs typeface="Poppins"/>
                <a:sym typeface="Poppins"/>
              </a:rPr>
              <a:t> This presentation template was created by </a:t>
            </a:r>
            <a:r>
              <a:rPr lang="en" sz="1000" b="1" u="sng">
                <a:solidFill>
                  <a:schemeClr val="accent4">
                    <a:lumMod val="65000"/>
                  </a:schemeClr>
                </a:solidFill>
                <a:latin typeface="Poppins"/>
                <a:ea typeface="Poppins"/>
                <a:cs typeface="Poppins"/>
                <a:sym typeface="Poppins"/>
                <a:hlinkClick r:id="rId2">
                  <a:extLst>
                    <a:ext uri="{A12FA001-AC4F-418D-AE19-62706E023703}">
                      <ahyp:hlinkClr xmlns:ahyp="http://schemas.microsoft.com/office/drawing/2018/hyperlinkcolor" val="tx"/>
                    </a:ext>
                  </a:extLst>
                </a:hlinkClick>
              </a:rPr>
              <a:t>Slidesgo</a:t>
            </a:r>
            <a:endParaRPr sz="1000" b="1" u="sng">
              <a:solidFill>
                <a:schemeClr val="accent4">
                  <a:lumMod val="65000"/>
                </a:schemeClr>
              </a:solidFill>
              <a:latin typeface="Poppins"/>
              <a:ea typeface="Poppins"/>
              <a:cs typeface="Poppins"/>
              <a:sym typeface="Poppin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83"/>
        <p:cNvGrpSpPr/>
        <p:nvPr/>
      </p:nvGrpSpPr>
      <p:grpSpPr>
        <a:xfrm>
          <a:off x="0" y="0"/>
          <a:ext cx="0" cy="0"/>
          <a:chOff x="0" y="0"/>
          <a:chExt cx="0" cy="0"/>
        </a:xfrm>
      </p:grpSpPr>
      <p:sp>
        <p:nvSpPr>
          <p:cNvPr id="184" name="Google Shape;184;p23"/>
          <p:cNvSpPr/>
          <p:nvPr/>
        </p:nvSpPr>
        <p:spPr>
          <a:xfrm>
            <a:off x="6501975" y="0"/>
            <a:ext cx="26421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85" name="Google Shape;185;p23"/>
          <p:cNvCxnSpPr/>
          <p:nvPr/>
        </p:nvCxnSpPr>
        <p:spPr>
          <a:xfrm>
            <a:off x="479225" y="-35700"/>
            <a:ext cx="0" cy="5214900"/>
          </a:xfrm>
          <a:prstGeom prst="straightConnector1">
            <a:avLst/>
          </a:prstGeom>
          <a:noFill/>
          <a:ln w="9525" cap="flat" cmpd="sng">
            <a:solidFill>
              <a:schemeClr val="lt2"/>
            </a:solidFill>
            <a:prstDash val="solid"/>
            <a:round/>
            <a:headEnd type="none" w="med" len="med"/>
            <a:tailEnd type="none" w="med" len="med"/>
          </a:ln>
        </p:spPr>
      </p:cxnSp>
      <p:grpSp>
        <p:nvGrpSpPr>
          <p:cNvPr id="186" name="Google Shape;186;p23"/>
          <p:cNvGrpSpPr/>
          <p:nvPr/>
        </p:nvGrpSpPr>
        <p:grpSpPr>
          <a:xfrm flipH="1">
            <a:off x="-131100" y="313050"/>
            <a:ext cx="6464400" cy="0"/>
            <a:chOff x="2220050" y="1547100"/>
            <a:chExt cx="6464400" cy="0"/>
          </a:xfrm>
        </p:grpSpPr>
        <p:cxnSp>
          <p:nvCxnSpPr>
            <p:cNvPr id="187" name="Google Shape;187;p23"/>
            <p:cNvCxnSpPr/>
            <p:nvPr/>
          </p:nvCxnSpPr>
          <p:spPr>
            <a:xfrm>
              <a:off x="2220050" y="1547100"/>
              <a:ext cx="464400" cy="0"/>
            </a:xfrm>
            <a:prstGeom prst="straightConnector1">
              <a:avLst/>
            </a:prstGeom>
            <a:noFill/>
            <a:ln w="114300" cap="flat" cmpd="sng">
              <a:solidFill>
                <a:schemeClr val="dk1"/>
              </a:solidFill>
              <a:prstDash val="solid"/>
              <a:round/>
              <a:headEnd type="none" w="med" len="med"/>
              <a:tailEnd type="none" w="med" len="med"/>
            </a:ln>
          </p:spPr>
        </p:cxnSp>
        <p:cxnSp>
          <p:nvCxnSpPr>
            <p:cNvPr id="188" name="Google Shape;188;p23"/>
            <p:cNvCxnSpPr/>
            <p:nvPr/>
          </p:nvCxnSpPr>
          <p:spPr>
            <a:xfrm>
              <a:off x="2684450" y="1547100"/>
              <a:ext cx="60000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189"/>
        <p:cNvGrpSpPr/>
        <p:nvPr/>
      </p:nvGrpSpPr>
      <p:grpSpPr>
        <a:xfrm>
          <a:off x="0" y="0"/>
          <a:ext cx="0" cy="0"/>
          <a:chOff x="0" y="0"/>
          <a:chExt cx="0" cy="0"/>
        </a:xfrm>
      </p:grpSpPr>
      <p:sp>
        <p:nvSpPr>
          <p:cNvPr id="190" name="Google Shape;190;p24"/>
          <p:cNvSpPr/>
          <p:nvPr/>
        </p:nvSpPr>
        <p:spPr>
          <a:xfrm flipH="1">
            <a:off x="-18775" y="-35700"/>
            <a:ext cx="628375" cy="51792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2" name="Google Shape;192;p24"/>
          <p:cNvGrpSpPr/>
          <p:nvPr/>
        </p:nvGrpSpPr>
        <p:grpSpPr>
          <a:xfrm>
            <a:off x="877824" y="266224"/>
            <a:ext cx="8350651" cy="62959"/>
            <a:chOff x="2220050" y="1547100"/>
            <a:chExt cx="7429500" cy="0"/>
          </a:xfrm>
        </p:grpSpPr>
        <p:cxnSp>
          <p:nvCxnSpPr>
            <p:cNvPr id="193" name="Google Shape;193;p24"/>
            <p:cNvCxnSpPr/>
            <p:nvPr/>
          </p:nvCxnSpPr>
          <p:spPr>
            <a:xfrm>
              <a:off x="2220050" y="1547100"/>
              <a:ext cx="464400" cy="0"/>
            </a:xfrm>
            <a:prstGeom prst="straightConnector1">
              <a:avLst/>
            </a:prstGeom>
            <a:noFill/>
            <a:ln w="114300" cap="flat" cmpd="sng">
              <a:solidFill>
                <a:schemeClr val="dk1"/>
              </a:solidFill>
              <a:prstDash val="solid"/>
              <a:round/>
              <a:headEnd type="none" w="med" len="med"/>
              <a:tailEnd type="none" w="med" len="med"/>
            </a:ln>
          </p:spPr>
        </p:cxnSp>
        <p:cxnSp>
          <p:nvCxnSpPr>
            <p:cNvPr id="194" name="Google Shape;194;p24"/>
            <p:cNvCxnSpPr/>
            <p:nvPr/>
          </p:nvCxnSpPr>
          <p:spPr>
            <a:xfrm>
              <a:off x="2684450" y="1547100"/>
              <a:ext cx="69651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1" preserve="1" userDrawn="1">
  <p:cSld name="1_Background 1">
    <p:spTree>
      <p:nvGrpSpPr>
        <p:cNvPr id="1" name="Shape 189"/>
        <p:cNvGrpSpPr/>
        <p:nvPr/>
      </p:nvGrpSpPr>
      <p:grpSpPr>
        <a:xfrm>
          <a:off x="0" y="0"/>
          <a:ext cx="0" cy="0"/>
          <a:chOff x="0" y="0"/>
          <a:chExt cx="0" cy="0"/>
        </a:xfrm>
      </p:grpSpPr>
      <p:sp>
        <p:nvSpPr>
          <p:cNvPr id="190" name="Google Shape;190;p24"/>
          <p:cNvSpPr/>
          <p:nvPr/>
        </p:nvSpPr>
        <p:spPr>
          <a:xfrm rot="5400000" flipH="1">
            <a:off x="4257813" y="490696"/>
            <a:ext cx="628375" cy="914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2" name="Google Shape;192;p24"/>
          <p:cNvGrpSpPr/>
          <p:nvPr/>
        </p:nvGrpSpPr>
        <p:grpSpPr>
          <a:xfrm>
            <a:off x="816864" y="761907"/>
            <a:ext cx="8350651" cy="52032"/>
            <a:chOff x="2220050" y="1547100"/>
            <a:chExt cx="7429500" cy="0"/>
          </a:xfrm>
        </p:grpSpPr>
        <p:cxnSp>
          <p:nvCxnSpPr>
            <p:cNvPr id="193" name="Google Shape;193;p24"/>
            <p:cNvCxnSpPr/>
            <p:nvPr/>
          </p:nvCxnSpPr>
          <p:spPr>
            <a:xfrm>
              <a:off x="2220050" y="1547100"/>
              <a:ext cx="464400" cy="0"/>
            </a:xfrm>
            <a:prstGeom prst="straightConnector1">
              <a:avLst/>
            </a:prstGeom>
            <a:noFill/>
            <a:ln w="114300" cap="flat" cmpd="sng">
              <a:solidFill>
                <a:schemeClr val="dk1"/>
              </a:solidFill>
              <a:prstDash val="solid"/>
              <a:round/>
              <a:headEnd type="none" w="med" len="med"/>
              <a:tailEnd type="none" w="med" len="med"/>
            </a:ln>
          </p:spPr>
        </p:cxnSp>
        <p:cxnSp>
          <p:nvCxnSpPr>
            <p:cNvPr id="194" name="Google Shape;194;p24"/>
            <p:cNvCxnSpPr/>
            <p:nvPr/>
          </p:nvCxnSpPr>
          <p:spPr>
            <a:xfrm>
              <a:off x="2684450" y="1547100"/>
              <a:ext cx="6965100" cy="0"/>
            </a:xfrm>
            <a:prstGeom prst="straightConnector1">
              <a:avLst/>
            </a:prstGeom>
            <a:noFill/>
            <a:ln w="9525" cap="flat" cmpd="sng">
              <a:solidFill>
                <a:schemeClr val="dk1"/>
              </a:solidFill>
              <a:prstDash val="solid"/>
              <a:round/>
              <a:headEnd type="none" w="med" len="med"/>
              <a:tailEnd type="none" w="med" len="med"/>
            </a:ln>
          </p:spPr>
        </p:cxnSp>
      </p:grpSp>
      <p:sp>
        <p:nvSpPr>
          <p:cNvPr id="2" name="Google Shape;126;p18">
            <a:extLst>
              <a:ext uri="{FF2B5EF4-FFF2-40B4-BE49-F238E27FC236}">
                <a16:creationId xmlns:a16="http://schemas.microsoft.com/office/drawing/2014/main" id="{39B8A1ED-D9CE-AD2C-D467-667D29980618}"/>
              </a:ext>
            </a:extLst>
          </p:cNvPr>
          <p:cNvSpPr txBox="1">
            <a:spLocks noGrp="1"/>
          </p:cNvSpPr>
          <p:nvPr>
            <p:ph type="title"/>
          </p:nvPr>
        </p:nvSpPr>
        <p:spPr>
          <a:xfrm>
            <a:off x="176802" y="125707"/>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extLst>
      <p:ext uri="{BB962C8B-B14F-4D97-AF65-F5344CB8AC3E}">
        <p14:creationId xmlns:p14="http://schemas.microsoft.com/office/powerpoint/2010/main" val="23217041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1pPr>
            <a:lvl2pPr lvl="1"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2pPr>
            <a:lvl3pPr lvl="2"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3pPr>
            <a:lvl4pPr lvl="3"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4pPr>
            <a:lvl5pPr lvl="4"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5pPr>
            <a:lvl6pPr lvl="5"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6pPr>
            <a:lvl7pPr lvl="6"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7pPr>
            <a:lvl8pPr lvl="7"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8pPr>
            <a:lvl9pPr lvl="8"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Poppins"/>
              <a:buChar char="●"/>
              <a:defRPr sz="1200">
                <a:solidFill>
                  <a:schemeClr val="dk1"/>
                </a:solidFill>
                <a:latin typeface="Poppins"/>
                <a:ea typeface="Poppins"/>
                <a:cs typeface="Poppins"/>
                <a:sym typeface="Poppins"/>
              </a:defRPr>
            </a:lvl1pPr>
            <a:lvl2pPr marL="914400" lvl="1" indent="-304800">
              <a:lnSpc>
                <a:spcPct val="100000"/>
              </a:lnSpc>
              <a:spcBef>
                <a:spcPts val="1600"/>
              </a:spcBef>
              <a:spcAft>
                <a:spcPts val="0"/>
              </a:spcAft>
              <a:buClr>
                <a:schemeClr val="dk1"/>
              </a:buClr>
              <a:buSzPts val="1200"/>
              <a:buFont typeface="Poppins"/>
              <a:buChar char="○"/>
              <a:defRPr sz="1200">
                <a:solidFill>
                  <a:schemeClr val="dk1"/>
                </a:solidFill>
                <a:latin typeface="Poppins"/>
                <a:ea typeface="Poppins"/>
                <a:cs typeface="Poppins"/>
                <a:sym typeface="Poppins"/>
              </a:defRPr>
            </a:lvl2pPr>
            <a:lvl3pPr marL="1371600" lvl="2" indent="-304800">
              <a:lnSpc>
                <a:spcPct val="100000"/>
              </a:lnSpc>
              <a:spcBef>
                <a:spcPts val="1600"/>
              </a:spcBef>
              <a:spcAft>
                <a:spcPts val="0"/>
              </a:spcAft>
              <a:buClr>
                <a:schemeClr val="dk1"/>
              </a:buClr>
              <a:buSzPts val="1200"/>
              <a:buFont typeface="Poppins"/>
              <a:buChar char="■"/>
              <a:defRPr sz="1200">
                <a:solidFill>
                  <a:schemeClr val="dk1"/>
                </a:solidFill>
                <a:latin typeface="Poppins"/>
                <a:ea typeface="Poppins"/>
                <a:cs typeface="Poppins"/>
                <a:sym typeface="Poppins"/>
              </a:defRPr>
            </a:lvl3pPr>
            <a:lvl4pPr marL="1828800" lvl="3" indent="-304800">
              <a:lnSpc>
                <a:spcPct val="100000"/>
              </a:lnSpc>
              <a:spcBef>
                <a:spcPts val="1600"/>
              </a:spcBef>
              <a:spcAft>
                <a:spcPts val="0"/>
              </a:spcAft>
              <a:buClr>
                <a:schemeClr val="dk1"/>
              </a:buClr>
              <a:buSzPts val="1200"/>
              <a:buFont typeface="Poppins"/>
              <a:buChar char="●"/>
              <a:defRPr sz="1200">
                <a:solidFill>
                  <a:schemeClr val="dk1"/>
                </a:solidFill>
                <a:latin typeface="Poppins"/>
                <a:ea typeface="Poppins"/>
                <a:cs typeface="Poppins"/>
                <a:sym typeface="Poppins"/>
              </a:defRPr>
            </a:lvl4pPr>
            <a:lvl5pPr marL="2286000" lvl="4" indent="-304800">
              <a:lnSpc>
                <a:spcPct val="100000"/>
              </a:lnSpc>
              <a:spcBef>
                <a:spcPts val="1600"/>
              </a:spcBef>
              <a:spcAft>
                <a:spcPts val="0"/>
              </a:spcAft>
              <a:buClr>
                <a:schemeClr val="dk1"/>
              </a:buClr>
              <a:buSzPts val="1200"/>
              <a:buFont typeface="Poppins"/>
              <a:buChar char="○"/>
              <a:defRPr sz="1200">
                <a:solidFill>
                  <a:schemeClr val="dk1"/>
                </a:solidFill>
                <a:latin typeface="Poppins"/>
                <a:ea typeface="Poppins"/>
                <a:cs typeface="Poppins"/>
                <a:sym typeface="Poppins"/>
              </a:defRPr>
            </a:lvl5pPr>
            <a:lvl6pPr marL="2743200" lvl="5" indent="-304800">
              <a:lnSpc>
                <a:spcPct val="100000"/>
              </a:lnSpc>
              <a:spcBef>
                <a:spcPts val="1600"/>
              </a:spcBef>
              <a:spcAft>
                <a:spcPts val="0"/>
              </a:spcAft>
              <a:buClr>
                <a:schemeClr val="dk1"/>
              </a:buClr>
              <a:buSzPts val="1200"/>
              <a:buFont typeface="Poppins"/>
              <a:buChar char="■"/>
              <a:defRPr sz="1200">
                <a:solidFill>
                  <a:schemeClr val="dk1"/>
                </a:solidFill>
                <a:latin typeface="Poppins"/>
                <a:ea typeface="Poppins"/>
                <a:cs typeface="Poppins"/>
                <a:sym typeface="Poppins"/>
              </a:defRPr>
            </a:lvl6pPr>
            <a:lvl7pPr marL="3200400" lvl="6" indent="-304800">
              <a:lnSpc>
                <a:spcPct val="100000"/>
              </a:lnSpc>
              <a:spcBef>
                <a:spcPts val="1600"/>
              </a:spcBef>
              <a:spcAft>
                <a:spcPts val="0"/>
              </a:spcAft>
              <a:buClr>
                <a:schemeClr val="dk1"/>
              </a:buClr>
              <a:buSzPts val="1200"/>
              <a:buFont typeface="Poppins"/>
              <a:buChar char="●"/>
              <a:defRPr sz="1200">
                <a:solidFill>
                  <a:schemeClr val="dk1"/>
                </a:solidFill>
                <a:latin typeface="Poppins"/>
                <a:ea typeface="Poppins"/>
                <a:cs typeface="Poppins"/>
                <a:sym typeface="Poppins"/>
              </a:defRPr>
            </a:lvl7pPr>
            <a:lvl8pPr marL="3657600" lvl="7" indent="-304800">
              <a:lnSpc>
                <a:spcPct val="100000"/>
              </a:lnSpc>
              <a:spcBef>
                <a:spcPts val="1600"/>
              </a:spcBef>
              <a:spcAft>
                <a:spcPts val="0"/>
              </a:spcAft>
              <a:buClr>
                <a:schemeClr val="dk1"/>
              </a:buClr>
              <a:buSzPts val="1200"/>
              <a:buFont typeface="Poppins"/>
              <a:buChar char="○"/>
              <a:defRPr sz="1200">
                <a:solidFill>
                  <a:schemeClr val="dk1"/>
                </a:solidFill>
                <a:latin typeface="Poppins"/>
                <a:ea typeface="Poppins"/>
                <a:cs typeface="Poppins"/>
                <a:sym typeface="Poppins"/>
              </a:defRPr>
            </a:lvl8pPr>
            <a:lvl9pPr marL="4114800" lvl="8" indent="-304800">
              <a:lnSpc>
                <a:spcPct val="100000"/>
              </a:lnSpc>
              <a:spcBef>
                <a:spcPts val="1600"/>
              </a:spcBef>
              <a:spcAft>
                <a:spcPts val="1600"/>
              </a:spcAft>
              <a:buClr>
                <a:schemeClr val="dk1"/>
              </a:buClr>
              <a:buSzPts val="1200"/>
              <a:buFont typeface="Poppins"/>
              <a:buChar char="■"/>
              <a:defRPr sz="1200">
                <a:solidFill>
                  <a:schemeClr val="dk1"/>
                </a:solidFill>
                <a:latin typeface="Poppins"/>
                <a:ea typeface="Poppins"/>
                <a:cs typeface="Poppins"/>
                <a:sym typeface="Poppi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3" r:id="rId3"/>
    <p:sldLayoutId id="2147483654" r:id="rId4"/>
    <p:sldLayoutId id="2147483655" r:id="rId5"/>
    <p:sldLayoutId id="2147483676" r:id="rId6"/>
    <p:sldLayoutId id="2147483663" r:id="rId7"/>
    <p:sldLayoutId id="2147483664" r:id="rId8"/>
    <p:sldLayoutId id="2147483665" r:id="rId9"/>
    <p:sldLayoutId id="2147483668" r:id="rId10"/>
    <p:sldLayoutId id="2147483669" r:id="rId11"/>
    <p:sldLayoutId id="2147483670" r:id="rId12"/>
    <p:sldLayoutId id="2147483675"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28"/>
          <p:cNvSpPr txBox="1">
            <a:spLocks noGrp="1"/>
          </p:cNvSpPr>
          <p:nvPr>
            <p:ph type="ctrTitle"/>
          </p:nvPr>
        </p:nvSpPr>
        <p:spPr>
          <a:xfrm>
            <a:off x="2080675" y="576896"/>
            <a:ext cx="6350100" cy="970204"/>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sz="4000" b="1" noProof="0"/>
              <a:t>Architectural Thinking for Security</a:t>
            </a:r>
            <a:endParaRPr lang="en-GB" sz="4000" noProof="0"/>
          </a:p>
        </p:txBody>
      </p:sp>
      <p:sp>
        <p:nvSpPr>
          <p:cNvPr id="206" name="Google Shape;206;p28"/>
          <p:cNvSpPr txBox="1">
            <a:spLocks noGrp="1"/>
          </p:cNvSpPr>
          <p:nvPr>
            <p:ph type="subTitle" idx="1"/>
          </p:nvPr>
        </p:nvSpPr>
        <p:spPr>
          <a:xfrm>
            <a:off x="2080675" y="3183000"/>
            <a:ext cx="6350100" cy="47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b="1" noProof="0"/>
              <a:t>Group 7</a:t>
            </a:r>
          </a:p>
          <a:p>
            <a:pPr marL="0" lvl="0" indent="0" algn="l" rtl="0">
              <a:spcBef>
                <a:spcPts val="0"/>
              </a:spcBef>
              <a:spcAft>
                <a:spcPts val="0"/>
              </a:spcAft>
              <a:buNone/>
            </a:pPr>
            <a:r>
              <a:rPr lang="en-GB" b="1" noProof="0"/>
              <a:t>Consultants:</a:t>
            </a:r>
          </a:p>
          <a:p>
            <a:pPr marL="285750" lvl="0" indent="-285750" algn="l" rtl="0">
              <a:spcBef>
                <a:spcPts val="0"/>
              </a:spcBef>
              <a:spcAft>
                <a:spcPts val="0"/>
              </a:spcAft>
              <a:buFont typeface="Arial" panose="020B0604020202020204" pitchFamily="34" charset="0"/>
              <a:buChar char="•"/>
            </a:pPr>
            <a:r>
              <a:rPr lang="en-GB" sz="1400" noProof="0" err="1"/>
              <a:t>AmirAli</a:t>
            </a:r>
            <a:endParaRPr lang="en-GB" sz="1400" noProof="0"/>
          </a:p>
          <a:p>
            <a:pPr marL="285750" lvl="0" indent="-285750" algn="l" rtl="0">
              <a:spcBef>
                <a:spcPts val="0"/>
              </a:spcBef>
              <a:spcAft>
                <a:spcPts val="0"/>
              </a:spcAft>
              <a:buFont typeface="Arial" panose="020B0604020202020204" pitchFamily="34" charset="0"/>
              <a:buChar char="•"/>
            </a:pPr>
            <a:r>
              <a:rPr lang="en-GB" sz="1400" noProof="0"/>
              <a:t>Alex</a:t>
            </a:r>
          </a:p>
          <a:p>
            <a:pPr marL="285750" lvl="0" indent="-285750" algn="l" rtl="0">
              <a:spcBef>
                <a:spcPts val="0"/>
              </a:spcBef>
              <a:spcAft>
                <a:spcPts val="0"/>
              </a:spcAft>
              <a:buFont typeface="Arial" panose="020B0604020202020204" pitchFamily="34" charset="0"/>
              <a:buChar char="•"/>
            </a:pPr>
            <a:r>
              <a:rPr lang="en-GB" sz="1400" noProof="0"/>
              <a:t>Onur</a:t>
            </a:r>
          </a:p>
          <a:p>
            <a:pPr marL="285750" lvl="0" indent="-285750" algn="l" rtl="0">
              <a:spcBef>
                <a:spcPts val="0"/>
              </a:spcBef>
              <a:spcAft>
                <a:spcPts val="0"/>
              </a:spcAft>
              <a:buFont typeface="Arial" panose="020B0604020202020204" pitchFamily="34" charset="0"/>
              <a:buChar char="•"/>
            </a:pPr>
            <a:r>
              <a:rPr lang="en-GB" sz="1400" noProof="0"/>
              <a:t>Winnie</a:t>
            </a:r>
          </a:p>
          <a:p>
            <a:pPr marL="285750" lvl="0" indent="-285750" algn="l" rtl="0">
              <a:spcBef>
                <a:spcPts val="0"/>
              </a:spcBef>
              <a:spcAft>
                <a:spcPts val="0"/>
              </a:spcAft>
              <a:buFont typeface="Arial" panose="020B0604020202020204" pitchFamily="34" charset="0"/>
              <a:buChar char="•"/>
            </a:pPr>
            <a:r>
              <a:rPr lang="en-GB" sz="1400" noProof="0"/>
              <a:t>Jasmin</a:t>
            </a:r>
            <a:endParaRPr lang="en-GB" noProof="0"/>
          </a:p>
        </p:txBody>
      </p:sp>
      <p:grpSp>
        <p:nvGrpSpPr>
          <p:cNvPr id="207" name="Google Shape;207;p28"/>
          <p:cNvGrpSpPr/>
          <p:nvPr/>
        </p:nvGrpSpPr>
        <p:grpSpPr>
          <a:xfrm>
            <a:off x="2220050" y="1547100"/>
            <a:ext cx="7055100" cy="0"/>
            <a:chOff x="2220050" y="1547100"/>
            <a:chExt cx="7055100" cy="0"/>
          </a:xfrm>
        </p:grpSpPr>
        <p:cxnSp>
          <p:nvCxnSpPr>
            <p:cNvPr id="208" name="Google Shape;208;p28"/>
            <p:cNvCxnSpPr/>
            <p:nvPr/>
          </p:nvCxnSpPr>
          <p:spPr>
            <a:xfrm>
              <a:off x="2220050" y="1547100"/>
              <a:ext cx="464400" cy="0"/>
            </a:xfrm>
            <a:prstGeom prst="straightConnector1">
              <a:avLst/>
            </a:prstGeom>
            <a:noFill/>
            <a:ln w="114300" cap="flat" cmpd="sng">
              <a:solidFill>
                <a:schemeClr val="dk1"/>
              </a:solidFill>
              <a:prstDash val="solid"/>
              <a:round/>
              <a:headEnd type="none" w="med" len="med"/>
              <a:tailEnd type="none" w="med" len="med"/>
            </a:ln>
          </p:spPr>
        </p:cxnSp>
        <p:cxnSp>
          <p:nvCxnSpPr>
            <p:cNvPr id="209" name="Google Shape;209;p28"/>
            <p:cNvCxnSpPr/>
            <p:nvPr/>
          </p:nvCxnSpPr>
          <p:spPr>
            <a:xfrm>
              <a:off x="2684450" y="1547100"/>
              <a:ext cx="6590700" cy="0"/>
            </a:xfrm>
            <a:prstGeom prst="straightConnector1">
              <a:avLst/>
            </a:prstGeom>
            <a:noFill/>
            <a:ln w="9525" cap="flat" cmpd="sng">
              <a:solidFill>
                <a:schemeClr val="dk1"/>
              </a:solidFill>
              <a:prstDash val="solid"/>
              <a:round/>
              <a:headEnd type="none" w="med" len="med"/>
              <a:tailEnd type="none" w="med" len="med"/>
            </a:ln>
          </p:spPr>
        </p:cxnSp>
      </p:grpSp>
      <p:sp>
        <p:nvSpPr>
          <p:cNvPr id="2" name="Google Shape;206;p28">
            <a:extLst>
              <a:ext uri="{FF2B5EF4-FFF2-40B4-BE49-F238E27FC236}">
                <a16:creationId xmlns:a16="http://schemas.microsoft.com/office/drawing/2014/main" id="{D6180FA8-4E1E-DA36-E73B-AF0DD4287067}"/>
              </a:ext>
            </a:extLst>
          </p:cNvPr>
          <p:cNvSpPr txBox="1">
            <a:spLocks/>
          </p:cNvSpPr>
          <p:nvPr/>
        </p:nvSpPr>
        <p:spPr>
          <a:xfrm>
            <a:off x="2080675" y="1960500"/>
            <a:ext cx="6350100" cy="4758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Poppins"/>
              <a:buNone/>
              <a:defRPr sz="1600" b="0" i="0" u="none" strike="noStrike" cap="none">
                <a:solidFill>
                  <a:schemeClr val="dk1"/>
                </a:solidFill>
                <a:latin typeface="Poppins"/>
                <a:ea typeface="Poppins"/>
                <a:cs typeface="Poppins"/>
                <a:sym typeface="Poppins"/>
              </a:defRPr>
            </a:lvl1pPr>
            <a:lvl2pPr marL="914400" marR="0" lvl="1" indent="-304800" algn="ctr" rtl="0">
              <a:lnSpc>
                <a:spcPct val="100000"/>
              </a:lnSpc>
              <a:spcBef>
                <a:spcPts val="0"/>
              </a:spcBef>
              <a:spcAft>
                <a:spcPts val="0"/>
              </a:spcAft>
              <a:buClr>
                <a:schemeClr val="dk1"/>
              </a:buClr>
              <a:buSzPts val="1800"/>
              <a:buFont typeface="Poppins"/>
              <a:buNone/>
              <a:defRPr sz="1800" b="0" i="0" u="none" strike="noStrike" cap="none">
                <a:solidFill>
                  <a:schemeClr val="dk1"/>
                </a:solidFill>
                <a:latin typeface="Poppins"/>
                <a:ea typeface="Poppins"/>
                <a:cs typeface="Poppins"/>
                <a:sym typeface="Poppins"/>
              </a:defRPr>
            </a:lvl2pPr>
            <a:lvl3pPr marL="1371600" marR="0" lvl="2" indent="-304800" algn="ctr" rtl="0">
              <a:lnSpc>
                <a:spcPct val="100000"/>
              </a:lnSpc>
              <a:spcBef>
                <a:spcPts val="0"/>
              </a:spcBef>
              <a:spcAft>
                <a:spcPts val="0"/>
              </a:spcAft>
              <a:buClr>
                <a:schemeClr val="dk1"/>
              </a:buClr>
              <a:buSzPts val="1800"/>
              <a:buFont typeface="Poppins"/>
              <a:buNone/>
              <a:defRPr sz="1800" b="0" i="0" u="none" strike="noStrike" cap="none">
                <a:solidFill>
                  <a:schemeClr val="dk1"/>
                </a:solidFill>
                <a:latin typeface="Poppins"/>
                <a:ea typeface="Poppins"/>
                <a:cs typeface="Poppins"/>
                <a:sym typeface="Poppins"/>
              </a:defRPr>
            </a:lvl3pPr>
            <a:lvl4pPr marL="1828800" marR="0" lvl="3" indent="-304800" algn="ctr" rtl="0">
              <a:lnSpc>
                <a:spcPct val="100000"/>
              </a:lnSpc>
              <a:spcBef>
                <a:spcPts val="0"/>
              </a:spcBef>
              <a:spcAft>
                <a:spcPts val="0"/>
              </a:spcAft>
              <a:buClr>
                <a:schemeClr val="dk1"/>
              </a:buClr>
              <a:buSzPts val="1800"/>
              <a:buFont typeface="Poppins"/>
              <a:buNone/>
              <a:defRPr sz="1800" b="0" i="0" u="none" strike="noStrike" cap="none">
                <a:solidFill>
                  <a:schemeClr val="dk1"/>
                </a:solidFill>
                <a:latin typeface="Poppins"/>
                <a:ea typeface="Poppins"/>
                <a:cs typeface="Poppins"/>
                <a:sym typeface="Poppins"/>
              </a:defRPr>
            </a:lvl4pPr>
            <a:lvl5pPr marL="2286000" marR="0" lvl="4" indent="-304800" algn="ctr" rtl="0">
              <a:lnSpc>
                <a:spcPct val="100000"/>
              </a:lnSpc>
              <a:spcBef>
                <a:spcPts val="0"/>
              </a:spcBef>
              <a:spcAft>
                <a:spcPts val="0"/>
              </a:spcAft>
              <a:buClr>
                <a:schemeClr val="dk1"/>
              </a:buClr>
              <a:buSzPts val="1800"/>
              <a:buFont typeface="Poppins"/>
              <a:buNone/>
              <a:defRPr sz="1800" b="0" i="0" u="none" strike="noStrike" cap="none">
                <a:solidFill>
                  <a:schemeClr val="dk1"/>
                </a:solidFill>
                <a:latin typeface="Poppins"/>
                <a:ea typeface="Poppins"/>
                <a:cs typeface="Poppins"/>
                <a:sym typeface="Poppins"/>
              </a:defRPr>
            </a:lvl5pPr>
            <a:lvl6pPr marL="2743200" marR="0" lvl="5" indent="-304800" algn="ctr" rtl="0">
              <a:lnSpc>
                <a:spcPct val="100000"/>
              </a:lnSpc>
              <a:spcBef>
                <a:spcPts val="0"/>
              </a:spcBef>
              <a:spcAft>
                <a:spcPts val="0"/>
              </a:spcAft>
              <a:buClr>
                <a:schemeClr val="dk1"/>
              </a:buClr>
              <a:buSzPts val="1800"/>
              <a:buFont typeface="Poppins"/>
              <a:buNone/>
              <a:defRPr sz="1800" b="0" i="0" u="none" strike="noStrike" cap="none">
                <a:solidFill>
                  <a:schemeClr val="dk1"/>
                </a:solidFill>
                <a:latin typeface="Poppins"/>
                <a:ea typeface="Poppins"/>
                <a:cs typeface="Poppins"/>
                <a:sym typeface="Poppins"/>
              </a:defRPr>
            </a:lvl6pPr>
            <a:lvl7pPr marL="3200400" marR="0" lvl="6" indent="-304800" algn="ctr" rtl="0">
              <a:lnSpc>
                <a:spcPct val="100000"/>
              </a:lnSpc>
              <a:spcBef>
                <a:spcPts val="0"/>
              </a:spcBef>
              <a:spcAft>
                <a:spcPts val="0"/>
              </a:spcAft>
              <a:buClr>
                <a:schemeClr val="dk1"/>
              </a:buClr>
              <a:buSzPts val="1800"/>
              <a:buFont typeface="Poppins"/>
              <a:buNone/>
              <a:defRPr sz="1800" b="0" i="0" u="none" strike="noStrike" cap="none">
                <a:solidFill>
                  <a:schemeClr val="dk1"/>
                </a:solidFill>
                <a:latin typeface="Poppins"/>
                <a:ea typeface="Poppins"/>
                <a:cs typeface="Poppins"/>
                <a:sym typeface="Poppins"/>
              </a:defRPr>
            </a:lvl7pPr>
            <a:lvl8pPr marL="3657600" marR="0" lvl="7" indent="-304800" algn="ctr" rtl="0">
              <a:lnSpc>
                <a:spcPct val="100000"/>
              </a:lnSpc>
              <a:spcBef>
                <a:spcPts val="0"/>
              </a:spcBef>
              <a:spcAft>
                <a:spcPts val="0"/>
              </a:spcAft>
              <a:buClr>
                <a:schemeClr val="dk1"/>
              </a:buClr>
              <a:buSzPts val="1800"/>
              <a:buFont typeface="Poppins"/>
              <a:buNone/>
              <a:defRPr sz="1800" b="0" i="0" u="none" strike="noStrike" cap="none">
                <a:solidFill>
                  <a:schemeClr val="dk1"/>
                </a:solidFill>
                <a:latin typeface="Poppins"/>
                <a:ea typeface="Poppins"/>
                <a:cs typeface="Poppins"/>
                <a:sym typeface="Poppins"/>
              </a:defRPr>
            </a:lvl8pPr>
            <a:lvl9pPr marL="4114800" marR="0" lvl="8" indent="-304800" algn="ctr" rtl="0">
              <a:lnSpc>
                <a:spcPct val="100000"/>
              </a:lnSpc>
              <a:spcBef>
                <a:spcPts val="0"/>
              </a:spcBef>
              <a:spcAft>
                <a:spcPts val="0"/>
              </a:spcAft>
              <a:buClr>
                <a:schemeClr val="dk1"/>
              </a:buClr>
              <a:buSzPts val="1800"/>
              <a:buFont typeface="Poppins"/>
              <a:buNone/>
              <a:defRPr sz="1800" b="0" i="0" u="none" strike="noStrike" cap="none">
                <a:solidFill>
                  <a:schemeClr val="dk1"/>
                </a:solidFill>
                <a:latin typeface="Poppins"/>
                <a:ea typeface="Poppins"/>
                <a:cs typeface="Poppins"/>
                <a:sym typeface="Poppins"/>
              </a:defRPr>
            </a:lvl9pPr>
          </a:lstStyle>
          <a:p>
            <a:pPr marL="0" indent="0"/>
            <a:r>
              <a:rPr lang="en-GB" noProof="0"/>
              <a:t>JAGOWA Consultants</a:t>
            </a:r>
          </a:p>
        </p:txBody>
      </p:sp>
      <p:pic>
        <p:nvPicPr>
          <p:cNvPr id="6" name="Picture 5">
            <a:extLst>
              <a:ext uri="{FF2B5EF4-FFF2-40B4-BE49-F238E27FC236}">
                <a16:creationId xmlns:a16="http://schemas.microsoft.com/office/drawing/2014/main" id="{0640BD39-C0E9-6637-5F02-89DFE5451B61}"/>
              </a:ext>
            </a:extLst>
          </p:cNvPr>
          <p:cNvPicPr>
            <a:picLocks noChangeAspect="1"/>
          </p:cNvPicPr>
          <p:nvPr/>
        </p:nvPicPr>
        <p:blipFill>
          <a:blip r:embed="rId3"/>
          <a:srcRect l="16383" t="42061" r="15337" b="40730"/>
          <a:stretch>
            <a:fillRect/>
          </a:stretch>
        </p:blipFill>
        <p:spPr>
          <a:xfrm>
            <a:off x="4103695" y="2436297"/>
            <a:ext cx="3950209" cy="74670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BDF5C-24DD-4B50-76EE-18B1AC804DB9}"/>
              </a:ext>
            </a:extLst>
          </p:cNvPr>
          <p:cNvSpPr>
            <a:spLocks noGrp="1"/>
          </p:cNvSpPr>
          <p:nvPr>
            <p:ph type="title"/>
          </p:nvPr>
        </p:nvSpPr>
        <p:spPr/>
        <p:txBody>
          <a:bodyPr/>
          <a:lstStyle/>
          <a:p>
            <a:r>
              <a:rPr lang="en-GB" noProof="0" dirty="0"/>
              <a:t>Business Context</a:t>
            </a:r>
          </a:p>
        </p:txBody>
      </p:sp>
      <p:sp>
        <p:nvSpPr>
          <p:cNvPr id="3" name="Text Placeholder 2">
            <a:extLst>
              <a:ext uri="{FF2B5EF4-FFF2-40B4-BE49-F238E27FC236}">
                <a16:creationId xmlns:a16="http://schemas.microsoft.com/office/drawing/2014/main" id="{C5B33BD4-B6FC-7E42-D4A7-FB5C6A4C0A95}"/>
              </a:ext>
            </a:extLst>
          </p:cNvPr>
          <p:cNvSpPr>
            <a:spLocks noGrp="1"/>
          </p:cNvSpPr>
          <p:nvPr>
            <p:ph type="body" idx="1"/>
          </p:nvPr>
        </p:nvSpPr>
        <p:spPr/>
        <p:txBody>
          <a:bodyPr/>
          <a:lstStyle/>
          <a:p>
            <a:pPr marL="179705" indent="-179705" algn="just">
              <a:spcAft>
                <a:spcPts val="2400"/>
              </a:spcAft>
            </a:pPr>
            <a:endParaRPr lang="en-GB" sz="1400" b="1" dirty="0">
              <a:latin typeface="IBM Plex Sans"/>
            </a:endParaRPr>
          </a:p>
          <a:p>
            <a:pPr marL="179705" indent="-179705" algn="just">
              <a:spcAft>
                <a:spcPts val="2400"/>
              </a:spcAft>
            </a:pPr>
            <a:r>
              <a:rPr lang="en-GB" sz="1400" b="1" noProof="0" dirty="0">
                <a:latin typeface="IBM Plex Sans"/>
              </a:rPr>
              <a:t>Crested Eagle Finance, </a:t>
            </a:r>
            <a:r>
              <a:rPr lang="en-GB" sz="1400" noProof="0" dirty="0">
                <a:latin typeface="IBM Plex Sans"/>
              </a:rPr>
              <a:t>a UK financial services company, are looking to integrate a new CRM system for their sales partners.</a:t>
            </a:r>
            <a:endParaRPr lang="en-GB" sz="1400" b="1" noProof="0" dirty="0">
              <a:latin typeface="IBM Plex Sans"/>
            </a:endParaRPr>
          </a:p>
          <a:p>
            <a:pPr marL="179705" indent="-179705" algn="just">
              <a:spcAft>
                <a:spcPts val="2400"/>
              </a:spcAft>
            </a:pPr>
            <a:r>
              <a:rPr lang="en-GB" sz="1400" noProof="0" dirty="0">
                <a:latin typeface="IBM Plex Sans"/>
              </a:rPr>
              <a:t>This project was started </a:t>
            </a:r>
            <a:r>
              <a:rPr lang="en-GB" sz="1400" b="1" noProof="0" dirty="0">
                <a:latin typeface="IBM Plex Sans"/>
              </a:rPr>
              <a:t>before</a:t>
            </a:r>
            <a:r>
              <a:rPr lang="en-GB" sz="1400" noProof="0" dirty="0">
                <a:latin typeface="IBM Plex Sans"/>
              </a:rPr>
              <a:t> the </a:t>
            </a:r>
            <a:r>
              <a:rPr lang="en-GB" sz="1400" b="1" noProof="0" dirty="0">
                <a:latin typeface="IBM Plex Sans"/>
              </a:rPr>
              <a:t>CISO</a:t>
            </a:r>
            <a:r>
              <a:rPr lang="en-GB" sz="1400" noProof="0" dirty="0">
                <a:latin typeface="IBM Plex Sans"/>
              </a:rPr>
              <a:t> </a:t>
            </a:r>
            <a:r>
              <a:rPr lang="en-GB" sz="1400" b="1" noProof="0" dirty="0">
                <a:latin typeface="IBM Plex Sans"/>
              </a:rPr>
              <a:t>joined</a:t>
            </a:r>
            <a:r>
              <a:rPr lang="en-GB" sz="1400" noProof="0" dirty="0">
                <a:latin typeface="IBM Plex Sans"/>
              </a:rPr>
              <a:t> the company and little to no thought has been put into the design of the security of both the </a:t>
            </a:r>
            <a:r>
              <a:rPr lang="en-GB" sz="1400" b="1" noProof="0" dirty="0">
                <a:latin typeface="IBM Plex Sans"/>
              </a:rPr>
              <a:t>application</a:t>
            </a:r>
            <a:r>
              <a:rPr lang="en-GB" sz="1400" noProof="0" dirty="0">
                <a:latin typeface="IBM Plex Sans"/>
              </a:rPr>
              <a:t> and the </a:t>
            </a:r>
            <a:r>
              <a:rPr lang="en-GB" sz="1400" b="1" noProof="0" dirty="0">
                <a:latin typeface="IBM Plex Sans"/>
              </a:rPr>
              <a:t>infrastructure</a:t>
            </a:r>
            <a:r>
              <a:rPr lang="en-GB" sz="1400" noProof="0" dirty="0">
                <a:latin typeface="IBM Plex Sans"/>
              </a:rPr>
              <a:t>.</a:t>
            </a:r>
          </a:p>
          <a:p>
            <a:pPr marL="179705" indent="-179705" algn="just">
              <a:spcAft>
                <a:spcPts val="2400"/>
              </a:spcAft>
            </a:pPr>
            <a:r>
              <a:rPr lang="en-GB" sz="1400" noProof="0" dirty="0">
                <a:latin typeface="IBM Plex Sans"/>
              </a:rPr>
              <a:t>The company are going to be starting a </a:t>
            </a:r>
            <a:r>
              <a:rPr lang="en-GB" sz="1400" b="1" noProof="0" dirty="0">
                <a:latin typeface="IBM Plex Sans"/>
              </a:rPr>
              <a:t>pilot</a:t>
            </a:r>
            <a:r>
              <a:rPr lang="en-GB" sz="1400" noProof="0" dirty="0">
                <a:latin typeface="IBM Plex Sans"/>
              </a:rPr>
              <a:t> </a:t>
            </a:r>
            <a:r>
              <a:rPr lang="en-GB" sz="1400" b="1" noProof="0" dirty="0">
                <a:latin typeface="IBM Plex Sans"/>
              </a:rPr>
              <a:t>soon</a:t>
            </a:r>
            <a:r>
              <a:rPr lang="en-GB" sz="1400" noProof="0" dirty="0">
                <a:latin typeface="IBM Plex Sans"/>
              </a:rPr>
              <a:t> with their business partners, therefore, there is a </a:t>
            </a:r>
            <a:r>
              <a:rPr lang="en-GB" sz="1400" b="1" noProof="0" dirty="0">
                <a:latin typeface="IBM Plex Sans"/>
              </a:rPr>
              <a:t>quick</a:t>
            </a:r>
            <a:r>
              <a:rPr lang="en-GB" sz="1400" noProof="0" dirty="0">
                <a:latin typeface="IBM Plex Sans"/>
              </a:rPr>
              <a:t> </a:t>
            </a:r>
            <a:r>
              <a:rPr lang="en-GB" sz="1400" b="1" noProof="0" dirty="0">
                <a:latin typeface="IBM Plex Sans"/>
              </a:rPr>
              <a:t>turnaround</a:t>
            </a:r>
            <a:r>
              <a:rPr lang="en-GB" sz="1400" noProof="0" dirty="0">
                <a:latin typeface="IBM Plex Sans"/>
              </a:rPr>
              <a:t> for the completion of this project</a:t>
            </a:r>
            <a:r>
              <a:rPr lang="en-GB" sz="1400" dirty="0">
                <a:latin typeface="IBM Plex Sans"/>
              </a:rPr>
              <a:t>.</a:t>
            </a:r>
            <a:endParaRPr lang="en-GB" sz="1400" noProof="0" dirty="0">
              <a:latin typeface="IBM Plex Sans"/>
            </a:endParaRPr>
          </a:p>
          <a:p>
            <a:pPr marL="179705" indent="-179705" algn="just">
              <a:spcAft>
                <a:spcPts val="2400"/>
              </a:spcAft>
            </a:pPr>
            <a:r>
              <a:rPr lang="en-GB" sz="1400" noProof="0" dirty="0">
                <a:latin typeface="IBM Plex Sans"/>
              </a:rPr>
              <a:t>We, </a:t>
            </a:r>
            <a:r>
              <a:rPr lang="en-GB" sz="1400" b="1" noProof="0" dirty="0">
                <a:latin typeface="IBM Plex Sans"/>
              </a:rPr>
              <a:t>JAGOWA</a:t>
            </a:r>
            <a:r>
              <a:rPr lang="en-GB" sz="1400" noProof="0" dirty="0">
                <a:latin typeface="IBM Plex Sans"/>
              </a:rPr>
              <a:t>, have been </a:t>
            </a:r>
            <a:r>
              <a:rPr lang="en-GB" sz="1400" b="1" noProof="0" dirty="0">
                <a:latin typeface="IBM Plex Sans"/>
              </a:rPr>
              <a:t>hired</a:t>
            </a:r>
            <a:r>
              <a:rPr lang="en-GB" sz="1400" noProof="0" dirty="0">
                <a:latin typeface="IBM Plex Sans"/>
              </a:rPr>
              <a:t> as security </a:t>
            </a:r>
            <a:r>
              <a:rPr lang="en-GB" sz="1400" b="1" noProof="0" dirty="0">
                <a:latin typeface="IBM Plex Sans"/>
              </a:rPr>
              <a:t>consultants</a:t>
            </a:r>
            <a:r>
              <a:rPr lang="en-GB" sz="1400" noProof="0" dirty="0">
                <a:latin typeface="IBM Plex Sans"/>
              </a:rPr>
              <a:t> to create the </a:t>
            </a:r>
            <a:r>
              <a:rPr lang="en-GB" sz="1400" b="1" noProof="0" dirty="0">
                <a:latin typeface="IBM Plex Sans"/>
              </a:rPr>
              <a:t>security</a:t>
            </a:r>
            <a:r>
              <a:rPr lang="en-GB" sz="1400" noProof="0" dirty="0">
                <a:latin typeface="IBM Plex Sans"/>
              </a:rPr>
              <a:t> </a:t>
            </a:r>
            <a:r>
              <a:rPr lang="en-GB" sz="1400" b="1" noProof="0" dirty="0">
                <a:latin typeface="IBM Plex Sans"/>
              </a:rPr>
              <a:t>architecture</a:t>
            </a:r>
            <a:r>
              <a:rPr lang="en-GB" sz="1400" noProof="0" dirty="0">
                <a:latin typeface="IBM Plex Sans"/>
              </a:rPr>
              <a:t> for this project</a:t>
            </a:r>
            <a:r>
              <a:rPr lang="en-GB" sz="1400" dirty="0">
                <a:latin typeface="IBM Plex Sans"/>
              </a:rPr>
              <a:t>.</a:t>
            </a:r>
            <a:endParaRPr lang="en-GB" sz="1400" noProof="0" dirty="0">
              <a:latin typeface="IBM Plex Sans"/>
            </a:endParaRPr>
          </a:p>
        </p:txBody>
      </p:sp>
      <p:sp>
        <p:nvSpPr>
          <p:cNvPr id="7" name="Title 1">
            <a:extLst>
              <a:ext uri="{FF2B5EF4-FFF2-40B4-BE49-F238E27FC236}">
                <a16:creationId xmlns:a16="http://schemas.microsoft.com/office/drawing/2014/main" id="{EB6FCC1E-434E-E263-9CA3-E11DCE75EAE0}"/>
              </a:ext>
            </a:extLst>
          </p:cNvPr>
          <p:cNvSpPr txBox="1">
            <a:spLocks/>
          </p:cNvSpPr>
          <p:nvPr/>
        </p:nvSpPr>
        <p:spPr>
          <a:xfrm>
            <a:off x="7982031" y="4883672"/>
            <a:ext cx="995276" cy="15474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2pPr>
            <a:lvl3pPr marR="0" lvl="2"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3pPr>
            <a:lvl4pPr marR="0" lvl="3"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4pPr>
            <a:lvl5pPr marR="0" lvl="4"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5pPr>
            <a:lvl6pPr marR="0" lvl="5"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6pPr>
            <a:lvl7pPr marR="0" lvl="6"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7pPr>
            <a:lvl8pPr marR="0" lvl="7"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8pPr>
            <a:lvl9pPr marR="0" lvl="8"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9pPr>
          </a:lstStyle>
          <a:p>
            <a:r>
              <a:rPr lang="en-GB" sz="900"/>
              <a:t>Alex Markou</a:t>
            </a:r>
            <a:endParaRPr lang="en-US"/>
          </a:p>
        </p:txBody>
      </p:sp>
    </p:spTree>
    <p:extLst>
      <p:ext uri="{BB962C8B-B14F-4D97-AF65-F5344CB8AC3E}">
        <p14:creationId xmlns:p14="http://schemas.microsoft.com/office/powerpoint/2010/main" val="28175936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DD7588-8A32-B210-9D19-AD6276CE89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45E916-C453-763A-2EB6-0F4702CE651F}"/>
              </a:ext>
            </a:extLst>
          </p:cNvPr>
          <p:cNvSpPr>
            <a:spLocks noGrp="1"/>
          </p:cNvSpPr>
          <p:nvPr>
            <p:ph type="title"/>
          </p:nvPr>
        </p:nvSpPr>
        <p:spPr/>
        <p:txBody>
          <a:bodyPr/>
          <a:lstStyle/>
          <a:p>
            <a:r>
              <a:rPr lang="en-GB" noProof="0"/>
              <a:t>IT Context</a:t>
            </a:r>
          </a:p>
        </p:txBody>
      </p:sp>
      <p:sp>
        <p:nvSpPr>
          <p:cNvPr id="3" name="Text Placeholder 2">
            <a:extLst>
              <a:ext uri="{FF2B5EF4-FFF2-40B4-BE49-F238E27FC236}">
                <a16:creationId xmlns:a16="http://schemas.microsoft.com/office/drawing/2014/main" id="{D90FB48D-6481-E270-4557-622C649919F1}"/>
              </a:ext>
            </a:extLst>
          </p:cNvPr>
          <p:cNvSpPr>
            <a:spLocks noGrp="1"/>
          </p:cNvSpPr>
          <p:nvPr>
            <p:ph type="body" idx="1"/>
          </p:nvPr>
        </p:nvSpPr>
        <p:spPr/>
        <p:txBody>
          <a:bodyPr/>
          <a:lstStyle/>
          <a:p>
            <a:pPr marL="179705" indent="-179705">
              <a:spcAft>
                <a:spcPts val="2400"/>
              </a:spcAft>
            </a:pPr>
            <a:endParaRPr lang="en-GB" sz="1400" dirty="0">
              <a:latin typeface="IBM Plex Sans"/>
            </a:endParaRPr>
          </a:p>
          <a:p>
            <a:pPr marL="179705" indent="-179705">
              <a:spcAft>
                <a:spcPts val="2400"/>
              </a:spcAft>
            </a:pPr>
            <a:r>
              <a:rPr lang="en-GB" sz="1400" noProof="0" dirty="0">
                <a:latin typeface="IBM Plex Sans"/>
              </a:rPr>
              <a:t>Part of the requirements for the CRM system is the </a:t>
            </a:r>
            <a:r>
              <a:rPr lang="en-GB" sz="1400" b="1" noProof="0" dirty="0">
                <a:latin typeface="IBM Plex Sans"/>
              </a:rPr>
              <a:t>inclusion of an AI chatbot service</a:t>
            </a:r>
            <a:r>
              <a:rPr lang="en-GB" sz="1400" noProof="0" dirty="0">
                <a:latin typeface="IBM Plex Sans"/>
              </a:rPr>
              <a:t> to provide support for sales partners.</a:t>
            </a:r>
            <a:endParaRPr lang="en-GB" dirty="0"/>
          </a:p>
          <a:p>
            <a:pPr marL="179705" indent="-179705">
              <a:spcAft>
                <a:spcPts val="2400"/>
              </a:spcAft>
            </a:pPr>
            <a:r>
              <a:rPr lang="en-GB" sz="1400" noProof="0" dirty="0">
                <a:latin typeface="IBM Plex Sans"/>
              </a:rPr>
              <a:t>However, as the providers of this service have</a:t>
            </a:r>
            <a:r>
              <a:rPr lang="en-GB" sz="1400" b="1" noProof="0" dirty="0">
                <a:latin typeface="IBM Plex Sans"/>
              </a:rPr>
              <a:t> not given any instructions on how to securely implement their product</a:t>
            </a:r>
            <a:r>
              <a:rPr lang="en-GB" sz="1400" noProof="0" dirty="0">
                <a:latin typeface="IBM Plex Sans"/>
              </a:rPr>
              <a:t>, the onus is on us to figure out how to do so.</a:t>
            </a:r>
          </a:p>
          <a:p>
            <a:pPr marL="179705" indent="-179705">
              <a:spcAft>
                <a:spcPts val="2400"/>
              </a:spcAft>
            </a:pPr>
            <a:r>
              <a:rPr lang="en-GB" sz="1400" dirty="0">
                <a:latin typeface="IBM Plex Sans"/>
              </a:rPr>
              <a:t>Our</a:t>
            </a:r>
            <a:r>
              <a:rPr lang="en-GB" sz="1400" noProof="0" dirty="0">
                <a:latin typeface="IBM Plex Sans"/>
              </a:rPr>
              <a:t> </a:t>
            </a:r>
            <a:r>
              <a:rPr lang="en-GB" sz="1400" dirty="0">
                <a:latin typeface="IBM Plex Sans"/>
              </a:rPr>
              <a:t>approach to the security of this</a:t>
            </a:r>
            <a:r>
              <a:rPr lang="en-GB" sz="1400" noProof="0" dirty="0">
                <a:latin typeface="IBM Plex Sans"/>
              </a:rPr>
              <a:t> </a:t>
            </a:r>
            <a:r>
              <a:rPr lang="en-GB" sz="1400" dirty="0">
                <a:latin typeface="IBM Plex Sans"/>
              </a:rPr>
              <a:t>integration</a:t>
            </a:r>
            <a:r>
              <a:rPr lang="en-GB" sz="1400" noProof="0" dirty="0">
                <a:latin typeface="IBM Plex Sans"/>
              </a:rPr>
              <a:t> </a:t>
            </a:r>
            <a:r>
              <a:rPr lang="en-GB" sz="1400" dirty="0">
                <a:latin typeface="IBM Plex Sans"/>
              </a:rPr>
              <a:t>is </a:t>
            </a:r>
            <a:r>
              <a:rPr lang="en-GB" sz="1400" noProof="0" dirty="0">
                <a:latin typeface="IBM Plex Sans"/>
              </a:rPr>
              <a:t>to </a:t>
            </a:r>
            <a:r>
              <a:rPr lang="en-GB" sz="1400" b="1" dirty="0">
                <a:latin typeface="IBM Plex Sans"/>
              </a:rPr>
              <a:t>focus on protecting data</a:t>
            </a:r>
            <a:r>
              <a:rPr lang="en-GB" sz="1400" dirty="0">
                <a:latin typeface="IBM Plex Sans"/>
              </a:rPr>
              <a:t> at the core of the business and</a:t>
            </a:r>
            <a:r>
              <a:rPr lang="en-GB" sz="1400" b="1" dirty="0">
                <a:latin typeface="IBM Plex Sans"/>
              </a:rPr>
              <a:t> document the rationale</a:t>
            </a:r>
            <a:r>
              <a:rPr lang="en-GB" sz="1400" dirty="0">
                <a:latin typeface="IBM Plex Sans"/>
              </a:rPr>
              <a:t> for choosing specific security controls.</a:t>
            </a:r>
          </a:p>
        </p:txBody>
      </p:sp>
      <p:sp>
        <p:nvSpPr>
          <p:cNvPr id="11" name="Title 1">
            <a:extLst>
              <a:ext uri="{FF2B5EF4-FFF2-40B4-BE49-F238E27FC236}">
                <a16:creationId xmlns:a16="http://schemas.microsoft.com/office/drawing/2014/main" id="{12D1533C-E368-CA59-33F7-6587121751CD}"/>
              </a:ext>
            </a:extLst>
          </p:cNvPr>
          <p:cNvSpPr txBox="1">
            <a:spLocks/>
          </p:cNvSpPr>
          <p:nvPr/>
        </p:nvSpPr>
        <p:spPr>
          <a:xfrm>
            <a:off x="7982031" y="4883672"/>
            <a:ext cx="995276" cy="15474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2pPr>
            <a:lvl3pPr marR="0" lvl="2"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3pPr>
            <a:lvl4pPr marR="0" lvl="3"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4pPr>
            <a:lvl5pPr marR="0" lvl="4"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5pPr>
            <a:lvl6pPr marR="0" lvl="5"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6pPr>
            <a:lvl7pPr marR="0" lvl="6"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7pPr>
            <a:lvl8pPr marR="0" lvl="7"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8pPr>
            <a:lvl9pPr marR="0" lvl="8"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9pPr>
          </a:lstStyle>
          <a:p>
            <a:r>
              <a:rPr lang="en-GB" sz="900"/>
              <a:t>Alex Markou</a:t>
            </a:r>
            <a:endParaRPr lang="en-US"/>
          </a:p>
        </p:txBody>
      </p:sp>
    </p:spTree>
    <p:extLst>
      <p:ext uri="{BB962C8B-B14F-4D97-AF65-F5344CB8AC3E}">
        <p14:creationId xmlns:p14="http://schemas.microsoft.com/office/powerpoint/2010/main" val="3683583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11175-2283-928D-800F-05D94C20D3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306DDD-5595-8347-9D74-4E13E4B90992}"/>
              </a:ext>
            </a:extLst>
          </p:cNvPr>
          <p:cNvSpPr>
            <a:spLocks noGrp="1"/>
          </p:cNvSpPr>
          <p:nvPr>
            <p:ph type="title"/>
          </p:nvPr>
        </p:nvSpPr>
        <p:spPr/>
        <p:txBody>
          <a:bodyPr/>
          <a:lstStyle/>
          <a:p>
            <a:r>
              <a:rPr lang="en-GB" noProof="0"/>
              <a:t>Architectural Decisions</a:t>
            </a:r>
          </a:p>
        </p:txBody>
      </p:sp>
      <p:sp>
        <p:nvSpPr>
          <p:cNvPr id="3" name="Text Placeholder 2">
            <a:extLst>
              <a:ext uri="{FF2B5EF4-FFF2-40B4-BE49-F238E27FC236}">
                <a16:creationId xmlns:a16="http://schemas.microsoft.com/office/drawing/2014/main" id="{CA559111-EA57-F10E-95E3-DD6769926712}"/>
              </a:ext>
            </a:extLst>
          </p:cNvPr>
          <p:cNvSpPr>
            <a:spLocks noGrp="1"/>
          </p:cNvSpPr>
          <p:nvPr>
            <p:ph type="body" idx="1"/>
          </p:nvPr>
        </p:nvSpPr>
        <p:spPr/>
        <p:txBody>
          <a:bodyPr/>
          <a:lstStyle/>
          <a:p>
            <a:pPr marL="179705" indent="-179705">
              <a:spcAft>
                <a:spcPts val="2400"/>
              </a:spcAft>
            </a:pPr>
            <a:endParaRPr lang="en-GB" sz="1400">
              <a:latin typeface="IBM Plex Sans"/>
            </a:endParaRPr>
          </a:p>
          <a:p>
            <a:pPr marL="179705" indent="-179705">
              <a:spcAft>
                <a:spcPts val="2400"/>
              </a:spcAft>
            </a:pPr>
            <a:r>
              <a:rPr lang="en-GB" sz="1400">
                <a:latin typeface="IBM Plex Sans"/>
              </a:rPr>
              <a:t>Determine the</a:t>
            </a:r>
            <a:r>
              <a:rPr lang="en-GB" sz="1400" b="1">
                <a:latin typeface="IBM Plex Sans"/>
              </a:rPr>
              <a:t> key players &amp; components</a:t>
            </a:r>
            <a:r>
              <a:rPr lang="en-GB" sz="1400">
                <a:latin typeface="IBM Plex Sans"/>
              </a:rPr>
              <a:t> related to the system and their relationship to each other.</a:t>
            </a:r>
            <a:endParaRPr lang="en-GB" sz="1400" noProof="0">
              <a:latin typeface="IBM Plex Sans" panose="020B0503050203000203" pitchFamily="34" charset="0"/>
              <a:cs typeface="Poppins" panose="00000500000000000000" pitchFamily="2" charset="0"/>
            </a:endParaRPr>
          </a:p>
          <a:p>
            <a:pPr marL="179705" indent="-179705">
              <a:spcAft>
                <a:spcPts val="2400"/>
              </a:spcAft>
            </a:pPr>
            <a:r>
              <a:rPr lang="en-GB" sz="1400">
                <a:latin typeface="IBM Plex Sans"/>
              </a:rPr>
              <a:t>Create architectural models showing the</a:t>
            </a:r>
            <a:r>
              <a:rPr lang="en-GB" sz="1400" b="1">
                <a:latin typeface="IBM Plex Sans"/>
              </a:rPr>
              <a:t> structure and security of our implementation</a:t>
            </a:r>
            <a:r>
              <a:rPr lang="en-GB" sz="1400">
                <a:latin typeface="IBM Plex Sans"/>
              </a:rPr>
              <a:t> at the </a:t>
            </a:r>
            <a:r>
              <a:rPr lang="en-GB" sz="1400" b="1">
                <a:latin typeface="IBM Plex Sans"/>
              </a:rPr>
              <a:t>component and cloud levels</a:t>
            </a:r>
            <a:r>
              <a:rPr lang="en-GB" sz="1400">
                <a:latin typeface="IBM Plex Sans"/>
              </a:rPr>
              <a:t>.</a:t>
            </a:r>
            <a:endParaRPr lang="en-GB" sz="1400" noProof="0">
              <a:latin typeface="IBM Plex Sans"/>
            </a:endParaRPr>
          </a:p>
          <a:p>
            <a:pPr marL="179705" indent="-179705">
              <a:spcAft>
                <a:spcPts val="2400"/>
              </a:spcAft>
            </a:pPr>
            <a:r>
              <a:rPr lang="en-GB" sz="1400">
                <a:latin typeface="IBM Plex Sans"/>
              </a:rPr>
              <a:t>Analyse the</a:t>
            </a:r>
            <a:r>
              <a:rPr lang="en-GB" sz="1400" b="1">
                <a:latin typeface="IBM Plex Sans"/>
              </a:rPr>
              <a:t> potential risks</a:t>
            </a:r>
            <a:r>
              <a:rPr lang="en-GB" sz="1400">
                <a:latin typeface="IBM Plex Sans"/>
              </a:rPr>
              <a:t> related to our solution as well as what to do in the event of an occurrence.</a:t>
            </a:r>
            <a:endParaRPr lang="en-GB" sz="1400" noProof="0">
              <a:latin typeface="IBM Plex Sans"/>
            </a:endParaRPr>
          </a:p>
          <a:p>
            <a:pPr marL="179705" indent="-179705">
              <a:spcAft>
                <a:spcPts val="2400"/>
              </a:spcAft>
            </a:pPr>
            <a:r>
              <a:rPr lang="en-GB" sz="1400">
                <a:latin typeface="IBM Plex Sans"/>
              </a:rPr>
              <a:t>The rest of this presentation is dedicated to detailing the full context of our solution architecture.</a:t>
            </a:r>
            <a:endParaRPr lang="en-GB" sz="1400" noProof="0">
              <a:latin typeface="IBM Plex Sans"/>
              <a:cs typeface="Poppins" panose="00000500000000000000" pitchFamily="2" charset="0"/>
            </a:endParaRPr>
          </a:p>
          <a:p>
            <a:pPr>
              <a:spcAft>
                <a:spcPts val="2400"/>
              </a:spcAft>
            </a:pPr>
            <a:endParaRPr lang="en-GB" sz="1400">
              <a:latin typeface="Poppins" panose="00000500000000000000" pitchFamily="2" charset="0"/>
              <a:cs typeface="Poppins" panose="00000500000000000000" pitchFamily="2" charset="0"/>
            </a:endParaRPr>
          </a:p>
        </p:txBody>
      </p:sp>
      <p:sp>
        <p:nvSpPr>
          <p:cNvPr id="9" name="Title 1">
            <a:extLst>
              <a:ext uri="{FF2B5EF4-FFF2-40B4-BE49-F238E27FC236}">
                <a16:creationId xmlns:a16="http://schemas.microsoft.com/office/drawing/2014/main" id="{B4E928C9-8011-A058-283C-D41A6F70FD34}"/>
              </a:ext>
            </a:extLst>
          </p:cNvPr>
          <p:cNvSpPr txBox="1">
            <a:spLocks/>
          </p:cNvSpPr>
          <p:nvPr/>
        </p:nvSpPr>
        <p:spPr>
          <a:xfrm>
            <a:off x="7982031" y="4883672"/>
            <a:ext cx="995276" cy="15474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2pPr>
            <a:lvl3pPr marR="0" lvl="2"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3pPr>
            <a:lvl4pPr marR="0" lvl="3"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4pPr>
            <a:lvl5pPr marR="0" lvl="4"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5pPr>
            <a:lvl6pPr marR="0" lvl="5"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6pPr>
            <a:lvl7pPr marR="0" lvl="6"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7pPr>
            <a:lvl8pPr marR="0" lvl="7"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8pPr>
            <a:lvl9pPr marR="0" lvl="8"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9pPr>
          </a:lstStyle>
          <a:p>
            <a:r>
              <a:rPr lang="en-GB" sz="900"/>
              <a:t>Alex Markou</a:t>
            </a:r>
            <a:endParaRPr lang="en-US"/>
          </a:p>
        </p:txBody>
      </p:sp>
    </p:spTree>
    <p:extLst>
      <p:ext uri="{BB962C8B-B14F-4D97-AF65-F5344CB8AC3E}">
        <p14:creationId xmlns:p14="http://schemas.microsoft.com/office/powerpoint/2010/main" val="22205729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1C615-6B0F-4B28-96F4-2FF1E57A7E8F}"/>
              </a:ext>
            </a:extLst>
          </p:cNvPr>
          <p:cNvSpPr>
            <a:spLocks noGrp="1"/>
          </p:cNvSpPr>
          <p:nvPr>
            <p:ph type="title"/>
          </p:nvPr>
        </p:nvSpPr>
        <p:spPr/>
        <p:txBody>
          <a:bodyPr/>
          <a:lstStyle/>
          <a:p>
            <a:pPr>
              <a:lnSpc>
                <a:spcPct val="100000"/>
              </a:lnSpc>
            </a:pPr>
            <a:r>
              <a:rPr lang="en-GB" sz="3600"/>
              <a:t>Process Flow</a:t>
            </a:r>
            <a:endParaRPr lang="en-GB" sz="3600" noProof="0"/>
          </a:p>
        </p:txBody>
      </p:sp>
      <p:sp>
        <p:nvSpPr>
          <p:cNvPr id="6" name="Title 1">
            <a:extLst>
              <a:ext uri="{FF2B5EF4-FFF2-40B4-BE49-F238E27FC236}">
                <a16:creationId xmlns:a16="http://schemas.microsoft.com/office/drawing/2014/main" id="{08F4B6D4-73FE-4E30-802F-DFED35A6DD09}"/>
              </a:ext>
            </a:extLst>
          </p:cNvPr>
          <p:cNvSpPr txBox="1">
            <a:spLocks/>
          </p:cNvSpPr>
          <p:nvPr/>
        </p:nvSpPr>
        <p:spPr>
          <a:xfrm>
            <a:off x="7568333" y="4533948"/>
            <a:ext cx="995276" cy="15474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2pPr>
            <a:lvl3pPr marR="0" lvl="2"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3pPr>
            <a:lvl4pPr marR="0" lvl="3"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4pPr>
            <a:lvl5pPr marR="0" lvl="4"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5pPr>
            <a:lvl6pPr marR="0" lvl="5"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6pPr>
            <a:lvl7pPr marR="0" lvl="6"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7pPr>
            <a:lvl8pPr marR="0" lvl="7"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8pPr>
            <a:lvl9pPr marR="0" lvl="8"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9pPr>
          </a:lstStyle>
          <a:p>
            <a:r>
              <a:rPr lang="en-GB" sz="900"/>
              <a:t>Alex Markou</a:t>
            </a:r>
            <a:endParaRPr lang="en-US"/>
          </a:p>
        </p:txBody>
      </p:sp>
    </p:spTree>
    <p:extLst>
      <p:ext uri="{BB962C8B-B14F-4D97-AF65-F5344CB8AC3E}">
        <p14:creationId xmlns:p14="http://schemas.microsoft.com/office/powerpoint/2010/main" val="23936208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4" name="Connector: Elbow 20">
            <a:extLst>
              <a:ext uri="{FF2B5EF4-FFF2-40B4-BE49-F238E27FC236}">
                <a16:creationId xmlns:a16="http://schemas.microsoft.com/office/drawing/2014/main" id="{F6EB51DD-648B-43C5-7C64-A25BF0615C3B}"/>
              </a:ext>
            </a:extLst>
          </p:cNvPr>
          <p:cNvCxnSpPr>
            <a:cxnSpLocks/>
          </p:cNvCxnSpPr>
          <p:nvPr/>
        </p:nvCxnSpPr>
        <p:spPr>
          <a:xfrm rot="5400000" flipH="1" flipV="1">
            <a:off x="3385263" y="1728035"/>
            <a:ext cx="834011" cy="232072"/>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5EE0B7C7-5A1E-507E-9268-5AE415BE7619}"/>
              </a:ext>
            </a:extLst>
          </p:cNvPr>
          <p:cNvGrpSpPr/>
          <p:nvPr/>
        </p:nvGrpSpPr>
        <p:grpSpPr>
          <a:xfrm>
            <a:off x="688020" y="866998"/>
            <a:ext cx="8353175" cy="2250851"/>
            <a:chOff x="295836" y="291355"/>
            <a:chExt cx="11137567" cy="3128680"/>
          </a:xfrm>
        </p:grpSpPr>
        <p:sp>
          <p:nvSpPr>
            <p:cNvPr id="19" name="Rectangle 18">
              <a:extLst>
                <a:ext uri="{FF2B5EF4-FFF2-40B4-BE49-F238E27FC236}">
                  <a16:creationId xmlns:a16="http://schemas.microsoft.com/office/drawing/2014/main" id="{DD5A2A78-1210-7844-E566-F04EC2FDA49B}"/>
                </a:ext>
              </a:extLst>
            </p:cNvPr>
            <p:cNvSpPr/>
            <p:nvPr/>
          </p:nvSpPr>
          <p:spPr>
            <a:xfrm>
              <a:off x="759069" y="623048"/>
              <a:ext cx="10674334" cy="932329"/>
            </a:xfrm>
            <a:prstGeom prst="rect">
              <a:avLst/>
            </a:prstGeom>
            <a:noFill/>
            <a:ln>
              <a:solidFill>
                <a:srgbClr val="375D7D"/>
              </a:solidFill>
            </a:ln>
          </p:spPr>
          <p:style>
            <a:lnRef idx="2">
              <a:schemeClr val="accent2"/>
            </a:lnRef>
            <a:fillRef idx="1">
              <a:schemeClr val="lt1"/>
            </a:fillRef>
            <a:effectRef idx="0">
              <a:schemeClr val="accent2"/>
            </a:effectRef>
            <a:fontRef idx="minor">
              <a:schemeClr val="dk1"/>
            </a:fontRef>
          </p:style>
          <p:txBody>
            <a:bodyPr rtlCol="0" anchor="ctr"/>
            <a:lstStyle/>
            <a:p>
              <a:pPr algn="ctr">
                <a:spcBef>
                  <a:spcPts val="0"/>
                </a:spcBef>
              </a:pPr>
              <a:endParaRPr lang="en-GB" sz="1050" noProof="0">
                <a:solidFill>
                  <a:schemeClr val="bg1"/>
                </a:solidFill>
                <a:cs typeface="Arial" panose="020B0604020202020204" pitchFamily="34" charset="0"/>
              </a:endParaRPr>
            </a:p>
          </p:txBody>
        </p:sp>
        <p:sp>
          <p:nvSpPr>
            <p:cNvPr id="20" name="Rectangle 19">
              <a:extLst>
                <a:ext uri="{FF2B5EF4-FFF2-40B4-BE49-F238E27FC236}">
                  <a16:creationId xmlns:a16="http://schemas.microsoft.com/office/drawing/2014/main" id="{50FDE437-B5D6-072D-5AD4-C76330DBCA69}"/>
                </a:ext>
              </a:extLst>
            </p:cNvPr>
            <p:cNvSpPr/>
            <p:nvPr/>
          </p:nvSpPr>
          <p:spPr>
            <a:xfrm rot="16200000">
              <a:off x="20965" y="887736"/>
              <a:ext cx="993435" cy="443691"/>
            </a:xfrm>
            <a:prstGeom prst="rect">
              <a:avLst/>
            </a:prstGeom>
            <a:solidFill>
              <a:schemeClr val="bg1">
                <a:lumMod val="75000"/>
              </a:schemeClr>
            </a:solidFill>
            <a:ln>
              <a:solidFill>
                <a:srgbClr val="375D7D"/>
              </a:solidFill>
            </a:ln>
          </p:spPr>
          <p:style>
            <a:lnRef idx="1">
              <a:schemeClr val="accent2"/>
            </a:lnRef>
            <a:fillRef idx="2">
              <a:schemeClr val="accent2"/>
            </a:fillRef>
            <a:effectRef idx="1">
              <a:schemeClr val="accent2"/>
            </a:effectRef>
            <a:fontRef idx="minor">
              <a:schemeClr val="dk1"/>
            </a:fontRef>
          </p:style>
          <p:txBody>
            <a:bodyPr rtlCol="0" anchor="ctr"/>
            <a:lstStyle/>
            <a:p>
              <a:pPr algn="ctr">
                <a:spcBef>
                  <a:spcPts val="0"/>
                </a:spcBef>
              </a:pPr>
              <a:r>
                <a:rPr lang="en-GB" sz="900" noProof="0">
                  <a:solidFill>
                    <a:schemeClr val="tx1"/>
                  </a:solidFill>
                  <a:cs typeface="Arial" panose="020B0604020202020204" pitchFamily="34" charset="0"/>
                </a:rPr>
                <a:t>Employee</a:t>
              </a:r>
            </a:p>
          </p:txBody>
        </p:sp>
        <p:sp>
          <p:nvSpPr>
            <p:cNvPr id="21" name="Rectangle 20">
              <a:extLst>
                <a:ext uri="{FF2B5EF4-FFF2-40B4-BE49-F238E27FC236}">
                  <a16:creationId xmlns:a16="http://schemas.microsoft.com/office/drawing/2014/main" id="{8227C8A3-4E15-3A27-0207-8236FB42B051}"/>
                </a:ext>
              </a:extLst>
            </p:cNvPr>
            <p:cNvSpPr/>
            <p:nvPr/>
          </p:nvSpPr>
          <p:spPr>
            <a:xfrm>
              <a:off x="759068" y="1555377"/>
              <a:ext cx="10674335" cy="932329"/>
            </a:xfrm>
            <a:prstGeom prst="rect">
              <a:avLst/>
            </a:prstGeom>
            <a:noFill/>
            <a:ln>
              <a:solidFill>
                <a:srgbClr val="375D7D"/>
              </a:solidFill>
            </a:ln>
          </p:spPr>
          <p:style>
            <a:lnRef idx="2">
              <a:schemeClr val="accent2"/>
            </a:lnRef>
            <a:fillRef idx="1">
              <a:schemeClr val="lt1"/>
            </a:fillRef>
            <a:effectRef idx="0">
              <a:schemeClr val="accent2"/>
            </a:effectRef>
            <a:fontRef idx="minor">
              <a:schemeClr val="dk1"/>
            </a:fontRef>
          </p:style>
          <p:txBody>
            <a:bodyPr rtlCol="0" anchor="ctr"/>
            <a:lstStyle/>
            <a:p>
              <a:pPr algn="ctr">
                <a:spcBef>
                  <a:spcPts val="0"/>
                </a:spcBef>
              </a:pPr>
              <a:endParaRPr lang="en-GB" sz="1050" noProof="0">
                <a:solidFill>
                  <a:schemeClr val="bg1"/>
                </a:solidFill>
                <a:cs typeface="Arial" panose="020B0604020202020204" pitchFamily="34" charset="0"/>
              </a:endParaRPr>
            </a:p>
          </p:txBody>
        </p:sp>
        <p:sp>
          <p:nvSpPr>
            <p:cNvPr id="22" name="Rectangle 21">
              <a:extLst>
                <a:ext uri="{FF2B5EF4-FFF2-40B4-BE49-F238E27FC236}">
                  <a16:creationId xmlns:a16="http://schemas.microsoft.com/office/drawing/2014/main" id="{DFA640C4-C7DD-734D-49EA-F0849C08613A}"/>
                </a:ext>
              </a:extLst>
            </p:cNvPr>
            <p:cNvSpPr/>
            <p:nvPr/>
          </p:nvSpPr>
          <p:spPr>
            <a:xfrm rot="16200000">
              <a:off x="61288" y="1789927"/>
              <a:ext cx="932329" cy="463231"/>
            </a:xfrm>
            <a:prstGeom prst="rect">
              <a:avLst/>
            </a:prstGeom>
            <a:solidFill>
              <a:schemeClr val="bg1">
                <a:lumMod val="75000"/>
              </a:schemeClr>
            </a:solidFill>
            <a:ln>
              <a:solidFill>
                <a:srgbClr val="375D7D"/>
              </a:solidFill>
            </a:ln>
          </p:spPr>
          <p:style>
            <a:lnRef idx="1">
              <a:schemeClr val="accent2"/>
            </a:lnRef>
            <a:fillRef idx="2">
              <a:schemeClr val="accent2"/>
            </a:fillRef>
            <a:effectRef idx="1">
              <a:schemeClr val="accent2"/>
            </a:effectRef>
            <a:fontRef idx="minor">
              <a:schemeClr val="dk1"/>
            </a:fontRef>
          </p:style>
          <p:txBody>
            <a:bodyPr rtlCol="0" anchor="ctr"/>
            <a:lstStyle/>
            <a:p>
              <a:pPr algn="ctr">
                <a:spcBef>
                  <a:spcPts val="0"/>
                </a:spcBef>
              </a:pPr>
              <a:r>
                <a:rPr lang="en-GB" sz="900" noProof="0">
                  <a:solidFill>
                    <a:schemeClr val="tx1"/>
                  </a:solidFill>
                  <a:cs typeface="Arial" panose="020B0604020202020204" pitchFamily="34" charset="0"/>
                </a:rPr>
                <a:t>Manager</a:t>
              </a:r>
            </a:p>
          </p:txBody>
        </p:sp>
        <p:sp>
          <p:nvSpPr>
            <p:cNvPr id="23" name="Rectangle 22">
              <a:extLst>
                <a:ext uri="{FF2B5EF4-FFF2-40B4-BE49-F238E27FC236}">
                  <a16:creationId xmlns:a16="http://schemas.microsoft.com/office/drawing/2014/main" id="{001221C8-39DF-9BCF-6B8D-672CAA484C0B}"/>
                </a:ext>
              </a:extLst>
            </p:cNvPr>
            <p:cNvSpPr/>
            <p:nvPr/>
          </p:nvSpPr>
          <p:spPr>
            <a:xfrm>
              <a:off x="295836" y="291355"/>
              <a:ext cx="11137567" cy="331693"/>
            </a:xfrm>
            <a:prstGeom prst="rect">
              <a:avLst/>
            </a:prstGeom>
            <a:solidFill>
              <a:schemeClr val="tx1">
                <a:lumMod val="50000"/>
                <a:lumOff val="50000"/>
              </a:schemeClr>
            </a:solidFill>
            <a:ln w="19050" cap="flat" cmpd="sng" algn="ctr">
              <a:solidFill>
                <a:srgbClr val="375D7D"/>
              </a:solidFill>
              <a:prstDash val="solid"/>
            </a:ln>
            <a:effectLst/>
          </p:spPr>
          <p:txBody>
            <a:bodyPr rtlCol="0" anchor="ctr"/>
            <a:lstStyle/>
            <a:p>
              <a:pPr>
                <a:spcBef>
                  <a:spcPts val="0"/>
                </a:spcBef>
              </a:pPr>
              <a:endParaRPr lang="en-GB" sz="1050" noProof="0">
                <a:solidFill>
                  <a:schemeClr val="bg1"/>
                </a:solidFill>
                <a:cs typeface="Arial" panose="020B0604020202020204" pitchFamily="34" charset="0"/>
              </a:endParaRPr>
            </a:p>
          </p:txBody>
        </p:sp>
        <p:sp>
          <p:nvSpPr>
            <p:cNvPr id="24" name="Rectangle 23">
              <a:extLst>
                <a:ext uri="{FF2B5EF4-FFF2-40B4-BE49-F238E27FC236}">
                  <a16:creationId xmlns:a16="http://schemas.microsoft.com/office/drawing/2014/main" id="{BDCA046C-BE94-D65C-5D47-5B10CB7E17DE}"/>
                </a:ext>
              </a:extLst>
            </p:cNvPr>
            <p:cNvSpPr/>
            <p:nvPr/>
          </p:nvSpPr>
          <p:spPr>
            <a:xfrm>
              <a:off x="759068" y="2487706"/>
              <a:ext cx="10674335" cy="932329"/>
            </a:xfrm>
            <a:prstGeom prst="rect">
              <a:avLst/>
            </a:prstGeom>
            <a:noFill/>
            <a:ln>
              <a:solidFill>
                <a:srgbClr val="375D7D"/>
              </a:solidFill>
            </a:ln>
          </p:spPr>
          <p:style>
            <a:lnRef idx="2">
              <a:schemeClr val="accent2"/>
            </a:lnRef>
            <a:fillRef idx="1">
              <a:schemeClr val="lt1"/>
            </a:fillRef>
            <a:effectRef idx="0">
              <a:schemeClr val="accent2"/>
            </a:effectRef>
            <a:fontRef idx="minor">
              <a:schemeClr val="dk1"/>
            </a:fontRef>
          </p:style>
          <p:txBody>
            <a:bodyPr rtlCol="0" anchor="ctr"/>
            <a:lstStyle/>
            <a:p>
              <a:pPr algn="ctr">
                <a:spcBef>
                  <a:spcPts val="0"/>
                </a:spcBef>
              </a:pPr>
              <a:endParaRPr lang="en-GB" sz="1050" noProof="0">
                <a:solidFill>
                  <a:schemeClr val="bg1"/>
                </a:solidFill>
                <a:cs typeface="Arial" panose="020B0604020202020204" pitchFamily="34" charset="0"/>
              </a:endParaRPr>
            </a:p>
          </p:txBody>
        </p:sp>
        <p:sp>
          <p:nvSpPr>
            <p:cNvPr id="25" name="Rectangle 24">
              <a:extLst>
                <a:ext uri="{FF2B5EF4-FFF2-40B4-BE49-F238E27FC236}">
                  <a16:creationId xmlns:a16="http://schemas.microsoft.com/office/drawing/2014/main" id="{8DA480C9-5F63-86E8-B1DB-34663E3B6912}"/>
                </a:ext>
              </a:extLst>
            </p:cNvPr>
            <p:cNvSpPr/>
            <p:nvPr/>
          </p:nvSpPr>
          <p:spPr>
            <a:xfrm rot="16200000">
              <a:off x="61288" y="2722256"/>
              <a:ext cx="932329" cy="463230"/>
            </a:xfrm>
            <a:prstGeom prst="rect">
              <a:avLst/>
            </a:prstGeom>
            <a:solidFill>
              <a:schemeClr val="bg1">
                <a:lumMod val="75000"/>
              </a:schemeClr>
            </a:solidFill>
            <a:ln>
              <a:solidFill>
                <a:srgbClr val="375D7D"/>
              </a:solidFill>
            </a:ln>
          </p:spPr>
          <p:style>
            <a:lnRef idx="1">
              <a:schemeClr val="accent2"/>
            </a:lnRef>
            <a:fillRef idx="2">
              <a:schemeClr val="accent2"/>
            </a:fillRef>
            <a:effectRef idx="1">
              <a:schemeClr val="accent2"/>
            </a:effectRef>
            <a:fontRef idx="minor">
              <a:schemeClr val="dk1"/>
            </a:fontRef>
          </p:style>
          <p:txBody>
            <a:bodyPr lIns="91440" tIns="45720" rIns="91440" bIns="45720" rtlCol="0" anchor="ctr"/>
            <a:lstStyle/>
            <a:p>
              <a:pPr algn="ctr">
                <a:spcBef>
                  <a:spcPts val="0"/>
                </a:spcBef>
              </a:pPr>
              <a:r>
                <a:rPr lang="en-GB" sz="900">
                  <a:solidFill>
                    <a:schemeClr val="tx1"/>
                  </a:solidFill>
                  <a:cs typeface="Arial" panose="020B0604020202020204" pitchFamily="34" charset="0"/>
                </a:rPr>
                <a:t>HR</a:t>
              </a:r>
              <a:endParaRPr lang="en-GB" sz="900" noProof="0">
                <a:solidFill>
                  <a:schemeClr val="tx1"/>
                </a:solidFill>
                <a:cs typeface="Arial" panose="020B0604020202020204" pitchFamily="34" charset="0"/>
              </a:endParaRPr>
            </a:p>
          </p:txBody>
        </p:sp>
      </p:grpSp>
      <p:cxnSp>
        <p:nvCxnSpPr>
          <p:cNvPr id="32" name="Connector: Elbow 31">
            <a:extLst>
              <a:ext uri="{FF2B5EF4-FFF2-40B4-BE49-F238E27FC236}">
                <a16:creationId xmlns:a16="http://schemas.microsoft.com/office/drawing/2014/main" id="{B8520964-1402-A15F-FC02-7343B6F5BE42}"/>
              </a:ext>
            </a:extLst>
          </p:cNvPr>
          <p:cNvCxnSpPr>
            <a:cxnSpLocks/>
          </p:cNvCxnSpPr>
          <p:nvPr/>
        </p:nvCxnSpPr>
        <p:spPr>
          <a:xfrm>
            <a:off x="2591291" y="1473596"/>
            <a:ext cx="140811" cy="418099"/>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180A3171-F667-14F5-701D-7658014D4FD2}"/>
              </a:ext>
            </a:extLst>
          </p:cNvPr>
          <p:cNvSpPr/>
          <p:nvPr/>
        </p:nvSpPr>
        <p:spPr>
          <a:xfrm>
            <a:off x="4391818" y="2604585"/>
            <a:ext cx="726141" cy="4303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lIns="36000" tIns="46800" rIns="36000" rtlCol="0" anchor="ctr"/>
          <a:lstStyle/>
          <a:p>
            <a:pPr algn="ctr"/>
            <a:r>
              <a:rPr lang="en-GB" sz="900" noProof="0">
                <a:solidFill>
                  <a:schemeClr val="tx1"/>
                </a:solidFill>
              </a:rPr>
              <a:t>6. Formal Notice</a:t>
            </a:r>
          </a:p>
        </p:txBody>
      </p:sp>
      <p:sp>
        <p:nvSpPr>
          <p:cNvPr id="34" name="Rectangle 33">
            <a:extLst>
              <a:ext uri="{FF2B5EF4-FFF2-40B4-BE49-F238E27FC236}">
                <a16:creationId xmlns:a16="http://schemas.microsoft.com/office/drawing/2014/main" id="{AA2F3DC2-F059-034F-4DEA-42F6FDB8162C}"/>
              </a:ext>
            </a:extLst>
          </p:cNvPr>
          <p:cNvSpPr/>
          <p:nvPr/>
        </p:nvSpPr>
        <p:spPr>
          <a:xfrm>
            <a:off x="1865150" y="1258443"/>
            <a:ext cx="726141" cy="4303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lIns="36000" tIns="46800" rIns="36000" rtlCol="0" anchor="ctr"/>
          <a:lstStyle/>
          <a:p>
            <a:pPr algn="ctr"/>
            <a:r>
              <a:rPr lang="en-GB" sz="900" noProof="0">
                <a:solidFill>
                  <a:schemeClr val="tx1"/>
                </a:solidFill>
              </a:rPr>
              <a:t>1. Hands in Notice</a:t>
            </a:r>
          </a:p>
        </p:txBody>
      </p:sp>
      <p:sp>
        <p:nvSpPr>
          <p:cNvPr id="35" name="Rounded Rectangle 28">
            <a:extLst>
              <a:ext uri="{FF2B5EF4-FFF2-40B4-BE49-F238E27FC236}">
                <a16:creationId xmlns:a16="http://schemas.microsoft.com/office/drawing/2014/main" id="{FD565C0D-356F-89F6-CAD4-3E1DF543BCBC}"/>
              </a:ext>
            </a:extLst>
          </p:cNvPr>
          <p:cNvSpPr/>
          <p:nvPr/>
        </p:nvSpPr>
        <p:spPr>
          <a:xfrm>
            <a:off x="1344768" y="1388049"/>
            <a:ext cx="326164" cy="172230"/>
          </a:xfrm>
          <a:prstGeom prst="roundRect">
            <a:avLst>
              <a:gd name="adj" fmla="val 36945"/>
            </a:avLst>
          </a:prstGeom>
          <a:noFill/>
        </p:spPr>
        <p:style>
          <a:lnRef idx="2">
            <a:schemeClr val="accent1">
              <a:shade val="15000"/>
            </a:schemeClr>
          </a:lnRef>
          <a:fillRef idx="1">
            <a:schemeClr val="accent1"/>
          </a:fillRef>
          <a:effectRef idx="0">
            <a:schemeClr val="accent1"/>
          </a:effectRef>
          <a:fontRef idx="minor">
            <a:schemeClr val="lt1"/>
          </a:fontRef>
        </p:style>
        <p:txBody>
          <a:bodyPr lIns="0" tIns="46800" rIns="0" rtlCol="0" anchor="ctr"/>
          <a:lstStyle/>
          <a:p>
            <a:pPr algn="ctr"/>
            <a:r>
              <a:rPr lang="en-GB" sz="900" noProof="0">
                <a:solidFill>
                  <a:schemeClr val="tx1"/>
                </a:solidFill>
              </a:rPr>
              <a:t>Start</a:t>
            </a:r>
          </a:p>
        </p:txBody>
      </p:sp>
      <p:sp>
        <p:nvSpPr>
          <p:cNvPr id="36" name="Rounded Rectangle 29">
            <a:extLst>
              <a:ext uri="{FF2B5EF4-FFF2-40B4-BE49-F238E27FC236}">
                <a16:creationId xmlns:a16="http://schemas.microsoft.com/office/drawing/2014/main" id="{A4FDFFC1-CAB2-B387-51EC-825A22E695E5}"/>
              </a:ext>
            </a:extLst>
          </p:cNvPr>
          <p:cNvSpPr/>
          <p:nvPr/>
        </p:nvSpPr>
        <p:spPr>
          <a:xfrm>
            <a:off x="8277287" y="1372236"/>
            <a:ext cx="326164" cy="172230"/>
          </a:xfrm>
          <a:prstGeom prst="roundRect">
            <a:avLst>
              <a:gd name="adj" fmla="val 36945"/>
            </a:avLst>
          </a:prstGeom>
          <a:noFill/>
        </p:spPr>
        <p:style>
          <a:lnRef idx="2">
            <a:schemeClr val="accent1">
              <a:shade val="15000"/>
            </a:schemeClr>
          </a:lnRef>
          <a:fillRef idx="1">
            <a:schemeClr val="accent1"/>
          </a:fillRef>
          <a:effectRef idx="0">
            <a:schemeClr val="accent1"/>
          </a:effectRef>
          <a:fontRef idx="minor">
            <a:schemeClr val="lt1"/>
          </a:fontRef>
        </p:style>
        <p:txBody>
          <a:bodyPr lIns="0" tIns="46800" rIns="0" rtlCol="0" anchor="ctr"/>
          <a:lstStyle/>
          <a:p>
            <a:pPr algn="ctr"/>
            <a:r>
              <a:rPr lang="en-GB" sz="900" noProof="0">
                <a:solidFill>
                  <a:schemeClr val="tx1"/>
                </a:solidFill>
              </a:rPr>
              <a:t>End</a:t>
            </a:r>
          </a:p>
        </p:txBody>
      </p:sp>
      <p:cxnSp>
        <p:nvCxnSpPr>
          <p:cNvPr id="37" name="Straight Arrow Connector 36">
            <a:extLst>
              <a:ext uri="{FF2B5EF4-FFF2-40B4-BE49-F238E27FC236}">
                <a16:creationId xmlns:a16="http://schemas.microsoft.com/office/drawing/2014/main" id="{25078EE5-4718-BB01-5F6C-C0095741D7CE}"/>
              </a:ext>
            </a:extLst>
          </p:cNvPr>
          <p:cNvCxnSpPr>
            <a:cxnSpLocks/>
          </p:cNvCxnSpPr>
          <p:nvPr/>
        </p:nvCxnSpPr>
        <p:spPr>
          <a:xfrm flipV="1">
            <a:off x="1670932" y="1473596"/>
            <a:ext cx="194218" cy="56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F0C46DF6-62A6-8DD9-CF46-4B4216BA1060}"/>
              </a:ext>
            </a:extLst>
          </p:cNvPr>
          <p:cNvCxnSpPr>
            <a:cxnSpLocks/>
          </p:cNvCxnSpPr>
          <p:nvPr/>
        </p:nvCxnSpPr>
        <p:spPr>
          <a:xfrm>
            <a:off x="5117959" y="2819738"/>
            <a:ext cx="600636"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Rectangle 41">
            <a:extLst>
              <a:ext uri="{FF2B5EF4-FFF2-40B4-BE49-F238E27FC236}">
                <a16:creationId xmlns:a16="http://schemas.microsoft.com/office/drawing/2014/main" id="{F3462D45-7C54-9A02-8F53-9542529A5C48}"/>
              </a:ext>
            </a:extLst>
          </p:cNvPr>
          <p:cNvSpPr/>
          <p:nvPr/>
        </p:nvSpPr>
        <p:spPr>
          <a:xfrm>
            <a:off x="5276463" y="1209647"/>
            <a:ext cx="726141" cy="4303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lIns="36000" tIns="46800" rIns="36000" rtlCol="0" anchor="ctr"/>
          <a:lstStyle/>
          <a:p>
            <a:pPr algn="ctr"/>
            <a:r>
              <a:rPr lang="en-GB" sz="900" noProof="0">
                <a:solidFill>
                  <a:schemeClr val="tx1"/>
                </a:solidFill>
              </a:rPr>
              <a:t>5. </a:t>
            </a:r>
            <a:r>
              <a:rPr lang="en-GB" sz="800" noProof="0">
                <a:solidFill>
                  <a:schemeClr val="tx1"/>
                </a:solidFill>
              </a:rPr>
              <a:t>Extension of Resignation Period </a:t>
            </a:r>
            <a:endParaRPr lang="en-GB" sz="900" noProof="0">
              <a:solidFill>
                <a:schemeClr val="tx1"/>
              </a:solidFill>
            </a:endParaRPr>
          </a:p>
        </p:txBody>
      </p:sp>
      <p:cxnSp>
        <p:nvCxnSpPr>
          <p:cNvPr id="43" name="Straight Arrow Connector 51">
            <a:extLst>
              <a:ext uri="{FF2B5EF4-FFF2-40B4-BE49-F238E27FC236}">
                <a16:creationId xmlns:a16="http://schemas.microsoft.com/office/drawing/2014/main" id="{375C82DC-585B-9BD4-30A6-5F907017DE77}"/>
              </a:ext>
            </a:extLst>
          </p:cNvPr>
          <p:cNvCxnSpPr>
            <a:cxnSpLocks/>
          </p:cNvCxnSpPr>
          <p:nvPr/>
        </p:nvCxnSpPr>
        <p:spPr>
          <a:xfrm rot="16200000" flipH="1">
            <a:off x="3826777" y="2254697"/>
            <a:ext cx="426134" cy="703948"/>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D221D291-1FF9-0CAF-9161-3E1FF66589E6}"/>
              </a:ext>
            </a:extLst>
          </p:cNvPr>
          <p:cNvSpPr txBox="1"/>
          <p:nvPr/>
        </p:nvSpPr>
        <p:spPr>
          <a:xfrm>
            <a:off x="3416491" y="2572103"/>
            <a:ext cx="286870" cy="216982"/>
          </a:xfrm>
          <a:prstGeom prst="rect">
            <a:avLst/>
          </a:prstGeom>
          <a:noFill/>
        </p:spPr>
        <p:txBody>
          <a:bodyPr wrap="square" lIns="0" rIns="0" rtlCol="0">
            <a:spAutoFit/>
          </a:bodyPr>
          <a:lstStyle/>
          <a:p>
            <a:pPr algn="ctr"/>
            <a:r>
              <a:rPr lang="en-GB" sz="900" noProof="0"/>
              <a:t>No</a:t>
            </a:r>
          </a:p>
        </p:txBody>
      </p:sp>
      <p:sp>
        <p:nvSpPr>
          <p:cNvPr id="46" name="TextBox 45">
            <a:extLst>
              <a:ext uri="{FF2B5EF4-FFF2-40B4-BE49-F238E27FC236}">
                <a16:creationId xmlns:a16="http://schemas.microsoft.com/office/drawing/2014/main" id="{531E6D88-6FEB-C1B8-F04E-7CA4820BCF98}"/>
              </a:ext>
            </a:extLst>
          </p:cNvPr>
          <p:cNvSpPr txBox="1"/>
          <p:nvPr/>
        </p:nvSpPr>
        <p:spPr>
          <a:xfrm>
            <a:off x="3419127" y="1517169"/>
            <a:ext cx="286870" cy="216982"/>
          </a:xfrm>
          <a:prstGeom prst="rect">
            <a:avLst/>
          </a:prstGeom>
          <a:noFill/>
        </p:spPr>
        <p:txBody>
          <a:bodyPr wrap="square" lIns="0" rIns="0" rtlCol="0">
            <a:spAutoFit/>
          </a:bodyPr>
          <a:lstStyle/>
          <a:p>
            <a:pPr algn="ctr"/>
            <a:r>
              <a:rPr lang="en-GB" sz="900" noProof="0"/>
              <a:t>Yes</a:t>
            </a:r>
          </a:p>
        </p:txBody>
      </p:sp>
      <p:cxnSp>
        <p:nvCxnSpPr>
          <p:cNvPr id="47" name="Connector: Elbow 20">
            <a:extLst>
              <a:ext uri="{FF2B5EF4-FFF2-40B4-BE49-F238E27FC236}">
                <a16:creationId xmlns:a16="http://schemas.microsoft.com/office/drawing/2014/main" id="{485B7741-AFD2-59D5-45FA-0F1F3CC7DD05}"/>
              </a:ext>
            </a:extLst>
          </p:cNvPr>
          <p:cNvCxnSpPr>
            <a:cxnSpLocks/>
          </p:cNvCxnSpPr>
          <p:nvPr/>
        </p:nvCxnSpPr>
        <p:spPr>
          <a:xfrm>
            <a:off x="7755005" y="1453171"/>
            <a:ext cx="522282" cy="518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 name="Rectangle 47">
            <a:extLst>
              <a:ext uri="{FF2B5EF4-FFF2-40B4-BE49-F238E27FC236}">
                <a16:creationId xmlns:a16="http://schemas.microsoft.com/office/drawing/2014/main" id="{8E6C85CB-5C5C-733A-3F18-0F4F9D468DBA}"/>
              </a:ext>
            </a:extLst>
          </p:cNvPr>
          <p:cNvSpPr/>
          <p:nvPr/>
        </p:nvSpPr>
        <p:spPr>
          <a:xfrm>
            <a:off x="2369031" y="1903566"/>
            <a:ext cx="726141" cy="4303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lIns="36000" tIns="46800" rIns="36000" rtlCol="0" anchor="ctr"/>
          <a:lstStyle/>
          <a:p>
            <a:pPr algn="ctr"/>
            <a:r>
              <a:rPr lang="en-GB" sz="900" noProof="0">
                <a:solidFill>
                  <a:schemeClr val="tx1"/>
                </a:solidFill>
              </a:rPr>
              <a:t>2. Receive Notice</a:t>
            </a:r>
          </a:p>
        </p:txBody>
      </p:sp>
      <p:cxnSp>
        <p:nvCxnSpPr>
          <p:cNvPr id="49" name="Connector: Elbow 43">
            <a:extLst>
              <a:ext uri="{FF2B5EF4-FFF2-40B4-BE49-F238E27FC236}">
                <a16:creationId xmlns:a16="http://schemas.microsoft.com/office/drawing/2014/main" id="{59B7DF21-465D-7D96-1795-235268FF921B}"/>
              </a:ext>
            </a:extLst>
          </p:cNvPr>
          <p:cNvCxnSpPr>
            <a:cxnSpLocks/>
          </p:cNvCxnSpPr>
          <p:nvPr/>
        </p:nvCxnSpPr>
        <p:spPr>
          <a:xfrm flipV="1">
            <a:off x="3095172" y="2118343"/>
            <a:ext cx="292380" cy="37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95490095-B27D-59F9-19D7-8D1EA7A2DB97}"/>
              </a:ext>
            </a:extLst>
          </p:cNvPr>
          <p:cNvSpPr/>
          <p:nvPr/>
        </p:nvSpPr>
        <p:spPr>
          <a:xfrm>
            <a:off x="5718595" y="2613026"/>
            <a:ext cx="726141" cy="4303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lIns="36000" tIns="46800" rIns="36000" rtlCol="0" anchor="ctr"/>
          <a:lstStyle/>
          <a:p>
            <a:pPr algn="ctr"/>
            <a:r>
              <a:rPr lang="en-GB" sz="900" noProof="0">
                <a:solidFill>
                  <a:schemeClr val="tx1"/>
                </a:solidFill>
              </a:rPr>
              <a:t>7. Update Internal Records</a:t>
            </a:r>
          </a:p>
        </p:txBody>
      </p:sp>
      <p:cxnSp>
        <p:nvCxnSpPr>
          <p:cNvPr id="51" name="Straight Connector 50">
            <a:extLst>
              <a:ext uri="{FF2B5EF4-FFF2-40B4-BE49-F238E27FC236}">
                <a16:creationId xmlns:a16="http://schemas.microsoft.com/office/drawing/2014/main" id="{E6B2B1B8-C0AC-7BFC-E452-F67C146D4ED3}"/>
              </a:ext>
            </a:extLst>
          </p:cNvPr>
          <p:cNvCxnSpPr/>
          <p:nvPr/>
        </p:nvCxnSpPr>
        <p:spPr>
          <a:xfrm>
            <a:off x="5802454" y="2604585"/>
            <a:ext cx="0" cy="43874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CD398CBF-F7C7-EF37-D9D2-8D70F7684F64}"/>
              </a:ext>
            </a:extLst>
          </p:cNvPr>
          <p:cNvCxnSpPr/>
          <p:nvPr/>
        </p:nvCxnSpPr>
        <p:spPr>
          <a:xfrm>
            <a:off x="6347577" y="2604585"/>
            <a:ext cx="0" cy="43874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Connector: Elbow 20">
            <a:extLst>
              <a:ext uri="{FF2B5EF4-FFF2-40B4-BE49-F238E27FC236}">
                <a16:creationId xmlns:a16="http://schemas.microsoft.com/office/drawing/2014/main" id="{F3614286-F01F-703E-9188-31B09E64DD9A}"/>
              </a:ext>
            </a:extLst>
          </p:cNvPr>
          <p:cNvCxnSpPr>
            <a:cxnSpLocks/>
          </p:cNvCxnSpPr>
          <p:nvPr/>
        </p:nvCxnSpPr>
        <p:spPr>
          <a:xfrm flipV="1">
            <a:off x="6444736" y="1668324"/>
            <a:ext cx="947199" cy="1159855"/>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Connector: Elbow 20">
            <a:extLst>
              <a:ext uri="{FF2B5EF4-FFF2-40B4-BE49-F238E27FC236}">
                <a16:creationId xmlns:a16="http://schemas.microsoft.com/office/drawing/2014/main" id="{92111C82-869C-8D8D-7D42-BEA442A9D3D8}"/>
              </a:ext>
            </a:extLst>
          </p:cNvPr>
          <p:cNvCxnSpPr>
            <a:cxnSpLocks/>
          </p:cNvCxnSpPr>
          <p:nvPr/>
        </p:nvCxnSpPr>
        <p:spPr>
          <a:xfrm rot="5400000">
            <a:off x="4574666" y="1053475"/>
            <a:ext cx="478390" cy="1651347"/>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55" name="Group 54">
            <a:extLst>
              <a:ext uri="{FF2B5EF4-FFF2-40B4-BE49-F238E27FC236}">
                <a16:creationId xmlns:a16="http://schemas.microsoft.com/office/drawing/2014/main" id="{FCB9D5F8-AB19-05A4-89DF-287099628664}"/>
              </a:ext>
            </a:extLst>
          </p:cNvPr>
          <p:cNvGrpSpPr/>
          <p:nvPr/>
        </p:nvGrpSpPr>
        <p:grpSpPr>
          <a:xfrm>
            <a:off x="3925632" y="1159131"/>
            <a:ext cx="600635" cy="550522"/>
            <a:chOff x="5495268" y="1186698"/>
            <a:chExt cx="600635" cy="550522"/>
          </a:xfrm>
        </p:grpSpPr>
        <p:sp>
          <p:nvSpPr>
            <p:cNvPr id="56" name="Diamond 55">
              <a:extLst>
                <a:ext uri="{FF2B5EF4-FFF2-40B4-BE49-F238E27FC236}">
                  <a16:creationId xmlns:a16="http://schemas.microsoft.com/office/drawing/2014/main" id="{01EC9E77-7692-42CC-6E0F-3E617AA83A7B}"/>
                </a:ext>
              </a:extLst>
            </p:cNvPr>
            <p:cNvSpPr/>
            <p:nvPr/>
          </p:nvSpPr>
          <p:spPr>
            <a:xfrm>
              <a:off x="5495268" y="1186698"/>
              <a:ext cx="600635" cy="550522"/>
            </a:xfrm>
            <a:prstGeom prst="diamond">
              <a:avLst/>
            </a:prstGeom>
            <a:noFill/>
          </p:spPr>
          <p:style>
            <a:lnRef idx="2">
              <a:schemeClr val="accent1">
                <a:shade val="15000"/>
              </a:schemeClr>
            </a:lnRef>
            <a:fillRef idx="1">
              <a:schemeClr val="accent1"/>
            </a:fillRef>
            <a:effectRef idx="0">
              <a:schemeClr val="accent1"/>
            </a:effectRef>
            <a:fontRef idx="minor">
              <a:schemeClr val="lt1"/>
            </a:fontRef>
          </p:style>
          <p:txBody>
            <a:bodyPr lIns="36000" tIns="46800" rIns="36000" rtlCol="0" anchor="ctr"/>
            <a:lstStyle/>
            <a:p>
              <a:pPr algn="ctr"/>
              <a:endParaRPr lang="en-GB" sz="900" noProof="0">
                <a:solidFill>
                  <a:schemeClr val="tx1"/>
                </a:solidFill>
              </a:endParaRPr>
            </a:p>
          </p:txBody>
        </p:sp>
        <p:sp>
          <p:nvSpPr>
            <p:cNvPr id="57" name="TextBox 56">
              <a:extLst>
                <a:ext uri="{FF2B5EF4-FFF2-40B4-BE49-F238E27FC236}">
                  <a16:creationId xmlns:a16="http://schemas.microsoft.com/office/drawing/2014/main" id="{71AC251F-4573-06C8-6DA7-49A82EB1415E}"/>
                </a:ext>
              </a:extLst>
            </p:cNvPr>
            <p:cNvSpPr txBox="1"/>
            <p:nvPr/>
          </p:nvSpPr>
          <p:spPr>
            <a:xfrm>
              <a:off x="5569873" y="1233343"/>
              <a:ext cx="509523" cy="438582"/>
            </a:xfrm>
            <a:prstGeom prst="rect">
              <a:avLst/>
            </a:prstGeom>
            <a:noFill/>
          </p:spPr>
          <p:txBody>
            <a:bodyPr wrap="square" rtlCol="0">
              <a:spAutoFit/>
            </a:bodyPr>
            <a:lstStyle/>
            <a:p>
              <a:pPr algn="ctr"/>
              <a:r>
                <a:rPr lang="en-GB" sz="900" noProof="0"/>
                <a:t>4. </a:t>
              </a:r>
              <a:r>
                <a:rPr lang="en-GB" sz="700" noProof="0"/>
                <a:t>Stay on longer?</a:t>
              </a:r>
              <a:r>
                <a:rPr lang="en-GB" sz="900" noProof="0"/>
                <a:t>  </a:t>
              </a:r>
            </a:p>
          </p:txBody>
        </p:sp>
      </p:grpSp>
      <p:cxnSp>
        <p:nvCxnSpPr>
          <p:cNvPr id="58" name="Straight Arrow Connector 51">
            <a:extLst>
              <a:ext uri="{FF2B5EF4-FFF2-40B4-BE49-F238E27FC236}">
                <a16:creationId xmlns:a16="http://schemas.microsoft.com/office/drawing/2014/main" id="{B63D5D2F-6C50-FF52-C8B0-8A875315D855}"/>
              </a:ext>
            </a:extLst>
          </p:cNvPr>
          <p:cNvCxnSpPr>
            <a:cxnSpLocks/>
          </p:cNvCxnSpPr>
          <p:nvPr/>
        </p:nvCxnSpPr>
        <p:spPr>
          <a:xfrm rot="16200000" flipH="1">
            <a:off x="3753842" y="2181761"/>
            <a:ext cx="1110085" cy="165868"/>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B05AB10A-4407-1102-81CA-C9D13710A843}"/>
              </a:ext>
            </a:extLst>
          </p:cNvPr>
          <p:cNvSpPr txBox="1"/>
          <p:nvPr/>
        </p:nvSpPr>
        <p:spPr>
          <a:xfrm>
            <a:off x="3963634" y="1787476"/>
            <a:ext cx="286870" cy="216982"/>
          </a:xfrm>
          <a:prstGeom prst="rect">
            <a:avLst/>
          </a:prstGeom>
          <a:noFill/>
        </p:spPr>
        <p:txBody>
          <a:bodyPr wrap="square" lIns="0" rIns="0" rtlCol="0">
            <a:spAutoFit/>
          </a:bodyPr>
          <a:lstStyle/>
          <a:p>
            <a:pPr algn="ctr"/>
            <a:r>
              <a:rPr lang="en-GB" sz="900" noProof="0"/>
              <a:t>No</a:t>
            </a:r>
          </a:p>
        </p:txBody>
      </p:sp>
      <p:cxnSp>
        <p:nvCxnSpPr>
          <p:cNvPr id="60" name="Straight Arrow Connector 51">
            <a:extLst>
              <a:ext uri="{FF2B5EF4-FFF2-40B4-BE49-F238E27FC236}">
                <a16:creationId xmlns:a16="http://schemas.microsoft.com/office/drawing/2014/main" id="{BF6B8506-1C9B-2226-25AE-56194AE335C1}"/>
              </a:ext>
            </a:extLst>
          </p:cNvPr>
          <p:cNvCxnSpPr>
            <a:cxnSpLocks/>
          </p:cNvCxnSpPr>
          <p:nvPr/>
        </p:nvCxnSpPr>
        <p:spPr>
          <a:xfrm flipV="1">
            <a:off x="4526267" y="1424800"/>
            <a:ext cx="750196" cy="959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A01C4A85-0CF7-8EC1-B6B9-C111E271EED0}"/>
              </a:ext>
            </a:extLst>
          </p:cNvPr>
          <p:cNvSpPr txBox="1"/>
          <p:nvPr/>
        </p:nvSpPr>
        <p:spPr>
          <a:xfrm>
            <a:off x="4515461" y="1242319"/>
            <a:ext cx="286870" cy="216982"/>
          </a:xfrm>
          <a:prstGeom prst="rect">
            <a:avLst/>
          </a:prstGeom>
          <a:noFill/>
        </p:spPr>
        <p:txBody>
          <a:bodyPr wrap="square" lIns="0" rIns="0" rtlCol="0">
            <a:spAutoFit/>
          </a:bodyPr>
          <a:lstStyle/>
          <a:p>
            <a:pPr algn="ctr"/>
            <a:r>
              <a:rPr lang="en-GB" sz="900" noProof="0"/>
              <a:t>Yes</a:t>
            </a:r>
          </a:p>
        </p:txBody>
      </p:sp>
      <p:sp>
        <p:nvSpPr>
          <p:cNvPr id="2" name="Rectangle 1">
            <a:extLst>
              <a:ext uri="{FF2B5EF4-FFF2-40B4-BE49-F238E27FC236}">
                <a16:creationId xmlns:a16="http://schemas.microsoft.com/office/drawing/2014/main" id="{5B332566-CDB8-448F-8EA1-B96955F410E2}"/>
              </a:ext>
            </a:extLst>
          </p:cNvPr>
          <p:cNvSpPr/>
          <p:nvPr/>
        </p:nvSpPr>
        <p:spPr>
          <a:xfrm>
            <a:off x="7028864" y="1238016"/>
            <a:ext cx="726141" cy="4303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lIns="36000" tIns="46800" rIns="36000" rtlCol="0" anchor="ctr"/>
          <a:lstStyle/>
          <a:p>
            <a:pPr algn="ctr"/>
            <a:r>
              <a:rPr lang="en-GB" sz="900" noProof="0" dirty="0">
                <a:solidFill>
                  <a:schemeClr val="tx1"/>
                </a:solidFill>
              </a:rPr>
              <a:t>8. Final Handover</a:t>
            </a:r>
          </a:p>
        </p:txBody>
      </p:sp>
      <p:sp>
        <p:nvSpPr>
          <p:cNvPr id="3" name="TextBox 2">
            <a:extLst>
              <a:ext uri="{FF2B5EF4-FFF2-40B4-BE49-F238E27FC236}">
                <a16:creationId xmlns:a16="http://schemas.microsoft.com/office/drawing/2014/main" id="{59136DEA-DDD6-44A1-70E2-DA340699528A}"/>
              </a:ext>
            </a:extLst>
          </p:cNvPr>
          <p:cNvSpPr txBox="1"/>
          <p:nvPr/>
        </p:nvSpPr>
        <p:spPr>
          <a:xfrm>
            <a:off x="687990" y="831081"/>
            <a:ext cx="4627982" cy="307777"/>
          </a:xfrm>
          <a:prstGeom prst="rect">
            <a:avLst/>
          </a:prstGeom>
          <a:noFill/>
        </p:spPr>
        <p:txBody>
          <a:bodyPr wrap="square">
            <a:spAutoFit/>
          </a:bodyPr>
          <a:lstStyle/>
          <a:p>
            <a:pPr>
              <a:spcBef>
                <a:spcPts val="0"/>
              </a:spcBef>
            </a:pPr>
            <a:r>
              <a:rPr lang="en-GB" sz="1400" noProof="0">
                <a:solidFill>
                  <a:schemeClr val="tx1"/>
                </a:solidFill>
                <a:ea typeface="Calibri"/>
                <a:cs typeface="Calibri"/>
              </a:rPr>
              <a:t>Customer Support Centre Leaver</a:t>
            </a:r>
          </a:p>
        </p:txBody>
      </p:sp>
      <p:grpSp>
        <p:nvGrpSpPr>
          <p:cNvPr id="39" name="Group 38">
            <a:extLst>
              <a:ext uri="{FF2B5EF4-FFF2-40B4-BE49-F238E27FC236}">
                <a16:creationId xmlns:a16="http://schemas.microsoft.com/office/drawing/2014/main" id="{42257C68-DFCC-77FE-9FBA-7EC69733727B}"/>
              </a:ext>
            </a:extLst>
          </p:cNvPr>
          <p:cNvGrpSpPr/>
          <p:nvPr/>
        </p:nvGrpSpPr>
        <p:grpSpPr>
          <a:xfrm>
            <a:off x="3387552" y="1828788"/>
            <a:ext cx="600635" cy="564816"/>
            <a:chOff x="3240811" y="1224072"/>
            <a:chExt cx="600635" cy="564816"/>
          </a:xfrm>
        </p:grpSpPr>
        <p:sp>
          <p:nvSpPr>
            <p:cNvPr id="40" name="Diamond 39">
              <a:extLst>
                <a:ext uri="{FF2B5EF4-FFF2-40B4-BE49-F238E27FC236}">
                  <a16:creationId xmlns:a16="http://schemas.microsoft.com/office/drawing/2014/main" id="{0D661196-7FF7-1696-7F04-B79A967DC4DE}"/>
                </a:ext>
              </a:extLst>
            </p:cNvPr>
            <p:cNvSpPr/>
            <p:nvPr/>
          </p:nvSpPr>
          <p:spPr>
            <a:xfrm>
              <a:off x="3240811" y="1238366"/>
              <a:ext cx="600635" cy="550522"/>
            </a:xfrm>
            <a:prstGeom prst="diamond">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36000" tIns="46800" rIns="36000" rtlCol="0" anchor="ctr"/>
            <a:lstStyle/>
            <a:p>
              <a:pPr algn="ctr"/>
              <a:endParaRPr lang="en-GB" sz="900" noProof="0">
                <a:solidFill>
                  <a:schemeClr val="tx1"/>
                </a:solidFill>
              </a:endParaRPr>
            </a:p>
          </p:txBody>
        </p:sp>
        <p:sp>
          <p:nvSpPr>
            <p:cNvPr id="41" name="TextBox 40">
              <a:extLst>
                <a:ext uri="{FF2B5EF4-FFF2-40B4-BE49-F238E27FC236}">
                  <a16:creationId xmlns:a16="http://schemas.microsoft.com/office/drawing/2014/main" id="{31FCB8C1-869F-D95F-9304-A588370B0E1A}"/>
                </a:ext>
              </a:extLst>
            </p:cNvPr>
            <p:cNvSpPr txBox="1"/>
            <p:nvPr/>
          </p:nvSpPr>
          <p:spPr>
            <a:xfrm>
              <a:off x="3320882" y="1224072"/>
              <a:ext cx="451873" cy="553998"/>
            </a:xfrm>
            <a:prstGeom prst="rect">
              <a:avLst/>
            </a:prstGeom>
            <a:noFill/>
          </p:spPr>
          <p:txBody>
            <a:bodyPr wrap="square" lIns="0" tIns="45720" rIns="0" bIns="45720" rtlCol="0" anchor="t">
              <a:spAutoFit/>
            </a:bodyPr>
            <a:lstStyle/>
            <a:p>
              <a:pPr algn="ctr">
                <a:spcBef>
                  <a:spcPts val="0"/>
                </a:spcBef>
              </a:pPr>
              <a:r>
                <a:rPr lang="en-GB" sz="900" noProof="0"/>
                <a:t>3.</a:t>
              </a:r>
            </a:p>
            <a:p>
              <a:pPr algn="ctr">
                <a:spcBef>
                  <a:spcPts val="0"/>
                </a:spcBef>
              </a:pPr>
              <a:r>
                <a:rPr lang="en-GB" sz="700" noProof="0"/>
                <a:t>Employee still needed?</a:t>
              </a:r>
            </a:p>
          </p:txBody>
        </p:sp>
      </p:grpSp>
      <p:sp>
        <p:nvSpPr>
          <p:cNvPr id="5" name="TextBox 4">
            <a:extLst>
              <a:ext uri="{FF2B5EF4-FFF2-40B4-BE49-F238E27FC236}">
                <a16:creationId xmlns:a16="http://schemas.microsoft.com/office/drawing/2014/main" id="{F093C802-3C8B-3196-5AFE-DF9B69D0FF9D}"/>
              </a:ext>
            </a:extLst>
          </p:cNvPr>
          <p:cNvSpPr txBox="1"/>
          <p:nvPr/>
        </p:nvSpPr>
        <p:spPr>
          <a:xfrm>
            <a:off x="1142055" y="3728093"/>
            <a:ext cx="750895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i="1"/>
              <a:t>Note: While the content in this diagram does not directly relate to our topic, the model shown is applied to it.</a:t>
            </a:r>
          </a:p>
        </p:txBody>
      </p:sp>
      <p:sp>
        <p:nvSpPr>
          <p:cNvPr id="10" name="Title 1">
            <a:extLst>
              <a:ext uri="{FF2B5EF4-FFF2-40B4-BE49-F238E27FC236}">
                <a16:creationId xmlns:a16="http://schemas.microsoft.com/office/drawing/2014/main" id="{F4941C51-A4C9-44B1-1897-5023F2F552BE}"/>
              </a:ext>
            </a:extLst>
          </p:cNvPr>
          <p:cNvSpPr txBox="1">
            <a:spLocks/>
          </p:cNvSpPr>
          <p:nvPr/>
        </p:nvSpPr>
        <p:spPr>
          <a:xfrm>
            <a:off x="7982031" y="4883672"/>
            <a:ext cx="995276" cy="15474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2pPr>
            <a:lvl3pPr marR="0" lvl="2"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3pPr>
            <a:lvl4pPr marR="0" lvl="3"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4pPr>
            <a:lvl5pPr marR="0" lvl="4"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5pPr>
            <a:lvl6pPr marR="0" lvl="5"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6pPr>
            <a:lvl7pPr marR="0" lvl="6"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7pPr>
            <a:lvl8pPr marR="0" lvl="7"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8pPr>
            <a:lvl9pPr marR="0" lvl="8"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9pPr>
          </a:lstStyle>
          <a:p>
            <a:r>
              <a:rPr lang="en-GB" sz="900"/>
              <a:t>Alex Markou</a:t>
            </a:r>
            <a:endParaRPr lang="en-US"/>
          </a:p>
        </p:txBody>
      </p:sp>
    </p:spTree>
    <p:extLst>
      <p:ext uri="{BB962C8B-B14F-4D97-AF65-F5344CB8AC3E}">
        <p14:creationId xmlns:p14="http://schemas.microsoft.com/office/powerpoint/2010/main" val="38853286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10359-8575-7C0E-190E-434FB2612EE7}"/>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5DEE3944-6F3E-8DA1-3881-E2814DA6E975}"/>
              </a:ext>
            </a:extLst>
          </p:cNvPr>
          <p:cNvGrpSpPr/>
          <p:nvPr/>
        </p:nvGrpSpPr>
        <p:grpSpPr>
          <a:xfrm>
            <a:off x="705136" y="1224194"/>
            <a:ext cx="8353174" cy="2921592"/>
            <a:chOff x="295836" y="291355"/>
            <a:chExt cx="11137567" cy="4061009"/>
          </a:xfrm>
        </p:grpSpPr>
        <p:sp>
          <p:nvSpPr>
            <p:cNvPr id="3" name="Rectangle 2">
              <a:extLst>
                <a:ext uri="{FF2B5EF4-FFF2-40B4-BE49-F238E27FC236}">
                  <a16:creationId xmlns:a16="http://schemas.microsoft.com/office/drawing/2014/main" id="{B52569E5-DE74-2A60-3F1C-F873D786F013}"/>
                </a:ext>
              </a:extLst>
            </p:cNvPr>
            <p:cNvSpPr/>
            <p:nvPr/>
          </p:nvSpPr>
          <p:spPr>
            <a:xfrm>
              <a:off x="759069" y="623048"/>
              <a:ext cx="10674334" cy="932329"/>
            </a:xfrm>
            <a:prstGeom prst="rect">
              <a:avLst/>
            </a:prstGeom>
            <a:noFill/>
            <a:ln>
              <a:solidFill>
                <a:srgbClr val="375D7D"/>
              </a:solidFill>
            </a:ln>
          </p:spPr>
          <p:style>
            <a:lnRef idx="2">
              <a:schemeClr val="accent2"/>
            </a:lnRef>
            <a:fillRef idx="1">
              <a:schemeClr val="lt1"/>
            </a:fillRef>
            <a:effectRef idx="0">
              <a:schemeClr val="accent2"/>
            </a:effectRef>
            <a:fontRef idx="minor">
              <a:schemeClr val="dk1"/>
            </a:fontRef>
          </p:style>
          <p:txBody>
            <a:bodyPr rtlCol="0" anchor="ctr"/>
            <a:lstStyle/>
            <a:p>
              <a:pPr algn="ctr">
                <a:spcBef>
                  <a:spcPts val="0"/>
                </a:spcBef>
              </a:pPr>
              <a:endParaRPr lang="en-GB" sz="1050" noProof="0">
                <a:solidFill>
                  <a:schemeClr val="bg1"/>
                </a:solidFill>
                <a:cs typeface="Arial" panose="020B0604020202020204" pitchFamily="34" charset="0"/>
              </a:endParaRPr>
            </a:p>
          </p:txBody>
        </p:sp>
        <p:sp>
          <p:nvSpPr>
            <p:cNvPr id="4" name="Rectangle 3">
              <a:extLst>
                <a:ext uri="{FF2B5EF4-FFF2-40B4-BE49-F238E27FC236}">
                  <a16:creationId xmlns:a16="http://schemas.microsoft.com/office/drawing/2014/main" id="{630E6C11-3E4C-7205-7ACE-1C709A43612C}"/>
                </a:ext>
              </a:extLst>
            </p:cNvPr>
            <p:cNvSpPr/>
            <p:nvPr/>
          </p:nvSpPr>
          <p:spPr>
            <a:xfrm rot="16200000">
              <a:off x="61289" y="857598"/>
              <a:ext cx="932329" cy="463229"/>
            </a:xfrm>
            <a:prstGeom prst="rect">
              <a:avLst/>
            </a:prstGeom>
            <a:solidFill>
              <a:schemeClr val="bg1">
                <a:lumMod val="75000"/>
              </a:schemeClr>
            </a:solidFill>
            <a:ln>
              <a:solidFill>
                <a:srgbClr val="375D7D"/>
              </a:solidFill>
            </a:ln>
          </p:spPr>
          <p:style>
            <a:lnRef idx="1">
              <a:schemeClr val="accent2"/>
            </a:lnRef>
            <a:fillRef idx="2">
              <a:schemeClr val="accent2"/>
            </a:fillRef>
            <a:effectRef idx="1">
              <a:schemeClr val="accent2"/>
            </a:effectRef>
            <a:fontRef idx="minor">
              <a:schemeClr val="dk1"/>
            </a:fontRef>
          </p:style>
          <p:txBody>
            <a:bodyPr lIns="91440" tIns="45720" rIns="91440" bIns="45720" rtlCol="0" anchor="ctr"/>
            <a:lstStyle/>
            <a:p>
              <a:pPr algn="ctr">
                <a:spcBef>
                  <a:spcPts val="0"/>
                </a:spcBef>
              </a:pPr>
              <a:r>
                <a:rPr lang="en-GB" sz="900">
                  <a:solidFill>
                    <a:schemeClr val="tx1"/>
                  </a:solidFill>
                  <a:ea typeface="Calibri"/>
                  <a:cs typeface="Arial"/>
                </a:rPr>
                <a:t>HR</a:t>
              </a:r>
              <a:endParaRPr lang="en-GB" sz="900" noProof="0">
                <a:solidFill>
                  <a:schemeClr val="tx1"/>
                </a:solidFill>
                <a:ea typeface="Calibri"/>
                <a:cs typeface="Arial" panose="020B0604020202020204" pitchFamily="34" charset="0"/>
              </a:endParaRPr>
            </a:p>
          </p:txBody>
        </p:sp>
        <p:sp>
          <p:nvSpPr>
            <p:cNvPr id="5" name="Rectangle 4">
              <a:extLst>
                <a:ext uri="{FF2B5EF4-FFF2-40B4-BE49-F238E27FC236}">
                  <a16:creationId xmlns:a16="http://schemas.microsoft.com/office/drawing/2014/main" id="{A411EECE-9536-47FA-18BE-D265A025462E}"/>
                </a:ext>
              </a:extLst>
            </p:cNvPr>
            <p:cNvSpPr/>
            <p:nvPr/>
          </p:nvSpPr>
          <p:spPr>
            <a:xfrm>
              <a:off x="759068" y="1555377"/>
              <a:ext cx="10674335" cy="932329"/>
            </a:xfrm>
            <a:prstGeom prst="rect">
              <a:avLst/>
            </a:prstGeom>
            <a:noFill/>
            <a:ln>
              <a:solidFill>
                <a:srgbClr val="375D7D"/>
              </a:solidFill>
            </a:ln>
          </p:spPr>
          <p:style>
            <a:lnRef idx="2">
              <a:schemeClr val="accent2"/>
            </a:lnRef>
            <a:fillRef idx="1">
              <a:schemeClr val="lt1"/>
            </a:fillRef>
            <a:effectRef idx="0">
              <a:schemeClr val="accent2"/>
            </a:effectRef>
            <a:fontRef idx="minor">
              <a:schemeClr val="dk1"/>
            </a:fontRef>
          </p:style>
          <p:txBody>
            <a:bodyPr rtlCol="0" anchor="ctr"/>
            <a:lstStyle/>
            <a:p>
              <a:pPr algn="ctr">
                <a:spcBef>
                  <a:spcPts val="0"/>
                </a:spcBef>
              </a:pPr>
              <a:endParaRPr lang="en-GB" sz="1050" noProof="0">
                <a:solidFill>
                  <a:schemeClr val="bg1"/>
                </a:solidFill>
                <a:cs typeface="Arial" panose="020B0604020202020204" pitchFamily="34" charset="0"/>
              </a:endParaRPr>
            </a:p>
          </p:txBody>
        </p:sp>
        <p:sp>
          <p:nvSpPr>
            <p:cNvPr id="6" name="Rectangle 5">
              <a:extLst>
                <a:ext uri="{FF2B5EF4-FFF2-40B4-BE49-F238E27FC236}">
                  <a16:creationId xmlns:a16="http://schemas.microsoft.com/office/drawing/2014/main" id="{9B7588A1-034C-1C70-A7B0-89993AB64DCE}"/>
                </a:ext>
              </a:extLst>
            </p:cNvPr>
            <p:cNvSpPr/>
            <p:nvPr/>
          </p:nvSpPr>
          <p:spPr>
            <a:xfrm rot="16200000">
              <a:off x="61288" y="1789927"/>
              <a:ext cx="932329" cy="463231"/>
            </a:xfrm>
            <a:prstGeom prst="rect">
              <a:avLst/>
            </a:prstGeom>
            <a:solidFill>
              <a:schemeClr val="bg1">
                <a:lumMod val="75000"/>
              </a:schemeClr>
            </a:solidFill>
            <a:ln>
              <a:solidFill>
                <a:srgbClr val="375D7D"/>
              </a:solidFill>
            </a:ln>
          </p:spPr>
          <p:style>
            <a:lnRef idx="1">
              <a:schemeClr val="accent2"/>
            </a:lnRef>
            <a:fillRef idx="2">
              <a:schemeClr val="accent2"/>
            </a:fillRef>
            <a:effectRef idx="1">
              <a:schemeClr val="accent2"/>
            </a:effectRef>
            <a:fontRef idx="minor">
              <a:schemeClr val="dk1"/>
            </a:fontRef>
          </p:style>
          <p:txBody>
            <a:bodyPr lIns="91440" tIns="45720" rIns="91440" bIns="45720" rtlCol="0" anchor="ctr"/>
            <a:lstStyle/>
            <a:p>
              <a:pPr algn="ctr">
                <a:spcBef>
                  <a:spcPts val="0"/>
                </a:spcBef>
              </a:pPr>
              <a:r>
                <a:rPr lang="en-GB" sz="900" noProof="0">
                  <a:solidFill>
                    <a:schemeClr val="tx1"/>
                  </a:solidFill>
                  <a:ea typeface="Calibri"/>
                  <a:cs typeface="Arial"/>
                </a:rPr>
                <a:t>Finance</a:t>
              </a:r>
              <a:endParaRPr lang="en-GB" sz="900" noProof="0">
                <a:solidFill>
                  <a:schemeClr val="tx1"/>
                </a:solidFill>
                <a:ea typeface="Calibri"/>
                <a:cs typeface="Arial" panose="020B0604020202020204" pitchFamily="34" charset="0"/>
              </a:endParaRPr>
            </a:p>
          </p:txBody>
        </p:sp>
        <p:sp>
          <p:nvSpPr>
            <p:cNvPr id="7" name="Rectangle 6">
              <a:extLst>
                <a:ext uri="{FF2B5EF4-FFF2-40B4-BE49-F238E27FC236}">
                  <a16:creationId xmlns:a16="http://schemas.microsoft.com/office/drawing/2014/main" id="{5D48B4B8-AFA3-7E19-E912-89F12B411165}"/>
                </a:ext>
              </a:extLst>
            </p:cNvPr>
            <p:cNvSpPr/>
            <p:nvPr/>
          </p:nvSpPr>
          <p:spPr>
            <a:xfrm>
              <a:off x="295836" y="291355"/>
              <a:ext cx="11137567" cy="331693"/>
            </a:xfrm>
            <a:prstGeom prst="rect">
              <a:avLst/>
            </a:prstGeom>
            <a:solidFill>
              <a:schemeClr val="tx1">
                <a:lumMod val="50000"/>
                <a:lumOff val="50000"/>
              </a:schemeClr>
            </a:solidFill>
            <a:ln w="19050" cap="flat" cmpd="sng" algn="ctr">
              <a:solidFill>
                <a:srgbClr val="375D7D"/>
              </a:solidFill>
              <a:prstDash val="solid"/>
            </a:ln>
            <a:effectLst/>
          </p:spPr>
          <p:txBody>
            <a:bodyPr lIns="91440" tIns="45720" rIns="91440" bIns="45720" rtlCol="0" anchor="ctr"/>
            <a:lstStyle/>
            <a:p>
              <a:pPr>
                <a:spcBef>
                  <a:spcPts val="0"/>
                </a:spcBef>
              </a:pPr>
              <a:endParaRPr lang="en-GB" sz="1050" noProof="0">
                <a:solidFill>
                  <a:schemeClr val="bg1"/>
                </a:solidFill>
                <a:cs typeface="Arial" panose="020B0604020202020204" pitchFamily="34" charset="0"/>
              </a:endParaRPr>
            </a:p>
          </p:txBody>
        </p:sp>
        <p:sp>
          <p:nvSpPr>
            <p:cNvPr id="8" name="Rectangle 7">
              <a:extLst>
                <a:ext uri="{FF2B5EF4-FFF2-40B4-BE49-F238E27FC236}">
                  <a16:creationId xmlns:a16="http://schemas.microsoft.com/office/drawing/2014/main" id="{6941234A-09D8-63CF-73A0-FFECF159AE11}"/>
                </a:ext>
              </a:extLst>
            </p:cNvPr>
            <p:cNvSpPr/>
            <p:nvPr/>
          </p:nvSpPr>
          <p:spPr>
            <a:xfrm>
              <a:off x="759068" y="2487706"/>
              <a:ext cx="10674335" cy="932329"/>
            </a:xfrm>
            <a:prstGeom prst="rect">
              <a:avLst/>
            </a:prstGeom>
            <a:noFill/>
            <a:ln>
              <a:solidFill>
                <a:srgbClr val="375D7D"/>
              </a:solidFill>
            </a:ln>
          </p:spPr>
          <p:style>
            <a:lnRef idx="2">
              <a:schemeClr val="accent2"/>
            </a:lnRef>
            <a:fillRef idx="1">
              <a:schemeClr val="lt1"/>
            </a:fillRef>
            <a:effectRef idx="0">
              <a:schemeClr val="accent2"/>
            </a:effectRef>
            <a:fontRef idx="minor">
              <a:schemeClr val="dk1"/>
            </a:fontRef>
          </p:style>
          <p:txBody>
            <a:bodyPr rtlCol="0" anchor="ctr"/>
            <a:lstStyle/>
            <a:p>
              <a:pPr algn="ctr">
                <a:spcBef>
                  <a:spcPts val="0"/>
                </a:spcBef>
              </a:pPr>
              <a:endParaRPr lang="en-GB" sz="1050" noProof="0">
                <a:solidFill>
                  <a:schemeClr val="bg1"/>
                </a:solidFill>
                <a:cs typeface="Arial" panose="020B0604020202020204" pitchFamily="34" charset="0"/>
              </a:endParaRPr>
            </a:p>
          </p:txBody>
        </p:sp>
        <p:sp>
          <p:nvSpPr>
            <p:cNvPr id="9" name="Rectangle 8">
              <a:extLst>
                <a:ext uri="{FF2B5EF4-FFF2-40B4-BE49-F238E27FC236}">
                  <a16:creationId xmlns:a16="http://schemas.microsoft.com/office/drawing/2014/main" id="{DC5C662A-DC03-A432-FF08-82BCE3481F8F}"/>
                </a:ext>
              </a:extLst>
            </p:cNvPr>
            <p:cNvSpPr/>
            <p:nvPr/>
          </p:nvSpPr>
          <p:spPr>
            <a:xfrm rot="16200000">
              <a:off x="61288" y="2722256"/>
              <a:ext cx="932329" cy="463230"/>
            </a:xfrm>
            <a:prstGeom prst="rect">
              <a:avLst/>
            </a:prstGeom>
            <a:solidFill>
              <a:schemeClr val="bg1">
                <a:lumMod val="75000"/>
              </a:schemeClr>
            </a:solidFill>
            <a:ln>
              <a:solidFill>
                <a:srgbClr val="375D7D"/>
              </a:solidFill>
            </a:ln>
          </p:spPr>
          <p:style>
            <a:lnRef idx="1">
              <a:schemeClr val="accent2"/>
            </a:lnRef>
            <a:fillRef idx="2">
              <a:schemeClr val="accent2"/>
            </a:fillRef>
            <a:effectRef idx="1">
              <a:schemeClr val="accent2"/>
            </a:effectRef>
            <a:fontRef idx="minor">
              <a:schemeClr val="dk1"/>
            </a:fontRef>
          </p:style>
          <p:txBody>
            <a:bodyPr lIns="91440" tIns="45720" rIns="91440" bIns="45720" rtlCol="0" anchor="ctr"/>
            <a:lstStyle/>
            <a:p>
              <a:pPr algn="ctr">
                <a:spcBef>
                  <a:spcPts val="0"/>
                </a:spcBef>
              </a:pPr>
              <a:r>
                <a:rPr lang="en-GB" sz="900" noProof="0">
                  <a:solidFill>
                    <a:schemeClr val="tx1"/>
                  </a:solidFill>
                  <a:ea typeface="Calibri"/>
                  <a:cs typeface="Arial" panose="020B0604020202020204" pitchFamily="34" charset="0"/>
                </a:rPr>
                <a:t>IT</a:t>
              </a:r>
            </a:p>
          </p:txBody>
        </p:sp>
        <p:sp>
          <p:nvSpPr>
            <p:cNvPr id="10" name="Rectangle 9">
              <a:extLst>
                <a:ext uri="{FF2B5EF4-FFF2-40B4-BE49-F238E27FC236}">
                  <a16:creationId xmlns:a16="http://schemas.microsoft.com/office/drawing/2014/main" id="{A1B430C1-5B8C-EE8A-33FA-967536969F16}"/>
                </a:ext>
              </a:extLst>
            </p:cNvPr>
            <p:cNvSpPr/>
            <p:nvPr/>
          </p:nvSpPr>
          <p:spPr>
            <a:xfrm>
              <a:off x="759067" y="3420035"/>
              <a:ext cx="10674336" cy="932329"/>
            </a:xfrm>
            <a:prstGeom prst="rect">
              <a:avLst/>
            </a:prstGeom>
            <a:noFill/>
            <a:ln>
              <a:solidFill>
                <a:srgbClr val="375D7D"/>
              </a:solidFill>
            </a:ln>
          </p:spPr>
          <p:style>
            <a:lnRef idx="2">
              <a:schemeClr val="accent2"/>
            </a:lnRef>
            <a:fillRef idx="1">
              <a:schemeClr val="lt1"/>
            </a:fillRef>
            <a:effectRef idx="0">
              <a:schemeClr val="accent2"/>
            </a:effectRef>
            <a:fontRef idx="minor">
              <a:schemeClr val="dk1"/>
            </a:fontRef>
          </p:style>
          <p:txBody>
            <a:bodyPr rtlCol="0" anchor="ctr"/>
            <a:lstStyle/>
            <a:p>
              <a:pPr algn="ctr">
                <a:spcBef>
                  <a:spcPts val="0"/>
                </a:spcBef>
              </a:pPr>
              <a:endParaRPr lang="en-GB" sz="1050" noProof="0">
                <a:solidFill>
                  <a:schemeClr val="bg1"/>
                </a:solidFill>
                <a:cs typeface="Arial" panose="020B0604020202020204" pitchFamily="34" charset="0"/>
              </a:endParaRPr>
            </a:p>
          </p:txBody>
        </p:sp>
        <p:sp>
          <p:nvSpPr>
            <p:cNvPr id="11" name="Rectangle 10">
              <a:extLst>
                <a:ext uri="{FF2B5EF4-FFF2-40B4-BE49-F238E27FC236}">
                  <a16:creationId xmlns:a16="http://schemas.microsoft.com/office/drawing/2014/main" id="{FC364ACE-4CF4-0DA8-7610-6E1946BFDFF8}"/>
                </a:ext>
              </a:extLst>
            </p:cNvPr>
            <p:cNvSpPr/>
            <p:nvPr/>
          </p:nvSpPr>
          <p:spPr>
            <a:xfrm rot="16200000">
              <a:off x="61287" y="3654584"/>
              <a:ext cx="932329" cy="463231"/>
            </a:xfrm>
            <a:prstGeom prst="rect">
              <a:avLst/>
            </a:prstGeom>
            <a:solidFill>
              <a:schemeClr val="bg1">
                <a:lumMod val="75000"/>
              </a:schemeClr>
            </a:solidFill>
            <a:ln>
              <a:solidFill>
                <a:srgbClr val="375D7D"/>
              </a:solidFill>
            </a:ln>
          </p:spPr>
          <p:style>
            <a:lnRef idx="1">
              <a:schemeClr val="accent2"/>
            </a:lnRef>
            <a:fillRef idx="2">
              <a:schemeClr val="accent2"/>
            </a:fillRef>
            <a:effectRef idx="1">
              <a:schemeClr val="accent2"/>
            </a:effectRef>
            <a:fontRef idx="minor">
              <a:schemeClr val="dk1"/>
            </a:fontRef>
          </p:style>
          <p:txBody>
            <a:bodyPr lIns="91440" tIns="45720" rIns="91440" bIns="45720" rtlCol="0" anchor="ctr"/>
            <a:lstStyle/>
            <a:p>
              <a:pPr algn="ctr">
                <a:spcBef>
                  <a:spcPts val="0"/>
                </a:spcBef>
              </a:pPr>
              <a:r>
                <a:rPr lang="en-GB" sz="1000" noProof="0">
                  <a:solidFill>
                    <a:schemeClr val="tx1"/>
                  </a:solidFill>
                  <a:ea typeface="Calibri"/>
                  <a:cs typeface="Arial"/>
                </a:rPr>
                <a:t>Legal</a:t>
              </a:r>
              <a:endParaRPr lang="en-GB" sz="1000" noProof="0">
                <a:solidFill>
                  <a:schemeClr val="tx1"/>
                </a:solidFill>
                <a:cs typeface="Arial"/>
              </a:endParaRPr>
            </a:p>
          </p:txBody>
        </p:sp>
      </p:grpSp>
      <p:cxnSp>
        <p:nvCxnSpPr>
          <p:cNvPr id="16" name="Connector: Elbow 15">
            <a:extLst>
              <a:ext uri="{FF2B5EF4-FFF2-40B4-BE49-F238E27FC236}">
                <a16:creationId xmlns:a16="http://schemas.microsoft.com/office/drawing/2014/main" id="{7D60E458-AB1C-28C2-A24C-35124C229E8A}"/>
              </a:ext>
            </a:extLst>
          </p:cNvPr>
          <p:cNvCxnSpPr>
            <a:cxnSpLocks/>
          </p:cNvCxnSpPr>
          <p:nvPr/>
        </p:nvCxnSpPr>
        <p:spPr>
          <a:xfrm>
            <a:off x="2600470" y="1830791"/>
            <a:ext cx="355123" cy="410162"/>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97E8E2F4-C331-6B9C-265F-7F0569481F99}"/>
              </a:ext>
            </a:extLst>
          </p:cNvPr>
          <p:cNvSpPr/>
          <p:nvPr/>
        </p:nvSpPr>
        <p:spPr>
          <a:xfrm>
            <a:off x="3318651" y="2918648"/>
            <a:ext cx="726141" cy="4303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lIns="36000" tIns="46800" rIns="36000" bIns="45720" rtlCol="0" anchor="ctr"/>
          <a:lstStyle/>
          <a:p>
            <a:pPr algn="ctr"/>
            <a:r>
              <a:rPr lang="en-GB" sz="900" noProof="0">
                <a:solidFill>
                  <a:schemeClr val="tx1"/>
                </a:solidFill>
                <a:ea typeface="Calibri"/>
                <a:cs typeface="Calibri"/>
              </a:rPr>
              <a:t>3.Removal of Credentials</a:t>
            </a:r>
          </a:p>
        </p:txBody>
      </p:sp>
      <p:sp>
        <p:nvSpPr>
          <p:cNvPr id="62" name="Rectangle 61">
            <a:extLst>
              <a:ext uri="{FF2B5EF4-FFF2-40B4-BE49-F238E27FC236}">
                <a16:creationId xmlns:a16="http://schemas.microsoft.com/office/drawing/2014/main" id="{0E092E3E-DB79-6184-8E19-417220490CF8}"/>
              </a:ext>
            </a:extLst>
          </p:cNvPr>
          <p:cNvSpPr/>
          <p:nvPr/>
        </p:nvSpPr>
        <p:spPr>
          <a:xfrm>
            <a:off x="1882266" y="1615638"/>
            <a:ext cx="735312" cy="4303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lIns="36000" tIns="46800" rIns="36000" bIns="45720" rtlCol="0" anchor="ctr"/>
          <a:lstStyle/>
          <a:p>
            <a:pPr algn="ctr"/>
            <a:r>
              <a:rPr lang="en-GB" sz="900" noProof="0">
                <a:solidFill>
                  <a:schemeClr val="tx1"/>
                </a:solidFill>
                <a:ea typeface="Calibri"/>
                <a:cs typeface="Calibri"/>
              </a:rPr>
              <a:t>1.Notification of Resignation</a:t>
            </a:r>
            <a:endParaRPr lang="en-GB" noProof="0">
              <a:solidFill>
                <a:schemeClr val="tx1"/>
              </a:solidFill>
              <a:ea typeface="Calibri" panose="020F0502020204030204"/>
              <a:cs typeface="Calibri" panose="020F0502020204030204"/>
            </a:endParaRPr>
          </a:p>
        </p:txBody>
      </p:sp>
      <p:sp>
        <p:nvSpPr>
          <p:cNvPr id="63" name="Rounded Rectangle 28">
            <a:extLst>
              <a:ext uri="{FF2B5EF4-FFF2-40B4-BE49-F238E27FC236}">
                <a16:creationId xmlns:a16="http://schemas.microsoft.com/office/drawing/2014/main" id="{4E43E02E-8ABE-C4E6-06F1-C5D5503450AF}"/>
              </a:ext>
            </a:extLst>
          </p:cNvPr>
          <p:cNvSpPr/>
          <p:nvPr/>
        </p:nvSpPr>
        <p:spPr>
          <a:xfrm>
            <a:off x="1361884" y="1745244"/>
            <a:ext cx="326164" cy="172230"/>
          </a:xfrm>
          <a:prstGeom prst="roundRect">
            <a:avLst>
              <a:gd name="adj" fmla="val 36945"/>
            </a:avLst>
          </a:prstGeom>
          <a:noFill/>
        </p:spPr>
        <p:style>
          <a:lnRef idx="2">
            <a:schemeClr val="accent1">
              <a:shade val="15000"/>
            </a:schemeClr>
          </a:lnRef>
          <a:fillRef idx="1">
            <a:schemeClr val="accent1"/>
          </a:fillRef>
          <a:effectRef idx="0">
            <a:schemeClr val="accent1"/>
          </a:effectRef>
          <a:fontRef idx="minor">
            <a:schemeClr val="lt1"/>
          </a:fontRef>
        </p:style>
        <p:txBody>
          <a:bodyPr lIns="0" tIns="46800" rIns="0" rtlCol="0" anchor="ctr"/>
          <a:lstStyle/>
          <a:p>
            <a:pPr algn="ctr"/>
            <a:r>
              <a:rPr lang="en-GB" sz="900" noProof="0">
                <a:solidFill>
                  <a:schemeClr val="tx1"/>
                </a:solidFill>
              </a:rPr>
              <a:t>Start</a:t>
            </a:r>
          </a:p>
        </p:txBody>
      </p:sp>
      <p:sp>
        <p:nvSpPr>
          <p:cNvPr id="64" name="Rounded Rectangle 29">
            <a:extLst>
              <a:ext uri="{FF2B5EF4-FFF2-40B4-BE49-F238E27FC236}">
                <a16:creationId xmlns:a16="http://schemas.microsoft.com/office/drawing/2014/main" id="{04BC6D8E-F52D-46FC-75AF-26ECB83001C0}"/>
              </a:ext>
            </a:extLst>
          </p:cNvPr>
          <p:cNvSpPr/>
          <p:nvPr/>
        </p:nvSpPr>
        <p:spPr>
          <a:xfrm>
            <a:off x="7183153" y="1729431"/>
            <a:ext cx="326164" cy="172230"/>
          </a:xfrm>
          <a:prstGeom prst="roundRect">
            <a:avLst>
              <a:gd name="adj" fmla="val 36945"/>
            </a:avLst>
          </a:prstGeom>
          <a:noFill/>
        </p:spPr>
        <p:style>
          <a:lnRef idx="2">
            <a:schemeClr val="accent1">
              <a:shade val="15000"/>
            </a:schemeClr>
          </a:lnRef>
          <a:fillRef idx="1">
            <a:schemeClr val="accent1"/>
          </a:fillRef>
          <a:effectRef idx="0">
            <a:schemeClr val="accent1"/>
          </a:effectRef>
          <a:fontRef idx="minor">
            <a:schemeClr val="lt1"/>
          </a:fontRef>
        </p:style>
        <p:txBody>
          <a:bodyPr lIns="0" tIns="46800" rIns="0" rtlCol="0" anchor="ctr"/>
          <a:lstStyle/>
          <a:p>
            <a:pPr algn="ctr"/>
            <a:r>
              <a:rPr lang="en-GB" sz="900" noProof="0">
                <a:solidFill>
                  <a:schemeClr val="tx1"/>
                </a:solidFill>
              </a:rPr>
              <a:t>End</a:t>
            </a:r>
          </a:p>
        </p:txBody>
      </p:sp>
      <p:cxnSp>
        <p:nvCxnSpPr>
          <p:cNvPr id="65" name="Straight Arrow Connector 64">
            <a:extLst>
              <a:ext uri="{FF2B5EF4-FFF2-40B4-BE49-F238E27FC236}">
                <a16:creationId xmlns:a16="http://schemas.microsoft.com/office/drawing/2014/main" id="{8740DD4C-EECF-EE51-E5CF-1941141C124D}"/>
              </a:ext>
            </a:extLst>
          </p:cNvPr>
          <p:cNvCxnSpPr>
            <a:cxnSpLocks/>
          </p:cNvCxnSpPr>
          <p:nvPr/>
        </p:nvCxnSpPr>
        <p:spPr>
          <a:xfrm flipV="1">
            <a:off x="1688048" y="1830791"/>
            <a:ext cx="194218" cy="56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37687AC9-A3E7-9C7F-272A-3F2E2D06C517}"/>
              </a:ext>
            </a:extLst>
          </p:cNvPr>
          <p:cNvCxnSpPr>
            <a:cxnSpLocks/>
          </p:cNvCxnSpPr>
          <p:nvPr/>
        </p:nvCxnSpPr>
        <p:spPr>
          <a:xfrm>
            <a:off x="4044792" y="3133801"/>
            <a:ext cx="600636"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67" name="Group 66">
            <a:extLst>
              <a:ext uri="{FF2B5EF4-FFF2-40B4-BE49-F238E27FC236}">
                <a16:creationId xmlns:a16="http://schemas.microsoft.com/office/drawing/2014/main" id="{278991BE-0C0A-AC30-4CC0-DA5E9E985660}"/>
              </a:ext>
            </a:extLst>
          </p:cNvPr>
          <p:cNvGrpSpPr/>
          <p:nvPr/>
        </p:nvGrpSpPr>
        <p:grpSpPr>
          <a:xfrm>
            <a:off x="4639473" y="2868974"/>
            <a:ext cx="664766" cy="550522"/>
            <a:chOff x="3240811" y="1238366"/>
            <a:chExt cx="664766" cy="550522"/>
          </a:xfrm>
        </p:grpSpPr>
        <p:sp>
          <p:nvSpPr>
            <p:cNvPr id="68" name="Diamond 67">
              <a:extLst>
                <a:ext uri="{FF2B5EF4-FFF2-40B4-BE49-F238E27FC236}">
                  <a16:creationId xmlns:a16="http://schemas.microsoft.com/office/drawing/2014/main" id="{B7E010D2-9065-C921-D8A2-0521E648144A}"/>
                </a:ext>
              </a:extLst>
            </p:cNvPr>
            <p:cNvSpPr/>
            <p:nvPr/>
          </p:nvSpPr>
          <p:spPr>
            <a:xfrm>
              <a:off x="3240811" y="1238366"/>
              <a:ext cx="600635" cy="550522"/>
            </a:xfrm>
            <a:prstGeom prst="diamond">
              <a:avLst/>
            </a:prstGeom>
            <a:noFill/>
          </p:spPr>
          <p:style>
            <a:lnRef idx="2">
              <a:schemeClr val="accent1">
                <a:shade val="15000"/>
              </a:schemeClr>
            </a:lnRef>
            <a:fillRef idx="1">
              <a:schemeClr val="accent1"/>
            </a:fillRef>
            <a:effectRef idx="0">
              <a:schemeClr val="accent1"/>
            </a:effectRef>
            <a:fontRef idx="minor">
              <a:schemeClr val="lt1"/>
            </a:fontRef>
          </p:style>
          <p:txBody>
            <a:bodyPr lIns="36000" tIns="46800" rIns="36000" rtlCol="0" anchor="ctr"/>
            <a:lstStyle/>
            <a:p>
              <a:pPr algn="ctr"/>
              <a:endParaRPr lang="en-GB" sz="900" noProof="0">
                <a:solidFill>
                  <a:schemeClr val="tx1"/>
                </a:solidFill>
              </a:endParaRPr>
            </a:p>
          </p:txBody>
        </p:sp>
        <p:sp>
          <p:nvSpPr>
            <p:cNvPr id="69" name="TextBox 68">
              <a:extLst>
                <a:ext uri="{FF2B5EF4-FFF2-40B4-BE49-F238E27FC236}">
                  <a16:creationId xmlns:a16="http://schemas.microsoft.com/office/drawing/2014/main" id="{CE8E9FF2-9D57-C366-EBB7-30582211DB48}"/>
                </a:ext>
              </a:extLst>
            </p:cNvPr>
            <p:cNvSpPr txBox="1"/>
            <p:nvPr/>
          </p:nvSpPr>
          <p:spPr>
            <a:xfrm>
              <a:off x="3241508" y="1319322"/>
              <a:ext cx="664069" cy="338554"/>
            </a:xfrm>
            <a:prstGeom prst="rect">
              <a:avLst/>
            </a:prstGeom>
            <a:noFill/>
          </p:spPr>
          <p:txBody>
            <a:bodyPr wrap="square" lIns="0" tIns="45720" rIns="0" bIns="45720" rtlCol="0" anchor="t">
              <a:spAutoFit/>
            </a:bodyPr>
            <a:lstStyle/>
            <a:p>
              <a:pPr algn="ctr">
                <a:spcBef>
                  <a:spcPts val="0"/>
                </a:spcBef>
              </a:pPr>
              <a:r>
                <a:rPr lang="en-GB" sz="800" noProof="0">
                  <a:ea typeface="Calibri"/>
                  <a:cs typeface="Calibri"/>
                </a:rPr>
                <a:t>4.Confidential Information?</a:t>
              </a:r>
            </a:p>
          </p:txBody>
        </p:sp>
      </p:grpSp>
      <p:sp>
        <p:nvSpPr>
          <p:cNvPr id="70" name="Rectangle 69">
            <a:extLst>
              <a:ext uri="{FF2B5EF4-FFF2-40B4-BE49-F238E27FC236}">
                <a16:creationId xmlns:a16="http://schemas.microsoft.com/office/drawing/2014/main" id="{FC9920EA-7329-BC6A-1F4B-C1C19410325B}"/>
              </a:ext>
            </a:extLst>
          </p:cNvPr>
          <p:cNvSpPr/>
          <p:nvPr/>
        </p:nvSpPr>
        <p:spPr>
          <a:xfrm>
            <a:off x="5769829" y="3590905"/>
            <a:ext cx="726141" cy="4303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lIns="36000" tIns="46800" rIns="36000" bIns="45720" rtlCol="0" anchor="ctr"/>
          <a:lstStyle/>
          <a:p>
            <a:pPr algn="ctr"/>
            <a:r>
              <a:rPr lang="en-GB" sz="900" noProof="0">
                <a:solidFill>
                  <a:schemeClr val="tx1"/>
                </a:solidFill>
              </a:rPr>
              <a:t>5.NDA/NCC Enforced</a:t>
            </a:r>
            <a:endParaRPr lang="en-GB" sz="800" noProof="0">
              <a:solidFill>
                <a:schemeClr val="tx1"/>
              </a:solidFill>
              <a:ea typeface="Calibri"/>
              <a:cs typeface="Calibri"/>
            </a:endParaRPr>
          </a:p>
        </p:txBody>
      </p:sp>
      <p:cxnSp>
        <p:nvCxnSpPr>
          <p:cNvPr id="71" name="Connector: Elbow 20">
            <a:extLst>
              <a:ext uri="{FF2B5EF4-FFF2-40B4-BE49-F238E27FC236}">
                <a16:creationId xmlns:a16="http://schemas.microsoft.com/office/drawing/2014/main" id="{B6FBF955-77DB-05E7-059F-57E22C258D19}"/>
              </a:ext>
            </a:extLst>
          </p:cNvPr>
          <p:cNvCxnSpPr>
            <a:cxnSpLocks/>
          </p:cNvCxnSpPr>
          <p:nvPr/>
        </p:nvCxnSpPr>
        <p:spPr>
          <a:xfrm>
            <a:off x="5255933" y="3135928"/>
            <a:ext cx="2093907" cy="518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2" name="Rectangle 71">
            <a:extLst>
              <a:ext uri="{FF2B5EF4-FFF2-40B4-BE49-F238E27FC236}">
                <a16:creationId xmlns:a16="http://schemas.microsoft.com/office/drawing/2014/main" id="{10AB22B3-ECEC-4922-6963-5BE08ED17DDD}"/>
              </a:ext>
            </a:extLst>
          </p:cNvPr>
          <p:cNvSpPr/>
          <p:nvPr/>
        </p:nvSpPr>
        <p:spPr>
          <a:xfrm>
            <a:off x="2592522" y="2244886"/>
            <a:ext cx="726141" cy="4303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lIns="36000" tIns="46800" rIns="36000" bIns="45720" rtlCol="0" anchor="ctr"/>
          <a:lstStyle/>
          <a:p>
            <a:pPr algn="ctr"/>
            <a:r>
              <a:rPr lang="en-GB" sz="900" noProof="0">
                <a:solidFill>
                  <a:schemeClr val="tx1"/>
                </a:solidFill>
              </a:rPr>
              <a:t>2.Severence Procedure</a:t>
            </a:r>
            <a:endParaRPr lang="en-GB" sz="900" noProof="0">
              <a:solidFill>
                <a:schemeClr val="tx1"/>
              </a:solidFill>
              <a:ea typeface="Calibri"/>
              <a:cs typeface="Calibri"/>
            </a:endParaRPr>
          </a:p>
        </p:txBody>
      </p:sp>
      <p:cxnSp>
        <p:nvCxnSpPr>
          <p:cNvPr id="73" name="Connector: Elbow 20">
            <a:extLst>
              <a:ext uri="{FF2B5EF4-FFF2-40B4-BE49-F238E27FC236}">
                <a16:creationId xmlns:a16="http://schemas.microsoft.com/office/drawing/2014/main" id="{F410A529-6105-BD71-4411-2453E2DB7B09}"/>
              </a:ext>
            </a:extLst>
          </p:cNvPr>
          <p:cNvCxnSpPr>
            <a:cxnSpLocks/>
          </p:cNvCxnSpPr>
          <p:nvPr/>
        </p:nvCxnSpPr>
        <p:spPr>
          <a:xfrm flipV="1">
            <a:off x="6501539" y="1898520"/>
            <a:ext cx="844012" cy="1921854"/>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4" name="TextBox 73">
            <a:extLst>
              <a:ext uri="{FF2B5EF4-FFF2-40B4-BE49-F238E27FC236}">
                <a16:creationId xmlns:a16="http://schemas.microsoft.com/office/drawing/2014/main" id="{42792B38-B0A0-0CE5-D737-ED574371A849}"/>
              </a:ext>
            </a:extLst>
          </p:cNvPr>
          <p:cNvSpPr txBox="1"/>
          <p:nvPr/>
        </p:nvSpPr>
        <p:spPr>
          <a:xfrm>
            <a:off x="5473000" y="2882859"/>
            <a:ext cx="286870" cy="216982"/>
          </a:xfrm>
          <a:prstGeom prst="rect">
            <a:avLst/>
          </a:prstGeom>
          <a:noFill/>
        </p:spPr>
        <p:txBody>
          <a:bodyPr wrap="square" lIns="0" rIns="0" rtlCol="0">
            <a:spAutoFit/>
          </a:bodyPr>
          <a:lstStyle/>
          <a:p>
            <a:pPr algn="ctr"/>
            <a:r>
              <a:rPr lang="en-GB" sz="900" noProof="0"/>
              <a:t>No</a:t>
            </a:r>
          </a:p>
        </p:txBody>
      </p:sp>
      <p:sp>
        <p:nvSpPr>
          <p:cNvPr id="75" name="TextBox 74">
            <a:extLst>
              <a:ext uri="{FF2B5EF4-FFF2-40B4-BE49-F238E27FC236}">
                <a16:creationId xmlns:a16="http://schemas.microsoft.com/office/drawing/2014/main" id="{5174AB60-D666-9149-DEA7-A1BCDFD47274}"/>
              </a:ext>
            </a:extLst>
          </p:cNvPr>
          <p:cNvSpPr txBox="1"/>
          <p:nvPr/>
        </p:nvSpPr>
        <p:spPr>
          <a:xfrm>
            <a:off x="4596077" y="3591826"/>
            <a:ext cx="286870" cy="216982"/>
          </a:xfrm>
          <a:prstGeom prst="rect">
            <a:avLst/>
          </a:prstGeom>
          <a:noFill/>
        </p:spPr>
        <p:txBody>
          <a:bodyPr wrap="square" lIns="0" rIns="0" rtlCol="0">
            <a:spAutoFit/>
          </a:bodyPr>
          <a:lstStyle/>
          <a:p>
            <a:pPr algn="ctr"/>
            <a:r>
              <a:rPr lang="en-GB" sz="900" noProof="0"/>
              <a:t>Yes</a:t>
            </a:r>
          </a:p>
        </p:txBody>
      </p:sp>
      <p:cxnSp>
        <p:nvCxnSpPr>
          <p:cNvPr id="76" name="Connector: Elbow 75">
            <a:extLst>
              <a:ext uri="{FF2B5EF4-FFF2-40B4-BE49-F238E27FC236}">
                <a16:creationId xmlns:a16="http://schemas.microsoft.com/office/drawing/2014/main" id="{A2AC46F8-1757-9CD1-C81C-0A62944AF478}"/>
              </a:ext>
            </a:extLst>
          </p:cNvPr>
          <p:cNvCxnSpPr>
            <a:cxnSpLocks/>
          </p:cNvCxnSpPr>
          <p:nvPr/>
        </p:nvCxnSpPr>
        <p:spPr>
          <a:xfrm>
            <a:off x="3330720" y="2505478"/>
            <a:ext cx="355123" cy="410162"/>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7" name="Group 76">
            <a:extLst>
              <a:ext uri="{FF2B5EF4-FFF2-40B4-BE49-F238E27FC236}">
                <a16:creationId xmlns:a16="http://schemas.microsoft.com/office/drawing/2014/main" id="{6333C135-C438-EA8E-570A-7B8AF84DB841}"/>
              </a:ext>
            </a:extLst>
          </p:cNvPr>
          <p:cNvGrpSpPr/>
          <p:nvPr/>
        </p:nvGrpSpPr>
        <p:grpSpPr>
          <a:xfrm>
            <a:off x="4934477" y="3412231"/>
            <a:ext cx="821607" cy="406569"/>
            <a:chOff x="4624753" y="2456925"/>
            <a:chExt cx="821607" cy="406569"/>
          </a:xfrm>
        </p:grpSpPr>
        <p:cxnSp>
          <p:nvCxnSpPr>
            <p:cNvPr id="78" name="Straight Arrow Connector 77">
              <a:extLst>
                <a:ext uri="{FF2B5EF4-FFF2-40B4-BE49-F238E27FC236}">
                  <a16:creationId xmlns:a16="http://schemas.microsoft.com/office/drawing/2014/main" id="{FDD6015A-8375-1BB0-C82A-D8DFF6DF3FF1}"/>
                </a:ext>
              </a:extLst>
            </p:cNvPr>
            <p:cNvCxnSpPr/>
            <p:nvPr/>
          </p:nvCxnSpPr>
          <p:spPr>
            <a:xfrm>
              <a:off x="4624814" y="2456925"/>
              <a:ext cx="1984" cy="406569"/>
            </a:xfrm>
            <a:prstGeom prst="straightConnector1">
              <a:avLst/>
            </a:prstGeom>
            <a:ln w="12700"/>
          </p:spPr>
          <p:style>
            <a:lnRef idx="2">
              <a:schemeClr val="dk1"/>
            </a:lnRef>
            <a:fillRef idx="0">
              <a:schemeClr val="dk1"/>
            </a:fillRef>
            <a:effectRef idx="1">
              <a:schemeClr val="dk1"/>
            </a:effectRef>
            <a:fontRef idx="minor">
              <a:schemeClr val="tx1"/>
            </a:fontRef>
          </p:style>
        </p:cxnSp>
        <p:cxnSp>
          <p:nvCxnSpPr>
            <p:cNvPr id="79" name="Straight Arrow Connector 78">
              <a:extLst>
                <a:ext uri="{FF2B5EF4-FFF2-40B4-BE49-F238E27FC236}">
                  <a16:creationId xmlns:a16="http://schemas.microsoft.com/office/drawing/2014/main" id="{D4CB104F-D207-0AE7-4F42-C4E068749413}"/>
                </a:ext>
              </a:extLst>
            </p:cNvPr>
            <p:cNvCxnSpPr/>
            <p:nvPr/>
          </p:nvCxnSpPr>
          <p:spPr>
            <a:xfrm flipV="1">
              <a:off x="4624753" y="2854071"/>
              <a:ext cx="821607" cy="4514"/>
            </a:xfrm>
            <a:prstGeom prst="straightConnector1">
              <a:avLst/>
            </a:prstGeom>
            <a:ln w="6350">
              <a:tailEnd type="triangle"/>
            </a:ln>
          </p:spPr>
          <p:style>
            <a:lnRef idx="2">
              <a:schemeClr val="dk1"/>
            </a:lnRef>
            <a:fillRef idx="0">
              <a:schemeClr val="dk1"/>
            </a:fillRef>
            <a:effectRef idx="1">
              <a:schemeClr val="dk1"/>
            </a:effectRef>
            <a:fontRef idx="minor">
              <a:schemeClr val="tx1"/>
            </a:fontRef>
          </p:style>
        </p:cxnSp>
      </p:grpSp>
      <p:sp>
        <p:nvSpPr>
          <p:cNvPr id="20" name="TextBox 19">
            <a:extLst>
              <a:ext uri="{FF2B5EF4-FFF2-40B4-BE49-F238E27FC236}">
                <a16:creationId xmlns:a16="http://schemas.microsoft.com/office/drawing/2014/main" id="{BCDB85AA-245A-F0FD-F3B8-2CE735FFBD40}"/>
              </a:ext>
            </a:extLst>
          </p:cNvPr>
          <p:cNvSpPr txBox="1"/>
          <p:nvPr/>
        </p:nvSpPr>
        <p:spPr>
          <a:xfrm>
            <a:off x="717298" y="1175447"/>
            <a:ext cx="4627982" cy="307777"/>
          </a:xfrm>
          <a:prstGeom prst="rect">
            <a:avLst/>
          </a:prstGeom>
          <a:noFill/>
        </p:spPr>
        <p:txBody>
          <a:bodyPr wrap="square">
            <a:spAutoFit/>
          </a:bodyPr>
          <a:lstStyle/>
          <a:p>
            <a:pPr>
              <a:spcBef>
                <a:spcPts val="0"/>
              </a:spcBef>
            </a:pPr>
            <a:r>
              <a:rPr lang="en-GB" sz="1400" noProof="0">
                <a:solidFill>
                  <a:schemeClr val="tx1"/>
                </a:solidFill>
                <a:ea typeface="Calibri"/>
                <a:cs typeface="Calibri"/>
              </a:rPr>
              <a:t>Update Internal Records Subprocess</a:t>
            </a:r>
          </a:p>
        </p:txBody>
      </p:sp>
      <p:sp>
        <p:nvSpPr>
          <p:cNvPr id="19" name="Title 1">
            <a:extLst>
              <a:ext uri="{FF2B5EF4-FFF2-40B4-BE49-F238E27FC236}">
                <a16:creationId xmlns:a16="http://schemas.microsoft.com/office/drawing/2014/main" id="{37ECF5DB-47CE-0CB7-2372-00034EB54527}"/>
              </a:ext>
            </a:extLst>
          </p:cNvPr>
          <p:cNvSpPr txBox="1">
            <a:spLocks/>
          </p:cNvSpPr>
          <p:nvPr/>
        </p:nvSpPr>
        <p:spPr>
          <a:xfrm>
            <a:off x="7982031" y="4883672"/>
            <a:ext cx="995276" cy="15474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2pPr>
            <a:lvl3pPr marR="0" lvl="2"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3pPr>
            <a:lvl4pPr marR="0" lvl="3"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4pPr>
            <a:lvl5pPr marR="0" lvl="4"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5pPr>
            <a:lvl6pPr marR="0" lvl="5"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6pPr>
            <a:lvl7pPr marR="0" lvl="6"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7pPr>
            <a:lvl8pPr marR="0" lvl="7"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8pPr>
            <a:lvl9pPr marR="0" lvl="8"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9pPr>
          </a:lstStyle>
          <a:p>
            <a:r>
              <a:rPr lang="en-GB" sz="900"/>
              <a:t>Alex Markou</a:t>
            </a:r>
            <a:endParaRPr lang="en-US"/>
          </a:p>
        </p:txBody>
      </p:sp>
    </p:spTree>
    <p:extLst>
      <p:ext uri="{BB962C8B-B14F-4D97-AF65-F5344CB8AC3E}">
        <p14:creationId xmlns:p14="http://schemas.microsoft.com/office/powerpoint/2010/main" val="28877285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782B6-8A07-1B5D-5610-DD101A4C0B14}"/>
              </a:ext>
            </a:extLst>
          </p:cNvPr>
          <p:cNvSpPr>
            <a:spLocks noGrp="1"/>
          </p:cNvSpPr>
          <p:nvPr>
            <p:ph type="title"/>
          </p:nvPr>
        </p:nvSpPr>
        <p:spPr>
          <a:xfrm>
            <a:off x="713250" y="445025"/>
            <a:ext cx="8101566" cy="572700"/>
          </a:xfrm>
        </p:spPr>
        <p:txBody>
          <a:bodyPr/>
          <a:lstStyle/>
          <a:p>
            <a:r>
              <a:rPr lang="en-GB" sz="2400"/>
              <a:t>Customer Support Centre Leaver Process Details</a:t>
            </a:r>
            <a:endParaRPr lang="en-BM" sz="2400"/>
          </a:p>
        </p:txBody>
      </p:sp>
      <p:graphicFrame>
        <p:nvGraphicFramePr>
          <p:cNvPr id="4" name="Content Placeholder 3">
            <a:extLst>
              <a:ext uri="{FF2B5EF4-FFF2-40B4-BE49-F238E27FC236}">
                <a16:creationId xmlns:a16="http://schemas.microsoft.com/office/drawing/2014/main" id="{35593EAE-A0E2-B84E-2700-B245954B4C80}"/>
              </a:ext>
            </a:extLst>
          </p:cNvPr>
          <p:cNvGraphicFramePr>
            <a:graphicFrameLocks/>
          </p:cNvGraphicFramePr>
          <p:nvPr>
            <p:extLst>
              <p:ext uri="{D42A27DB-BD31-4B8C-83A1-F6EECF244321}">
                <p14:modId xmlns:p14="http://schemas.microsoft.com/office/powerpoint/2010/main" val="818498902"/>
              </p:ext>
            </p:extLst>
          </p:nvPr>
        </p:nvGraphicFramePr>
        <p:xfrm>
          <a:off x="713250" y="1192034"/>
          <a:ext cx="8318786" cy="2327910"/>
        </p:xfrm>
        <a:graphic>
          <a:graphicData uri="http://schemas.openxmlformats.org/drawingml/2006/table">
            <a:tbl>
              <a:tblPr firstRow="1" bandRow="1">
                <a:tableStyleId>{BC89EF96-8CEA-46FF-86C4-4CE0E7609802}</a:tableStyleId>
              </a:tblPr>
              <a:tblGrid>
                <a:gridCol w="552284">
                  <a:extLst>
                    <a:ext uri="{9D8B030D-6E8A-4147-A177-3AD203B41FA5}">
                      <a16:colId xmlns:a16="http://schemas.microsoft.com/office/drawing/2014/main" val="2144904371"/>
                    </a:ext>
                  </a:extLst>
                </a:gridCol>
                <a:gridCol w="728366">
                  <a:extLst>
                    <a:ext uri="{9D8B030D-6E8A-4147-A177-3AD203B41FA5}">
                      <a16:colId xmlns:a16="http://schemas.microsoft.com/office/drawing/2014/main" val="3434256748"/>
                    </a:ext>
                  </a:extLst>
                </a:gridCol>
                <a:gridCol w="1026566">
                  <a:extLst>
                    <a:ext uri="{9D8B030D-6E8A-4147-A177-3AD203B41FA5}">
                      <a16:colId xmlns:a16="http://schemas.microsoft.com/office/drawing/2014/main" val="426957988"/>
                    </a:ext>
                  </a:extLst>
                </a:gridCol>
                <a:gridCol w="6011570">
                  <a:extLst>
                    <a:ext uri="{9D8B030D-6E8A-4147-A177-3AD203B41FA5}">
                      <a16:colId xmlns:a16="http://schemas.microsoft.com/office/drawing/2014/main" val="4107571873"/>
                    </a:ext>
                  </a:extLst>
                </a:gridCol>
              </a:tblGrid>
              <a:tr h="278130">
                <a:tc>
                  <a:txBody>
                    <a:bodyPr/>
                    <a:lstStyle/>
                    <a:p>
                      <a:r>
                        <a:rPr lang="en-GB" sz="1000" noProof="0">
                          <a:latin typeface="IBM Plex Sans" panose="020B0503050203000203" pitchFamily="34" charset="0"/>
                        </a:rPr>
                        <a:t>Step</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lumMod val="85000"/>
                      </a:schemeClr>
                    </a:solidFill>
                  </a:tcPr>
                </a:tc>
                <a:tc>
                  <a:txBody>
                    <a:bodyPr/>
                    <a:lstStyle/>
                    <a:p>
                      <a:r>
                        <a:rPr lang="en-GB" sz="1000" noProof="0">
                          <a:latin typeface="IBM Plex Sans" panose="020B0503050203000203" pitchFamily="34" charset="0"/>
                        </a:rPr>
                        <a:t>Actor</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lumMod val="85000"/>
                      </a:schemeClr>
                    </a:solidFill>
                  </a:tcPr>
                </a:tc>
                <a:tc>
                  <a:txBody>
                    <a:bodyPr/>
                    <a:lstStyle/>
                    <a:p>
                      <a:r>
                        <a:rPr lang="en-GB" sz="1000" noProof="0">
                          <a:latin typeface="IBM Plex Sans" panose="020B0503050203000203" pitchFamily="34" charset="0"/>
                        </a:rPr>
                        <a:t>Title</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lumMod val="85000"/>
                      </a:schemeClr>
                    </a:solidFill>
                  </a:tcPr>
                </a:tc>
                <a:tc>
                  <a:txBody>
                    <a:bodyPr/>
                    <a:lstStyle/>
                    <a:p>
                      <a:r>
                        <a:rPr lang="en-GB" sz="1000" noProof="0">
                          <a:latin typeface="IBM Plex Sans" panose="020B0503050203000203" pitchFamily="34" charset="0"/>
                        </a:rPr>
                        <a:t>Description</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678278131"/>
                  </a:ext>
                </a:extLst>
              </a:tr>
              <a:tr h="278130">
                <a:tc>
                  <a:txBody>
                    <a:bodyPr/>
                    <a:lstStyle/>
                    <a:p>
                      <a:r>
                        <a:rPr lang="en-GB" sz="1000" noProof="0">
                          <a:latin typeface="IBM Plex Sans" panose="020B0503050203000203" pitchFamily="34" charset="0"/>
                        </a:rPr>
                        <a:t>1</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tc>
                  <a:txBody>
                    <a:bodyPr/>
                    <a:lstStyle/>
                    <a:p>
                      <a:r>
                        <a:rPr lang="en-GB" sz="1000" noProof="0">
                          <a:latin typeface="IBM Plex Sans" panose="020B0503050203000203" pitchFamily="34" charset="0"/>
                        </a:rPr>
                        <a:t>Employee</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tc>
                  <a:txBody>
                    <a:bodyPr/>
                    <a:lstStyle/>
                    <a:p>
                      <a:r>
                        <a:rPr lang="en-GB" sz="1000" noProof="0">
                          <a:latin typeface="IBM Plex Sans" panose="020B0503050203000203" pitchFamily="34" charset="0"/>
                        </a:rPr>
                        <a:t>Hands in notice</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000" b="0" noProof="0">
                          <a:latin typeface="IBM Plex Sans" panose="020B0503050203000203" pitchFamily="34" charset="0"/>
                        </a:rPr>
                        <a:t>Employee hands in notice to their manager detailing that they would like to resign from their position</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36234431"/>
                  </a:ext>
                </a:extLst>
              </a:tr>
              <a:tr h="278130">
                <a:tc>
                  <a:txBody>
                    <a:bodyPr/>
                    <a:lstStyle/>
                    <a:p>
                      <a:r>
                        <a:rPr lang="en-GB" sz="1000" noProof="0">
                          <a:latin typeface="IBM Plex Sans" panose="020B0503050203000203" pitchFamily="34" charset="0"/>
                        </a:rPr>
                        <a:t>2</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tc>
                  <a:txBody>
                    <a:bodyPr/>
                    <a:lstStyle/>
                    <a:p>
                      <a:r>
                        <a:rPr lang="en-GB" sz="1000" noProof="0">
                          <a:latin typeface="IBM Plex Sans" panose="020B0503050203000203" pitchFamily="34" charset="0"/>
                        </a:rPr>
                        <a:t>Manager</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tc>
                  <a:txBody>
                    <a:bodyPr/>
                    <a:lstStyle/>
                    <a:p>
                      <a:r>
                        <a:rPr lang="en-GB" sz="1000" noProof="0">
                          <a:latin typeface="IBM Plex Sans" panose="020B0503050203000203" pitchFamily="34" charset="0"/>
                        </a:rPr>
                        <a:t>Receive notice</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tc>
                  <a:txBody>
                    <a:bodyPr/>
                    <a:lstStyle/>
                    <a:p>
                      <a:r>
                        <a:rPr lang="en-GB" sz="1000" noProof="0">
                          <a:latin typeface="IBM Plex Sans" panose="020B0503050203000203" pitchFamily="34" charset="0"/>
                        </a:rPr>
                        <a:t>Manager receives notice of resignation from employee and reads it over</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322262560"/>
                  </a:ext>
                </a:extLst>
              </a:tr>
              <a:tr h="278130">
                <a:tc>
                  <a:txBody>
                    <a:bodyPr/>
                    <a:lstStyle/>
                    <a:p>
                      <a:r>
                        <a:rPr lang="en-GB" sz="1000" noProof="0">
                          <a:latin typeface="IBM Plex Sans" panose="020B0503050203000203" pitchFamily="34" charset="0"/>
                        </a:rPr>
                        <a:t>3</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tc>
                  <a:txBody>
                    <a:bodyPr/>
                    <a:lstStyle/>
                    <a:p>
                      <a:r>
                        <a:rPr lang="en-GB" sz="1000" noProof="0">
                          <a:latin typeface="IBM Plex Sans" panose="020B0503050203000203" pitchFamily="34" charset="0"/>
                        </a:rPr>
                        <a:t>Manager</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tc>
                  <a:txBody>
                    <a:bodyPr/>
                    <a:lstStyle/>
                    <a:p>
                      <a:r>
                        <a:rPr lang="en-GB" sz="1000" noProof="0">
                          <a:latin typeface="IBM Plex Sans" panose="020B0503050203000203" pitchFamily="34" charset="0"/>
                        </a:rPr>
                        <a:t>Employee  still needed?</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tc>
                  <a:txBody>
                    <a:bodyPr/>
                    <a:lstStyle/>
                    <a:p>
                      <a:r>
                        <a:rPr lang="en-GB" sz="1000" noProof="0">
                          <a:latin typeface="IBM Plex Sans" panose="020B0503050203000203" pitchFamily="34" charset="0"/>
                        </a:rPr>
                        <a:t>Manager reads over the notice of resignation and makes the decision to see if the employee is still needed in the company</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085832221"/>
                  </a:ext>
                </a:extLst>
              </a:tr>
              <a:tr h="278130">
                <a:tc>
                  <a:txBody>
                    <a:bodyPr/>
                    <a:lstStyle/>
                    <a:p>
                      <a:r>
                        <a:rPr lang="en-GB" sz="1000" noProof="0">
                          <a:latin typeface="IBM Plex Sans" panose="020B0503050203000203" pitchFamily="34" charset="0"/>
                        </a:rPr>
                        <a:t>3.1</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tc>
                  <a:txBody>
                    <a:bodyPr/>
                    <a:lstStyle/>
                    <a:p>
                      <a:r>
                        <a:rPr lang="en-GB" sz="1000" noProof="0">
                          <a:latin typeface="IBM Plex Sans" panose="020B0503050203000203" pitchFamily="34" charset="0"/>
                        </a:rPr>
                        <a:t>Manager</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tc>
                  <a:txBody>
                    <a:bodyPr/>
                    <a:lstStyle/>
                    <a:p>
                      <a:r>
                        <a:rPr lang="en-GB" sz="1000" noProof="0">
                          <a:latin typeface="IBM Plex Sans" panose="020B0503050203000203" pitchFamily="34" charset="0"/>
                        </a:rPr>
                        <a:t>Employee still needed? (Y)</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tc>
                  <a:txBody>
                    <a:bodyPr/>
                    <a:lstStyle/>
                    <a:p>
                      <a:r>
                        <a:rPr lang="en-GB" sz="1000" noProof="0">
                          <a:latin typeface="IBM Plex Sans" panose="020B0503050203000203" pitchFamily="34" charset="0"/>
                        </a:rPr>
                        <a:t>If the manager still needs the employee to work for them, they will go on to ask employee if they are willing to stay on longer and extend their resignation period</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373553183"/>
                  </a:ext>
                </a:extLst>
              </a:tr>
              <a:tr h="278130">
                <a:tc>
                  <a:txBody>
                    <a:bodyPr/>
                    <a:lstStyle/>
                    <a:p>
                      <a:r>
                        <a:rPr lang="en-GB" sz="1000" noProof="0">
                          <a:latin typeface="IBM Plex Sans" panose="020B0503050203000203" pitchFamily="34" charset="0"/>
                        </a:rPr>
                        <a:t>3.2</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tc>
                  <a:txBody>
                    <a:bodyPr/>
                    <a:lstStyle/>
                    <a:p>
                      <a:r>
                        <a:rPr lang="en-GB" sz="1000" noProof="0">
                          <a:latin typeface="IBM Plex Sans" panose="020B0503050203000203" pitchFamily="34" charset="0"/>
                        </a:rPr>
                        <a:t>Manager</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tc>
                  <a:txBody>
                    <a:bodyPr/>
                    <a:lstStyle/>
                    <a:p>
                      <a:r>
                        <a:rPr lang="en-GB" sz="1000" noProof="0">
                          <a:latin typeface="IBM Plex Sans" panose="020B0503050203000203" pitchFamily="34" charset="0"/>
                        </a:rPr>
                        <a:t>Employee still needed?(N)</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tc>
                  <a:txBody>
                    <a:bodyPr/>
                    <a:lstStyle/>
                    <a:p>
                      <a:r>
                        <a:rPr lang="en-GB" sz="1000" noProof="0">
                          <a:latin typeface="IBM Plex Sans" panose="020B0503050203000203" pitchFamily="34" charset="0"/>
                        </a:rPr>
                        <a:t>If the manager no longer needs the employee, HR will be notified with the employee’s formal notice of resignation</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328030872"/>
                  </a:ext>
                </a:extLst>
              </a:tr>
              <a:tr h="278130">
                <a:tc>
                  <a:txBody>
                    <a:bodyPr/>
                    <a:lstStyle/>
                    <a:p>
                      <a:r>
                        <a:rPr lang="en-GB" sz="1000" noProof="0">
                          <a:latin typeface="IBM Plex Sans" panose="020B0503050203000203" pitchFamily="34" charset="0"/>
                        </a:rPr>
                        <a:t>4</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tc>
                  <a:txBody>
                    <a:bodyPr/>
                    <a:lstStyle/>
                    <a:p>
                      <a:r>
                        <a:rPr lang="en-GB" sz="1000" noProof="0">
                          <a:latin typeface="IBM Plex Sans" panose="020B0503050203000203" pitchFamily="34" charset="0"/>
                        </a:rPr>
                        <a:t>Employee</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tc>
                  <a:txBody>
                    <a:bodyPr/>
                    <a:lstStyle/>
                    <a:p>
                      <a:r>
                        <a:rPr lang="en-GB" sz="1000" noProof="0">
                          <a:latin typeface="IBM Plex Sans" panose="020B0503050203000203" pitchFamily="34" charset="0"/>
                        </a:rPr>
                        <a:t>Extend resignation</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tc>
                  <a:txBody>
                    <a:bodyPr/>
                    <a:lstStyle/>
                    <a:p>
                      <a:r>
                        <a:rPr lang="en-GB" sz="1000" noProof="0">
                          <a:latin typeface="IBM Plex Sans" panose="020B0503050203000203" pitchFamily="34" charset="0"/>
                        </a:rPr>
                        <a:t>The employee will think over whether they would like to extend their resignation period and notify their manager of their decision</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99730738"/>
                  </a:ext>
                </a:extLst>
              </a:tr>
            </a:tbl>
          </a:graphicData>
        </a:graphic>
      </p:graphicFrame>
      <p:sp>
        <p:nvSpPr>
          <p:cNvPr id="7" name="Title 1">
            <a:extLst>
              <a:ext uri="{FF2B5EF4-FFF2-40B4-BE49-F238E27FC236}">
                <a16:creationId xmlns:a16="http://schemas.microsoft.com/office/drawing/2014/main" id="{2E095ACB-EBC8-8870-0A75-FFBD7596E633}"/>
              </a:ext>
            </a:extLst>
          </p:cNvPr>
          <p:cNvSpPr txBox="1">
            <a:spLocks/>
          </p:cNvSpPr>
          <p:nvPr/>
        </p:nvSpPr>
        <p:spPr>
          <a:xfrm>
            <a:off x="7888203" y="4772784"/>
            <a:ext cx="995276" cy="15474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2pPr>
            <a:lvl3pPr marR="0" lvl="2"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3pPr>
            <a:lvl4pPr marR="0" lvl="3"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4pPr>
            <a:lvl5pPr marR="0" lvl="4"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5pPr>
            <a:lvl6pPr marR="0" lvl="5"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6pPr>
            <a:lvl7pPr marR="0" lvl="6"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7pPr>
            <a:lvl8pPr marR="0" lvl="7"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8pPr>
            <a:lvl9pPr marR="0" lvl="8"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9pPr>
          </a:lstStyle>
          <a:p>
            <a:r>
              <a:rPr lang="en-GB" sz="900"/>
              <a:t>Alex Markou</a:t>
            </a:r>
            <a:endParaRPr lang="en-US"/>
          </a:p>
        </p:txBody>
      </p:sp>
    </p:spTree>
    <p:extLst>
      <p:ext uri="{BB962C8B-B14F-4D97-AF65-F5344CB8AC3E}">
        <p14:creationId xmlns:p14="http://schemas.microsoft.com/office/powerpoint/2010/main" val="24603064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C3836-FF03-09AF-0D36-18AACA547F67}"/>
            </a:ext>
          </a:extLst>
        </p:cNvPr>
        <p:cNvGrpSpPr/>
        <p:nvPr/>
      </p:nvGrpSpPr>
      <p:grpSpPr>
        <a:xfrm>
          <a:off x="0" y="0"/>
          <a:ext cx="0" cy="0"/>
          <a:chOff x="0" y="0"/>
          <a:chExt cx="0" cy="0"/>
        </a:xfrm>
      </p:grpSpPr>
      <p:graphicFrame>
        <p:nvGraphicFramePr>
          <p:cNvPr id="5" name="Content Placeholder 3">
            <a:extLst>
              <a:ext uri="{FF2B5EF4-FFF2-40B4-BE49-F238E27FC236}">
                <a16:creationId xmlns:a16="http://schemas.microsoft.com/office/drawing/2014/main" id="{4BBCE304-0722-E218-89B2-97BBA12D489D}"/>
              </a:ext>
            </a:extLst>
          </p:cNvPr>
          <p:cNvGraphicFramePr>
            <a:graphicFrameLocks/>
          </p:cNvGraphicFramePr>
          <p:nvPr>
            <p:extLst>
              <p:ext uri="{D42A27DB-BD31-4B8C-83A1-F6EECF244321}">
                <p14:modId xmlns:p14="http://schemas.microsoft.com/office/powerpoint/2010/main" val="2313881157"/>
              </p:ext>
            </p:extLst>
          </p:nvPr>
        </p:nvGraphicFramePr>
        <p:xfrm>
          <a:off x="713250" y="1192034"/>
          <a:ext cx="8318786" cy="2880360"/>
        </p:xfrm>
        <a:graphic>
          <a:graphicData uri="http://schemas.openxmlformats.org/drawingml/2006/table">
            <a:tbl>
              <a:tblPr firstRow="1" bandRow="1">
                <a:tableStyleId>{BC89EF96-8CEA-46FF-86C4-4CE0E7609802}</a:tableStyleId>
              </a:tblPr>
              <a:tblGrid>
                <a:gridCol w="552284">
                  <a:extLst>
                    <a:ext uri="{9D8B030D-6E8A-4147-A177-3AD203B41FA5}">
                      <a16:colId xmlns:a16="http://schemas.microsoft.com/office/drawing/2014/main" val="2144904371"/>
                    </a:ext>
                  </a:extLst>
                </a:gridCol>
                <a:gridCol w="728366">
                  <a:extLst>
                    <a:ext uri="{9D8B030D-6E8A-4147-A177-3AD203B41FA5}">
                      <a16:colId xmlns:a16="http://schemas.microsoft.com/office/drawing/2014/main" val="3434256748"/>
                    </a:ext>
                  </a:extLst>
                </a:gridCol>
                <a:gridCol w="998857">
                  <a:extLst>
                    <a:ext uri="{9D8B030D-6E8A-4147-A177-3AD203B41FA5}">
                      <a16:colId xmlns:a16="http://schemas.microsoft.com/office/drawing/2014/main" val="426957988"/>
                    </a:ext>
                  </a:extLst>
                </a:gridCol>
                <a:gridCol w="6039279">
                  <a:extLst>
                    <a:ext uri="{9D8B030D-6E8A-4147-A177-3AD203B41FA5}">
                      <a16:colId xmlns:a16="http://schemas.microsoft.com/office/drawing/2014/main" val="4107571873"/>
                    </a:ext>
                  </a:extLst>
                </a:gridCol>
              </a:tblGrid>
              <a:tr h="278130">
                <a:tc>
                  <a:txBody>
                    <a:bodyPr/>
                    <a:lstStyle/>
                    <a:p>
                      <a:r>
                        <a:rPr lang="en-GB" sz="1000" noProof="0">
                          <a:latin typeface="IBM Plex Sans" panose="020B0503050203000203" pitchFamily="34" charset="0"/>
                        </a:rPr>
                        <a:t>Step</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lumMod val="85000"/>
                      </a:schemeClr>
                    </a:solidFill>
                  </a:tcPr>
                </a:tc>
                <a:tc>
                  <a:txBody>
                    <a:bodyPr/>
                    <a:lstStyle/>
                    <a:p>
                      <a:r>
                        <a:rPr lang="en-GB" sz="1000" noProof="0">
                          <a:latin typeface="IBM Plex Sans" panose="020B0503050203000203" pitchFamily="34" charset="0"/>
                        </a:rPr>
                        <a:t>Actor</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lumMod val="85000"/>
                      </a:schemeClr>
                    </a:solidFill>
                  </a:tcPr>
                </a:tc>
                <a:tc>
                  <a:txBody>
                    <a:bodyPr/>
                    <a:lstStyle/>
                    <a:p>
                      <a:r>
                        <a:rPr lang="en-GB" sz="1000" noProof="0">
                          <a:latin typeface="IBM Plex Sans" panose="020B0503050203000203" pitchFamily="34" charset="0"/>
                        </a:rPr>
                        <a:t>Title</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lumMod val="85000"/>
                      </a:schemeClr>
                    </a:solidFill>
                  </a:tcPr>
                </a:tc>
                <a:tc>
                  <a:txBody>
                    <a:bodyPr/>
                    <a:lstStyle/>
                    <a:p>
                      <a:r>
                        <a:rPr lang="en-GB" sz="1000" noProof="0">
                          <a:latin typeface="IBM Plex Sans" panose="020B0503050203000203" pitchFamily="34" charset="0"/>
                        </a:rPr>
                        <a:t>Description</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678278131"/>
                  </a:ext>
                </a:extLst>
              </a:tr>
              <a:tr h="278130">
                <a:tc>
                  <a:txBody>
                    <a:bodyPr/>
                    <a:lstStyle/>
                    <a:p>
                      <a:r>
                        <a:rPr lang="en-GB" sz="1000" noProof="0">
                          <a:latin typeface="IBM Plex Sans" panose="020B0503050203000203" pitchFamily="34" charset="0"/>
                        </a:rPr>
                        <a:t>4.1</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tc>
                  <a:txBody>
                    <a:bodyPr/>
                    <a:lstStyle/>
                    <a:p>
                      <a:r>
                        <a:rPr lang="en-GB" sz="1000" noProof="0">
                          <a:latin typeface="IBM Plex Sans" panose="020B0503050203000203" pitchFamily="34" charset="0"/>
                        </a:rPr>
                        <a:t>Employee</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tc>
                  <a:txBody>
                    <a:bodyPr/>
                    <a:lstStyle/>
                    <a:p>
                      <a:r>
                        <a:rPr lang="en-GB" sz="1000" noProof="0">
                          <a:latin typeface="IBM Plex Sans" panose="020B0503050203000203" pitchFamily="34" charset="0"/>
                        </a:rPr>
                        <a:t>Extend resignation</a:t>
                      </a:r>
                    </a:p>
                    <a:p>
                      <a:pPr lvl="0">
                        <a:buNone/>
                      </a:pPr>
                      <a:r>
                        <a:rPr lang="en-GB" sz="1000" noProof="0">
                          <a:latin typeface="IBM Plex Sans" panose="020B0503050203000203" pitchFamily="34" charset="0"/>
                        </a:rPr>
                        <a:t>(N)</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000" b="0" noProof="0">
                          <a:latin typeface="IBM Plex Sans" panose="020B0503050203000203" pitchFamily="34" charset="0"/>
                        </a:rPr>
                        <a:t>If the employee decides they do not want to extend their resignation period, HR will be given a formal notice</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36234431"/>
                  </a:ext>
                </a:extLst>
              </a:tr>
              <a:tr h="278130">
                <a:tc>
                  <a:txBody>
                    <a:bodyPr/>
                    <a:lstStyle/>
                    <a:p>
                      <a:r>
                        <a:rPr lang="en-GB" sz="1000" noProof="0">
                          <a:latin typeface="IBM Plex Sans" panose="020B0503050203000203" pitchFamily="34" charset="0"/>
                        </a:rPr>
                        <a:t>4.2</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tc>
                  <a:txBody>
                    <a:bodyPr/>
                    <a:lstStyle/>
                    <a:p>
                      <a:r>
                        <a:rPr lang="en-GB" sz="1000" noProof="0">
                          <a:latin typeface="IBM Plex Sans" panose="020B0503050203000203" pitchFamily="34" charset="0"/>
                        </a:rPr>
                        <a:t>Employee</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tc>
                  <a:txBody>
                    <a:bodyPr/>
                    <a:lstStyle/>
                    <a:p>
                      <a:r>
                        <a:rPr lang="en-GB" sz="1000" noProof="0">
                          <a:latin typeface="IBM Plex Sans" panose="020B0503050203000203" pitchFamily="34" charset="0"/>
                        </a:rPr>
                        <a:t>Extend resignation</a:t>
                      </a:r>
                    </a:p>
                    <a:p>
                      <a:pPr lvl="0">
                        <a:buNone/>
                      </a:pPr>
                      <a:r>
                        <a:rPr lang="en-GB" sz="1000" noProof="0">
                          <a:latin typeface="IBM Plex Sans" panose="020B0503050203000203" pitchFamily="34" charset="0"/>
                        </a:rPr>
                        <a:t>(Y)</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tc>
                  <a:txBody>
                    <a:bodyPr/>
                    <a:lstStyle/>
                    <a:p>
                      <a:r>
                        <a:rPr lang="en-GB" sz="1000" noProof="0">
                          <a:latin typeface="IBM Plex Sans" panose="020B0503050203000203" pitchFamily="34" charset="0"/>
                        </a:rPr>
                        <a:t>If the employee decides to stay longer and extend their resignation period, their resignation period will be extended</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322262560"/>
                  </a:ext>
                </a:extLst>
              </a:tr>
              <a:tr h="278130">
                <a:tc>
                  <a:txBody>
                    <a:bodyPr/>
                    <a:lstStyle/>
                    <a:p>
                      <a:r>
                        <a:rPr lang="en-GB" sz="1000" noProof="0">
                          <a:latin typeface="IBM Plex Sans" panose="020B0503050203000203" pitchFamily="34" charset="0"/>
                        </a:rPr>
                        <a:t>5</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tc>
                  <a:txBody>
                    <a:bodyPr/>
                    <a:lstStyle/>
                    <a:p>
                      <a:r>
                        <a:rPr lang="en-GB" sz="1000" noProof="0">
                          <a:latin typeface="IBM Plex Sans" panose="020B0503050203000203" pitchFamily="34" charset="0"/>
                        </a:rPr>
                        <a:t>Employee</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tc>
                  <a:txBody>
                    <a:bodyPr/>
                    <a:lstStyle/>
                    <a:p>
                      <a:r>
                        <a:rPr lang="en-GB" sz="1000" noProof="0">
                          <a:latin typeface="IBM Plex Sans" panose="020B0503050203000203" pitchFamily="34" charset="0"/>
                        </a:rPr>
                        <a:t>Resignation extended</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tc>
                  <a:txBody>
                    <a:bodyPr/>
                    <a:lstStyle/>
                    <a:p>
                      <a:r>
                        <a:rPr lang="en-GB" sz="1000" noProof="0">
                          <a:latin typeface="IBM Plex Sans" panose="020B0503050203000203" pitchFamily="34" charset="0"/>
                        </a:rPr>
                        <a:t>The employee’s resignation period is extended for an agreed upon time. After this period has ended, the manager will consider if the employee is still needed at the company</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085832221"/>
                  </a:ext>
                </a:extLst>
              </a:tr>
              <a:tr h="278130">
                <a:tc>
                  <a:txBody>
                    <a:bodyPr/>
                    <a:lstStyle/>
                    <a:p>
                      <a:r>
                        <a:rPr lang="en-GB" sz="1000" noProof="0">
                          <a:latin typeface="IBM Plex Sans" panose="020B0503050203000203" pitchFamily="34" charset="0"/>
                        </a:rPr>
                        <a:t>6</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tc>
                  <a:txBody>
                    <a:bodyPr/>
                    <a:lstStyle/>
                    <a:p>
                      <a:r>
                        <a:rPr lang="en-GB" sz="1000" noProof="0">
                          <a:latin typeface="IBM Plex Sans" panose="020B0503050203000203" pitchFamily="34" charset="0"/>
                        </a:rPr>
                        <a:t>HR </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tc>
                  <a:txBody>
                    <a:bodyPr/>
                    <a:lstStyle/>
                    <a:p>
                      <a:r>
                        <a:rPr lang="en-GB" sz="1000" noProof="0">
                          <a:latin typeface="IBM Plex Sans" panose="020B0503050203000203" pitchFamily="34" charset="0"/>
                        </a:rPr>
                        <a:t>Formal notice </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tc>
                  <a:txBody>
                    <a:bodyPr/>
                    <a:lstStyle/>
                    <a:p>
                      <a:r>
                        <a:rPr lang="en-GB" sz="1000" noProof="0">
                          <a:latin typeface="IBM Plex Sans" panose="020B0503050203000203" pitchFamily="34" charset="0"/>
                        </a:rPr>
                        <a:t>HR will receive a formal notice of the employee’s resignation then update their records </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373553183"/>
                  </a:ext>
                </a:extLst>
              </a:tr>
              <a:tr h="278130">
                <a:tc>
                  <a:txBody>
                    <a:bodyPr/>
                    <a:lstStyle/>
                    <a:p>
                      <a:r>
                        <a:rPr lang="en-GB" sz="1000" noProof="0">
                          <a:latin typeface="IBM Plex Sans" panose="020B0503050203000203" pitchFamily="34" charset="0"/>
                        </a:rPr>
                        <a:t>7</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tc>
                  <a:txBody>
                    <a:bodyPr/>
                    <a:lstStyle/>
                    <a:p>
                      <a:r>
                        <a:rPr lang="en-GB" sz="1000" noProof="0">
                          <a:latin typeface="IBM Plex Sans" panose="020B0503050203000203" pitchFamily="34" charset="0"/>
                        </a:rPr>
                        <a:t>HR</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tc>
                  <a:txBody>
                    <a:bodyPr/>
                    <a:lstStyle/>
                    <a:p>
                      <a:r>
                        <a:rPr lang="en-GB" sz="1000" noProof="0">
                          <a:latin typeface="IBM Plex Sans" panose="020B0503050203000203" pitchFamily="34" charset="0"/>
                        </a:rPr>
                        <a:t>Update internal records</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tc>
                  <a:txBody>
                    <a:bodyPr/>
                    <a:lstStyle/>
                    <a:p>
                      <a:r>
                        <a:rPr lang="en-GB" sz="1000" noProof="0">
                          <a:latin typeface="IBM Plex Sans" panose="020B0503050203000203" pitchFamily="34" charset="0"/>
                        </a:rPr>
                        <a:t>After receiving the notice, HR will update their internal records. This process would include notifying the security team to revoke user access, notifying finance for a compensation settlement and etc.</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328030872"/>
                  </a:ext>
                </a:extLst>
              </a:tr>
              <a:tr h="278130">
                <a:tc>
                  <a:txBody>
                    <a:bodyPr/>
                    <a:lstStyle/>
                    <a:p>
                      <a:r>
                        <a:rPr lang="en-GB" sz="1000" noProof="0">
                          <a:latin typeface="IBM Plex Sans" panose="020B0503050203000203" pitchFamily="34" charset="0"/>
                        </a:rPr>
                        <a:t>8</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tc>
                  <a:txBody>
                    <a:bodyPr/>
                    <a:lstStyle/>
                    <a:p>
                      <a:r>
                        <a:rPr lang="en-GB" sz="1000" noProof="0">
                          <a:latin typeface="IBM Plex Sans" panose="020B0503050203000203" pitchFamily="34" charset="0"/>
                        </a:rPr>
                        <a:t>Employee</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tc>
                  <a:txBody>
                    <a:bodyPr/>
                    <a:lstStyle/>
                    <a:p>
                      <a:r>
                        <a:rPr lang="en-GB" sz="1000" noProof="0">
                          <a:latin typeface="IBM Plex Sans" panose="020B0503050203000203" pitchFamily="34" charset="0"/>
                        </a:rPr>
                        <a:t>Final handover</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tc>
                  <a:txBody>
                    <a:bodyPr/>
                    <a:lstStyle/>
                    <a:p>
                      <a:r>
                        <a:rPr lang="en-GB" sz="1000" noProof="0">
                          <a:latin typeface="IBM Plex Sans" panose="020B0503050203000203" pitchFamily="34" charset="0"/>
                        </a:rPr>
                        <a:t>Once everything has been processed and updated, the employee will hand over any of their property back to the company (company laptop, id badge, etc.) and any remaining documentation/work</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99730738"/>
                  </a:ext>
                </a:extLst>
              </a:tr>
            </a:tbl>
          </a:graphicData>
        </a:graphic>
      </p:graphicFrame>
      <p:sp>
        <p:nvSpPr>
          <p:cNvPr id="3" name="Title 1">
            <a:extLst>
              <a:ext uri="{FF2B5EF4-FFF2-40B4-BE49-F238E27FC236}">
                <a16:creationId xmlns:a16="http://schemas.microsoft.com/office/drawing/2014/main" id="{A98A6131-74CD-E011-17E2-4CCCE3B1CBF6}"/>
              </a:ext>
            </a:extLst>
          </p:cNvPr>
          <p:cNvSpPr txBox="1">
            <a:spLocks/>
          </p:cNvSpPr>
          <p:nvPr/>
        </p:nvSpPr>
        <p:spPr>
          <a:xfrm>
            <a:off x="713250" y="445025"/>
            <a:ext cx="8101566"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2pPr>
            <a:lvl3pPr marR="0" lvl="2"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3pPr>
            <a:lvl4pPr marR="0" lvl="3"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4pPr>
            <a:lvl5pPr marR="0" lvl="4"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5pPr>
            <a:lvl6pPr marR="0" lvl="5"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6pPr>
            <a:lvl7pPr marR="0" lvl="6"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7pPr>
            <a:lvl8pPr marR="0" lvl="7"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8pPr>
            <a:lvl9pPr marR="0" lvl="8"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9pPr>
          </a:lstStyle>
          <a:p>
            <a:r>
              <a:rPr lang="en-GB" sz="2400"/>
              <a:t>Customer</a:t>
            </a:r>
            <a:r>
              <a:rPr lang="en-GB" sz="2400" noProof="0"/>
              <a:t> Support Centre Leaver </a:t>
            </a:r>
            <a:r>
              <a:rPr lang="en-GB" sz="2400"/>
              <a:t>Process Details</a:t>
            </a:r>
            <a:endParaRPr lang="en-GB" sz="2400" noProof="0"/>
          </a:p>
        </p:txBody>
      </p:sp>
      <p:sp>
        <p:nvSpPr>
          <p:cNvPr id="7" name="Title 1">
            <a:extLst>
              <a:ext uri="{FF2B5EF4-FFF2-40B4-BE49-F238E27FC236}">
                <a16:creationId xmlns:a16="http://schemas.microsoft.com/office/drawing/2014/main" id="{91C0CB5F-6C53-E764-B468-ECEEAB7CA4F9}"/>
              </a:ext>
            </a:extLst>
          </p:cNvPr>
          <p:cNvSpPr txBox="1">
            <a:spLocks/>
          </p:cNvSpPr>
          <p:nvPr/>
        </p:nvSpPr>
        <p:spPr>
          <a:xfrm>
            <a:off x="7888203" y="4772784"/>
            <a:ext cx="995276" cy="15474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2pPr>
            <a:lvl3pPr marR="0" lvl="2"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3pPr>
            <a:lvl4pPr marR="0" lvl="3"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4pPr>
            <a:lvl5pPr marR="0" lvl="4"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5pPr>
            <a:lvl6pPr marR="0" lvl="5"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6pPr>
            <a:lvl7pPr marR="0" lvl="6"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7pPr>
            <a:lvl8pPr marR="0" lvl="7"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8pPr>
            <a:lvl9pPr marR="0" lvl="8"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9pPr>
          </a:lstStyle>
          <a:p>
            <a:r>
              <a:rPr lang="en-GB" sz="900"/>
              <a:t>Alex Markou</a:t>
            </a:r>
            <a:endParaRPr lang="en-US"/>
          </a:p>
        </p:txBody>
      </p:sp>
    </p:spTree>
    <p:extLst>
      <p:ext uri="{BB962C8B-B14F-4D97-AF65-F5344CB8AC3E}">
        <p14:creationId xmlns:p14="http://schemas.microsoft.com/office/powerpoint/2010/main" val="33953939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8E422-926C-04B5-AF3E-8C16F47006E8}"/>
            </a:ext>
          </a:extLst>
        </p:cNvPr>
        <p:cNvGrpSpPr/>
        <p:nvPr/>
      </p:nvGrpSpPr>
      <p:grpSpPr>
        <a:xfrm>
          <a:off x="0" y="0"/>
          <a:ext cx="0" cy="0"/>
          <a:chOff x="0" y="0"/>
          <a:chExt cx="0" cy="0"/>
        </a:xfrm>
      </p:grpSpPr>
      <p:graphicFrame>
        <p:nvGraphicFramePr>
          <p:cNvPr id="7" name="Content Placeholder 3">
            <a:extLst>
              <a:ext uri="{FF2B5EF4-FFF2-40B4-BE49-F238E27FC236}">
                <a16:creationId xmlns:a16="http://schemas.microsoft.com/office/drawing/2014/main" id="{7E5690E8-56A4-055E-14E3-5E0AA779506E}"/>
              </a:ext>
            </a:extLst>
          </p:cNvPr>
          <p:cNvGraphicFramePr>
            <a:graphicFrameLocks/>
          </p:cNvGraphicFramePr>
          <p:nvPr>
            <p:extLst>
              <p:ext uri="{D42A27DB-BD31-4B8C-83A1-F6EECF244321}">
                <p14:modId xmlns:p14="http://schemas.microsoft.com/office/powerpoint/2010/main" val="1840762215"/>
              </p:ext>
            </p:extLst>
          </p:nvPr>
        </p:nvGraphicFramePr>
        <p:xfrm>
          <a:off x="713250" y="1192034"/>
          <a:ext cx="8318786" cy="2670810"/>
        </p:xfrm>
        <a:graphic>
          <a:graphicData uri="http://schemas.openxmlformats.org/drawingml/2006/table">
            <a:tbl>
              <a:tblPr firstRow="1" bandRow="1">
                <a:tableStyleId>{BC89EF96-8CEA-46FF-86C4-4CE0E7609802}</a:tableStyleId>
              </a:tblPr>
              <a:tblGrid>
                <a:gridCol w="552284">
                  <a:extLst>
                    <a:ext uri="{9D8B030D-6E8A-4147-A177-3AD203B41FA5}">
                      <a16:colId xmlns:a16="http://schemas.microsoft.com/office/drawing/2014/main" val="2144904371"/>
                    </a:ext>
                  </a:extLst>
                </a:gridCol>
                <a:gridCol w="728366">
                  <a:extLst>
                    <a:ext uri="{9D8B030D-6E8A-4147-A177-3AD203B41FA5}">
                      <a16:colId xmlns:a16="http://schemas.microsoft.com/office/drawing/2014/main" val="3434256748"/>
                    </a:ext>
                  </a:extLst>
                </a:gridCol>
                <a:gridCol w="998857">
                  <a:extLst>
                    <a:ext uri="{9D8B030D-6E8A-4147-A177-3AD203B41FA5}">
                      <a16:colId xmlns:a16="http://schemas.microsoft.com/office/drawing/2014/main" val="426957988"/>
                    </a:ext>
                  </a:extLst>
                </a:gridCol>
                <a:gridCol w="6039279">
                  <a:extLst>
                    <a:ext uri="{9D8B030D-6E8A-4147-A177-3AD203B41FA5}">
                      <a16:colId xmlns:a16="http://schemas.microsoft.com/office/drawing/2014/main" val="4107571873"/>
                    </a:ext>
                  </a:extLst>
                </a:gridCol>
              </a:tblGrid>
              <a:tr h="278130">
                <a:tc>
                  <a:txBody>
                    <a:bodyPr/>
                    <a:lstStyle/>
                    <a:p>
                      <a:r>
                        <a:rPr lang="en-GB" sz="1000" noProof="0">
                          <a:latin typeface="IBM Plex Sans" panose="020B0503050203000203" pitchFamily="34" charset="0"/>
                        </a:rPr>
                        <a:t>Step</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lumMod val="85000"/>
                      </a:schemeClr>
                    </a:solidFill>
                  </a:tcPr>
                </a:tc>
                <a:tc>
                  <a:txBody>
                    <a:bodyPr/>
                    <a:lstStyle/>
                    <a:p>
                      <a:r>
                        <a:rPr lang="en-GB" sz="1000" noProof="0">
                          <a:latin typeface="IBM Plex Sans" panose="020B0503050203000203" pitchFamily="34" charset="0"/>
                        </a:rPr>
                        <a:t>Actor</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lumMod val="85000"/>
                      </a:schemeClr>
                    </a:solidFill>
                  </a:tcPr>
                </a:tc>
                <a:tc>
                  <a:txBody>
                    <a:bodyPr/>
                    <a:lstStyle/>
                    <a:p>
                      <a:r>
                        <a:rPr lang="en-GB" sz="1000" noProof="0">
                          <a:latin typeface="IBM Plex Sans" panose="020B0503050203000203" pitchFamily="34" charset="0"/>
                        </a:rPr>
                        <a:t>Title</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lumMod val="85000"/>
                      </a:schemeClr>
                    </a:solidFill>
                  </a:tcPr>
                </a:tc>
                <a:tc>
                  <a:txBody>
                    <a:bodyPr/>
                    <a:lstStyle/>
                    <a:p>
                      <a:r>
                        <a:rPr lang="en-GB" sz="1000" noProof="0">
                          <a:latin typeface="IBM Plex Sans" panose="020B0503050203000203" pitchFamily="34" charset="0"/>
                        </a:rPr>
                        <a:t>Description</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678278131"/>
                  </a:ext>
                </a:extLst>
              </a:tr>
              <a:tr h="278130">
                <a:tc>
                  <a:txBody>
                    <a:bodyPr/>
                    <a:lstStyle/>
                    <a:p>
                      <a:r>
                        <a:rPr lang="en-GB" sz="1000" noProof="0">
                          <a:latin typeface="IBM Plex Sans" panose="020B0503050203000203" pitchFamily="34" charset="0"/>
                        </a:rPr>
                        <a:t>1</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tc>
                  <a:txBody>
                    <a:bodyPr/>
                    <a:lstStyle/>
                    <a:p>
                      <a:r>
                        <a:rPr lang="en-GB" sz="1000" noProof="0">
                          <a:latin typeface="IBM Plex Sans" panose="020B0503050203000203" pitchFamily="34" charset="0"/>
                        </a:rPr>
                        <a:t>HR</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tc>
                  <a:txBody>
                    <a:bodyPr/>
                    <a:lstStyle/>
                    <a:p>
                      <a:r>
                        <a:rPr lang="en-GB" sz="1000" noProof="0">
                          <a:latin typeface="IBM Plex Sans" panose="020B0503050203000203" pitchFamily="34" charset="0"/>
                        </a:rPr>
                        <a:t>Notice of resignation</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GB" sz="1000" b="0" noProof="0">
                          <a:latin typeface="IBM Plex Sans" panose="020B0503050203000203" pitchFamily="34" charset="0"/>
                        </a:rPr>
                        <a:t>When the employee hands in their resignation to HR, HR then starts their process to update their internal records </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36234431"/>
                  </a:ext>
                </a:extLst>
              </a:tr>
              <a:tr h="278130">
                <a:tc>
                  <a:txBody>
                    <a:bodyPr/>
                    <a:lstStyle/>
                    <a:p>
                      <a:r>
                        <a:rPr lang="en-GB" sz="1000" noProof="0">
                          <a:latin typeface="IBM Plex Sans" panose="020B0503050203000203" pitchFamily="34" charset="0"/>
                        </a:rPr>
                        <a:t>2</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tc>
                  <a:txBody>
                    <a:bodyPr/>
                    <a:lstStyle/>
                    <a:p>
                      <a:r>
                        <a:rPr lang="en-GB" sz="1000" noProof="0">
                          <a:latin typeface="IBM Plex Sans" panose="020B0503050203000203" pitchFamily="34" charset="0"/>
                        </a:rPr>
                        <a:t>Finance</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tc>
                  <a:txBody>
                    <a:bodyPr/>
                    <a:lstStyle/>
                    <a:p>
                      <a:r>
                        <a:rPr lang="en-GB" sz="1000" noProof="0">
                          <a:latin typeface="IBM Plex Sans" panose="020B0503050203000203" pitchFamily="34" charset="0"/>
                        </a:rPr>
                        <a:t>Severance procedure</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tc>
                  <a:txBody>
                    <a:bodyPr/>
                    <a:lstStyle/>
                    <a:p>
                      <a:r>
                        <a:rPr lang="en-GB" sz="1000" noProof="0">
                          <a:latin typeface="IBM Plex Sans" panose="020B0503050203000203" pitchFamily="34" charset="0"/>
                        </a:rPr>
                        <a:t>The Finance department will receive a notice from HR about the employee resignation and begin their off-boarding process (verify employee's final pay date and calculate outstanding salary)</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322262560"/>
                  </a:ext>
                </a:extLst>
              </a:tr>
              <a:tr h="278130">
                <a:tc>
                  <a:txBody>
                    <a:bodyPr/>
                    <a:lstStyle/>
                    <a:p>
                      <a:r>
                        <a:rPr lang="en-GB" sz="1000" noProof="0">
                          <a:latin typeface="IBM Plex Sans" panose="020B0503050203000203" pitchFamily="34" charset="0"/>
                        </a:rPr>
                        <a:t>3</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tc>
                  <a:txBody>
                    <a:bodyPr/>
                    <a:lstStyle/>
                    <a:p>
                      <a:r>
                        <a:rPr lang="en-GB" sz="1000" noProof="0">
                          <a:latin typeface="IBM Plex Sans" panose="020B0503050203000203" pitchFamily="34" charset="0"/>
                        </a:rPr>
                        <a:t>IT</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tc>
                  <a:txBody>
                    <a:bodyPr/>
                    <a:lstStyle/>
                    <a:p>
                      <a:r>
                        <a:rPr lang="en-GB" sz="1000" noProof="0">
                          <a:latin typeface="IBM Plex Sans" panose="020B0503050203000203" pitchFamily="34" charset="0"/>
                        </a:rPr>
                        <a:t>Removal of credentials</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tc>
                  <a:txBody>
                    <a:bodyPr/>
                    <a:lstStyle/>
                    <a:p>
                      <a:r>
                        <a:rPr lang="en-GB" sz="1000" noProof="0">
                          <a:latin typeface="IBM Plex Sans" panose="020B0503050203000203" pitchFamily="34" charset="0"/>
                        </a:rPr>
                        <a:t>After Finance calculates the resigned employee's severance pay, IT will remove the employee's credentials from the system (access to internal systems, wipe devices, revoke MFA, etc.)</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085832221"/>
                  </a:ext>
                </a:extLst>
              </a:tr>
              <a:tr h="278130">
                <a:tc>
                  <a:txBody>
                    <a:bodyPr/>
                    <a:lstStyle/>
                    <a:p>
                      <a:r>
                        <a:rPr lang="en-GB" sz="1000" noProof="0">
                          <a:latin typeface="IBM Plex Sans" panose="020B0503050203000203" pitchFamily="34" charset="0"/>
                        </a:rPr>
                        <a:t>4.1</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tc>
                  <a:txBody>
                    <a:bodyPr/>
                    <a:lstStyle/>
                    <a:p>
                      <a:r>
                        <a:rPr lang="en-GB" sz="1000" noProof="0">
                          <a:latin typeface="IBM Plex Sans" panose="020B0503050203000203" pitchFamily="34" charset="0"/>
                        </a:rPr>
                        <a:t>IT</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tc>
                  <a:txBody>
                    <a:bodyPr/>
                    <a:lstStyle/>
                    <a:p>
                      <a:r>
                        <a:rPr lang="en-GB" sz="1000" noProof="0">
                          <a:latin typeface="IBM Plex Sans" panose="020B0503050203000203" pitchFamily="34" charset="0"/>
                        </a:rPr>
                        <a:t>Confidential information (Y)</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tc>
                  <a:txBody>
                    <a:bodyPr/>
                    <a:lstStyle/>
                    <a:p>
                      <a:r>
                        <a:rPr lang="en-GB" sz="1000" noProof="0">
                          <a:latin typeface="IBM Plex Sans" panose="020B0503050203000203" pitchFamily="34" charset="0"/>
                        </a:rPr>
                        <a:t>If the employee deals with highly classified information, IT will flag their account and inform the Legal team of the data exposure risk</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373553183"/>
                  </a:ext>
                </a:extLst>
              </a:tr>
              <a:tr h="278130">
                <a:tc>
                  <a:txBody>
                    <a:bodyPr/>
                    <a:lstStyle/>
                    <a:p>
                      <a:r>
                        <a:rPr lang="en-GB" sz="1000" noProof="0">
                          <a:latin typeface="IBM Plex Sans" panose="020B0503050203000203" pitchFamily="34" charset="0"/>
                        </a:rPr>
                        <a:t>4.1</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tc>
                  <a:txBody>
                    <a:bodyPr/>
                    <a:lstStyle/>
                    <a:p>
                      <a:r>
                        <a:rPr lang="en-GB" sz="1000" noProof="0">
                          <a:latin typeface="IBM Plex Sans" panose="020B0503050203000203" pitchFamily="34" charset="0"/>
                        </a:rPr>
                        <a:t>IT</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tc>
                  <a:txBody>
                    <a:bodyPr/>
                    <a:lstStyle/>
                    <a:p>
                      <a:pPr lvl="0">
                        <a:buNone/>
                      </a:pPr>
                      <a:r>
                        <a:rPr lang="en-GB" sz="1000" b="0" i="0" u="none" strike="noStrike" noProof="0">
                          <a:solidFill>
                            <a:srgbClr val="000000"/>
                          </a:solidFill>
                          <a:latin typeface="IBM Plex Sans" panose="020B0503050203000203" pitchFamily="34" charset="0"/>
                        </a:rPr>
                        <a:t>Confidential information (N)</a:t>
                      </a:r>
                      <a:endParaRPr lang="en-GB" noProof="0">
                        <a:latin typeface="IBM Plex Sans" panose="020B0503050203000203" pitchFamily="34" charset="0"/>
                      </a:endParaRP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tc>
                  <a:txBody>
                    <a:bodyPr/>
                    <a:lstStyle/>
                    <a:p>
                      <a:r>
                        <a:rPr lang="en-GB" sz="1000" noProof="0">
                          <a:latin typeface="IBM Plex Sans" panose="020B0503050203000203" pitchFamily="34" charset="0"/>
                        </a:rPr>
                        <a:t>If the employee does not have access to highly classified information, they will complete their regular routine of account deactivation and update their records to show the users account was fully removed</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328030872"/>
                  </a:ext>
                </a:extLst>
              </a:tr>
              <a:tr h="278130">
                <a:tc>
                  <a:txBody>
                    <a:bodyPr/>
                    <a:lstStyle/>
                    <a:p>
                      <a:r>
                        <a:rPr lang="en-GB" sz="1000" noProof="0">
                          <a:latin typeface="IBM Plex Sans" panose="020B0503050203000203" pitchFamily="34" charset="0"/>
                        </a:rPr>
                        <a:t>5</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tc>
                  <a:txBody>
                    <a:bodyPr/>
                    <a:lstStyle/>
                    <a:p>
                      <a:r>
                        <a:rPr lang="en-GB" sz="1000" noProof="0">
                          <a:latin typeface="IBM Plex Sans" panose="020B0503050203000203" pitchFamily="34" charset="0"/>
                        </a:rPr>
                        <a:t>Legal</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tc>
                  <a:txBody>
                    <a:bodyPr/>
                    <a:lstStyle/>
                    <a:p>
                      <a:r>
                        <a:rPr lang="en-GB" sz="1000" noProof="0">
                          <a:latin typeface="IBM Plex Sans" panose="020B0503050203000203" pitchFamily="34" charset="0"/>
                        </a:rPr>
                        <a:t>NDA/NCC enforced</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tc>
                  <a:txBody>
                    <a:bodyPr/>
                    <a:lstStyle/>
                    <a:p>
                      <a:r>
                        <a:rPr lang="en-GB" sz="1000" noProof="0">
                          <a:latin typeface="IBM Plex Sans" panose="020B0503050203000203" pitchFamily="34" charset="0"/>
                        </a:rPr>
                        <a:t>The Legal department will be notified by IT that the user had access to confidential company information and will issue/reaffirm an NDA/NCC with the employee</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99730738"/>
                  </a:ext>
                </a:extLst>
              </a:tr>
            </a:tbl>
          </a:graphicData>
        </a:graphic>
      </p:graphicFrame>
      <p:sp>
        <p:nvSpPr>
          <p:cNvPr id="3" name="Title 1">
            <a:extLst>
              <a:ext uri="{FF2B5EF4-FFF2-40B4-BE49-F238E27FC236}">
                <a16:creationId xmlns:a16="http://schemas.microsoft.com/office/drawing/2014/main" id="{3122D3E1-AE4A-E713-4E9E-EA7AF8E2425E}"/>
              </a:ext>
            </a:extLst>
          </p:cNvPr>
          <p:cNvSpPr txBox="1">
            <a:spLocks/>
          </p:cNvSpPr>
          <p:nvPr/>
        </p:nvSpPr>
        <p:spPr>
          <a:xfrm>
            <a:off x="713250" y="445025"/>
            <a:ext cx="8101566"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2pPr>
            <a:lvl3pPr marR="0" lvl="2"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3pPr>
            <a:lvl4pPr marR="0" lvl="3"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4pPr>
            <a:lvl5pPr marR="0" lvl="4"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5pPr>
            <a:lvl6pPr marR="0" lvl="5"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6pPr>
            <a:lvl7pPr marR="0" lvl="6"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7pPr>
            <a:lvl8pPr marR="0" lvl="7"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8pPr>
            <a:lvl9pPr marR="0" lvl="8"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9pPr>
          </a:lstStyle>
          <a:p>
            <a:r>
              <a:rPr lang="en-GB" sz="2400" noProof="0"/>
              <a:t>Update Internal Records Subprocess</a:t>
            </a:r>
            <a:r>
              <a:rPr lang="en-GB" sz="2400"/>
              <a:t> Details</a:t>
            </a:r>
            <a:endParaRPr lang="en-GB" sz="2400" noProof="0"/>
          </a:p>
        </p:txBody>
      </p:sp>
      <p:sp>
        <p:nvSpPr>
          <p:cNvPr id="6" name="Title 1">
            <a:extLst>
              <a:ext uri="{FF2B5EF4-FFF2-40B4-BE49-F238E27FC236}">
                <a16:creationId xmlns:a16="http://schemas.microsoft.com/office/drawing/2014/main" id="{45041C2F-E6B2-C480-A4AA-56A36E7902A4}"/>
              </a:ext>
            </a:extLst>
          </p:cNvPr>
          <p:cNvSpPr txBox="1">
            <a:spLocks/>
          </p:cNvSpPr>
          <p:nvPr/>
        </p:nvSpPr>
        <p:spPr>
          <a:xfrm>
            <a:off x="7888203" y="4772784"/>
            <a:ext cx="995276" cy="15474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2pPr>
            <a:lvl3pPr marR="0" lvl="2"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3pPr>
            <a:lvl4pPr marR="0" lvl="3"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4pPr>
            <a:lvl5pPr marR="0" lvl="4"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5pPr>
            <a:lvl6pPr marR="0" lvl="5"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6pPr>
            <a:lvl7pPr marR="0" lvl="6"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7pPr>
            <a:lvl8pPr marR="0" lvl="7"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8pPr>
            <a:lvl9pPr marR="0" lvl="8"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9pPr>
          </a:lstStyle>
          <a:p>
            <a:r>
              <a:rPr lang="en-GB" sz="900"/>
              <a:t>Alex Markou</a:t>
            </a:r>
            <a:endParaRPr lang="en-US"/>
          </a:p>
        </p:txBody>
      </p:sp>
    </p:spTree>
    <p:extLst>
      <p:ext uri="{BB962C8B-B14F-4D97-AF65-F5344CB8AC3E}">
        <p14:creationId xmlns:p14="http://schemas.microsoft.com/office/powerpoint/2010/main" val="19765450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074C5-AFB0-4A94-75F7-73EB7C5194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E9C6DD-9F23-3C41-34C1-678AE95EA1B1}"/>
              </a:ext>
            </a:extLst>
          </p:cNvPr>
          <p:cNvSpPr>
            <a:spLocks noGrp="1"/>
          </p:cNvSpPr>
          <p:nvPr>
            <p:ph type="title"/>
          </p:nvPr>
        </p:nvSpPr>
        <p:spPr/>
        <p:txBody>
          <a:bodyPr/>
          <a:lstStyle/>
          <a:p>
            <a:r>
              <a:rPr lang="en-GB" sz="3600" noProof="0"/>
              <a:t>System Context</a:t>
            </a:r>
          </a:p>
        </p:txBody>
      </p:sp>
      <p:sp>
        <p:nvSpPr>
          <p:cNvPr id="6" name="Title 1">
            <a:extLst>
              <a:ext uri="{FF2B5EF4-FFF2-40B4-BE49-F238E27FC236}">
                <a16:creationId xmlns:a16="http://schemas.microsoft.com/office/drawing/2014/main" id="{95099802-3D47-5135-C07B-78495D8C7A18}"/>
              </a:ext>
            </a:extLst>
          </p:cNvPr>
          <p:cNvSpPr txBox="1">
            <a:spLocks/>
          </p:cNvSpPr>
          <p:nvPr/>
        </p:nvSpPr>
        <p:spPr>
          <a:xfrm>
            <a:off x="7545365" y="4525418"/>
            <a:ext cx="995276" cy="15474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2pPr>
            <a:lvl3pPr marR="0" lvl="2"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3pPr>
            <a:lvl4pPr marR="0" lvl="3"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4pPr>
            <a:lvl5pPr marR="0" lvl="4"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5pPr>
            <a:lvl6pPr marR="0" lvl="5"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6pPr>
            <a:lvl7pPr marR="0" lvl="6"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7pPr>
            <a:lvl8pPr marR="0" lvl="7"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8pPr>
            <a:lvl9pPr marR="0" lvl="8"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9pPr>
          </a:lstStyle>
          <a:p>
            <a:r>
              <a:rPr lang="en-GB" sz="900"/>
              <a:t>Onur </a:t>
            </a:r>
            <a:r>
              <a:rPr lang="en-GB" sz="900">
                <a:solidFill>
                  <a:srgbClr val="191919"/>
                </a:solidFill>
              </a:rPr>
              <a:t>Özkara</a:t>
            </a:r>
            <a:endParaRPr lang="en-US" err="1"/>
          </a:p>
        </p:txBody>
      </p:sp>
    </p:spTree>
    <p:extLst>
      <p:ext uri="{BB962C8B-B14F-4D97-AF65-F5344CB8AC3E}">
        <p14:creationId xmlns:p14="http://schemas.microsoft.com/office/powerpoint/2010/main" val="16741261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8206BC90-3A38-70F8-A892-97BDCE558EC4}"/>
              </a:ext>
            </a:extLst>
          </p:cNvPr>
          <p:cNvPicPr>
            <a:picLocks noChangeAspect="1"/>
          </p:cNvPicPr>
          <p:nvPr/>
        </p:nvPicPr>
        <p:blipFill>
          <a:blip r:embed="rId2"/>
          <a:stretch>
            <a:fillRect/>
          </a:stretch>
        </p:blipFill>
        <p:spPr>
          <a:xfrm>
            <a:off x="486287" y="999318"/>
            <a:ext cx="8171426" cy="3861000"/>
          </a:xfrm>
          <a:prstGeom prst="rect">
            <a:avLst/>
          </a:prstGeom>
          <a:noFill/>
        </p:spPr>
      </p:pic>
      <p:sp>
        <p:nvSpPr>
          <p:cNvPr id="2" name="Title 1">
            <a:extLst>
              <a:ext uri="{FF2B5EF4-FFF2-40B4-BE49-F238E27FC236}">
                <a16:creationId xmlns:a16="http://schemas.microsoft.com/office/drawing/2014/main" id="{A213F084-1B6B-48BB-4188-3B631381864B}"/>
              </a:ext>
            </a:extLst>
          </p:cNvPr>
          <p:cNvSpPr txBox="1">
            <a:spLocks/>
          </p:cNvSpPr>
          <p:nvPr/>
        </p:nvSpPr>
        <p:spPr>
          <a:xfrm>
            <a:off x="419100" y="457436"/>
            <a:ext cx="8101566"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2pPr>
            <a:lvl3pPr marR="0" lvl="2"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3pPr>
            <a:lvl4pPr marR="0" lvl="3"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4pPr>
            <a:lvl5pPr marR="0" lvl="4"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5pPr>
            <a:lvl6pPr marR="0" lvl="5"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6pPr>
            <a:lvl7pPr marR="0" lvl="6"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7pPr>
            <a:lvl8pPr marR="0" lvl="7"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8pPr>
            <a:lvl9pPr marR="0" lvl="8"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9pPr>
          </a:lstStyle>
          <a:p>
            <a:r>
              <a:rPr lang="en-GB" sz="2400" noProof="0"/>
              <a:t>System Context Diagram</a:t>
            </a:r>
          </a:p>
        </p:txBody>
      </p:sp>
      <p:sp>
        <p:nvSpPr>
          <p:cNvPr id="7" name="Title 1">
            <a:extLst>
              <a:ext uri="{FF2B5EF4-FFF2-40B4-BE49-F238E27FC236}">
                <a16:creationId xmlns:a16="http://schemas.microsoft.com/office/drawing/2014/main" id="{2A9B0F11-AA97-3AB4-6DAA-C90EA2AD5071}"/>
              </a:ext>
            </a:extLst>
          </p:cNvPr>
          <p:cNvSpPr txBox="1">
            <a:spLocks/>
          </p:cNvSpPr>
          <p:nvPr/>
        </p:nvSpPr>
        <p:spPr>
          <a:xfrm>
            <a:off x="7888203" y="4772784"/>
            <a:ext cx="995276" cy="15474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2pPr>
            <a:lvl3pPr marR="0" lvl="2"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3pPr>
            <a:lvl4pPr marR="0" lvl="3"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4pPr>
            <a:lvl5pPr marR="0" lvl="4"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5pPr>
            <a:lvl6pPr marR="0" lvl="5"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6pPr>
            <a:lvl7pPr marR="0" lvl="6"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7pPr>
            <a:lvl8pPr marR="0" lvl="7"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8pPr>
            <a:lvl9pPr marR="0" lvl="8"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9pPr>
          </a:lstStyle>
          <a:p>
            <a:r>
              <a:rPr lang="en-GB" sz="900"/>
              <a:t>Onur </a:t>
            </a:r>
            <a:r>
              <a:rPr lang="en-GB" sz="900">
                <a:solidFill>
                  <a:srgbClr val="191919"/>
                </a:solidFill>
              </a:rPr>
              <a:t>Özkara</a:t>
            </a:r>
            <a:endParaRPr lang="en-US" err="1"/>
          </a:p>
        </p:txBody>
      </p:sp>
    </p:spTree>
    <p:extLst>
      <p:ext uri="{BB962C8B-B14F-4D97-AF65-F5344CB8AC3E}">
        <p14:creationId xmlns:p14="http://schemas.microsoft.com/office/powerpoint/2010/main" val="27754401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7FAEB94-A95B-C8EA-1855-2A7FD0ACA0CF}"/>
              </a:ext>
            </a:extLst>
          </p:cNvPr>
          <p:cNvSpPr txBox="1">
            <a:spLocks/>
          </p:cNvSpPr>
          <p:nvPr/>
        </p:nvSpPr>
        <p:spPr>
          <a:xfrm>
            <a:off x="419100" y="457436"/>
            <a:ext cx="8101566"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2pPr>
            <a:lvl3pPr marR="0" lvl="2"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3pPr>
            <a:lvl4pPr marR="0" lvl="3"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4pPr>
            <a:lvl5pPr marR="0" lvl="4"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5pPr>
            <a:lvl6pPr marR="0" lvl="5"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6pPr>
            <a:lvl7pPr marR="0" lvl="6"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7pPr>
            <a:lvl8pPr marR="0" lvl="7"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8pPr>
            <a:lvl9pPr marR="0" lvl="8"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9pPr>
          </a:lstStyle>
          <a:p>
            <a:r>
              <a:rPr lang="en-GB" sz="2400" noProof="0"/>
              <a:t>Actor / Use Case / Interface</a:t>
            </a:r>
          </a:p>
        </p:txBody>
      </p:sp>
      <p:graphicFrame>
        <p:nvGraphicFramePr>
          <p:cNvPr id="4" name="Table 3">
            <a:extLst>
              <a:ext uri="{FF2B5EF4-FFF2-40B4-BE49-F238E27FC236}">
                <a16:creationId xmlns:a16="http://schemas.microsoft.com/office/drawing/2014/main" id="{7B3D8A51-9884-C3FD-A953-AE0392A4BA0E}"/>
              </a:ext>
            </a:extLst>
          </p:cNvPr>
          <p:cNvGraphicFramePr>
            <a:graphicFrameLocks noGrp="1"/>
          </p:cNvGraphicFramePr>
          <p:nvPr>
            <p:extLst>
              <p:ext uri="{D42A27DB-BD31-4B8C-83A1-F6EECF244321}">
                <p14:modId xmlns:p14="http://schemas.microsoft.com/office/powerpoint/2010/main" val="1981059705"/>
              </p:ext>
            </p:extLst>
          </p:nvPr>
        </p:nvGraphicFramePr>
        <p:xfrm>
          <a:off x="317455" y="1030136"/>
          <a:ext cx="8407445" cy="3482568"/>
        </p:xfrm>
        <a:graphic>
          <a:graphicData uri="http://schemas.openxmlformats.org/drawingml/2006/table">
            <a:tbl>
              <a:tblPr bandRow="1">
                <a:tableStyleId>{5940675A-B579-460E-94D1-54222C63F5DA}</a:tableStyleId>
              </a:tblPr>
              <a:tblGrid>
                <a:gridCol w="1995856">
                  <a:extLst>
                    <a:ext uri="{9D8B030D-6E8A-4147-A177-3AD203B41FA5}">
                      <a16:colId xmlns:a16="http://schemas.microsoft.com/office/drawing/2014/main" val="51675370"/>
                    </a:ext>
                  </a:extLst>
                </a:gridCol>
                <a:gridCol w="4465629">
                  <a:extLst>
                    <a:ext uri="{9D8B030D-6E8A-4147-A177-3AD203B41FA5}">
                      <a16:colId xmlns:a16="http://schemas.microsoft.com/office/drawing/2014/main" val="2624377061"/>
                    </a:ext>
                  </a:extLst>
                </a:gridCol>
                <a:gridCol w="1945960">
                  <a:extLst>
                    <a:ext uri="{9D8B030D-6E8A-4147-A177-3AD203B41FA5}">
                      <a16:colId xmlns:a16="http://schemas.microsoft.com/office/drawing/2014/main" val="128091423"/>
                    </a:ext>
                  </a:extLst>
                </a:gridCol>
              </a:tblGrid>
              <a:tr h="193424">
                <a:tc>
                  <a:txBody>
                    <a:bodyPr/>
                    <a:lstStyle/>
                    <a:p>
                      <a:pPr marR="0" algn="l" rtl="0" fontAlgn="base">
                        <a:lnSpc>
                          <a:spcPct val="100000"/>
                        </a:lnSpc>
                        <a:spcBef>
                          <a:spcPts val="0"/>
                        </a:spcBef>
                        <a:spcAft>
                          <a:spcPts val="0"/>
                        </a:spcAft>
                        <a:buClr>
                          <a:srgbClr val="000000"/>
                        </a:buClr>
                        <a:buFont typeface="Arial"/>
                        <a:buNone/>
                      </a:pPr>
                      <a:r>
                        <a:rPr lang="en-GB" sz="1000" b="1" i="0" u="none" strike="noStrike" cap="none" noProof="0">
                          <a:solidFill>
                            <a:schemeClr val="tx1"/>
                          </a:solidFill>
                          <a:latin typeface="IBM Plex Sans" panose="020B0503050203000203" pitchFamily="34" charset="0"/>
                          <a:ea typeface="+mn-ea"/>
                          <a:cs typeface="+mn-cs"/>
                          <a:sym typeface="Arial"/>
                        </a:rPr>
                        <a:t>Actors</a:t>
                      </a: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lumMod val="85000"/>
                      </a:schemeClr>
                    </a:solidFill>
                  </a:tcPr>
                </a:tc>
                <a:tc>
                  <a:txBody>
                    <a:bodyPr/>
                    <a:lstStyle/>
                    <a:p>
                      <a:pPr marR="0" algn="l" rtl="0" fontAlgn="base">
                        <a:lnSpc>
                          <a:spcPct val="100000"/>
                        </a:lnSpc>
                        <a:spcBef>
                          <a:spcPts val="0"/>
                        </a:spcBef>
                        <a:spcAft>
                          <a:spcPts val="0"/>
                        </a:spcAft>
                        <a:buClr>
                          <a:srgbClr val="000000"/>
                        </a:buClr>
                        <a:buFont typeface="Arial"/>
                        <a:buNone/>
                      </a:pPr>
                      <a:r>
                        <a:rPr lang="en-GB" sz="1000" b="1" i="0" u="none" strike="noStrike" cap="none" noProof="0">
                          <a:solidFill>
                            <a:schemeClr val="tx1"/>
                          </a:solidFill>
                          <a:latin typeface="IBM Plex Sans" panose="020B0503050203000203" pitchFamily="34" charset="0"/>
                          <a:ea typeface="+mn-ea"/>
                          <a:cs typeface="+mn-cs"/>
                          <a:sym typeface="Arial"/>
                        </a:rPr>
                        <a:t>Description</a:t>
                      </a: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lumMod val="85000"/>
                      </a:schemeClr>
                    </a:solidFill>
                  </a:tcPr>
                </a:tc>
                <a:tc>
                  <a:txBody>
                    <a:bodyPr/>
                    <a:lstStyle/>
                    <a:p>
                      <a:pPr marR="0" algn="l" rtl="0" fontAlgn="base">
                        <a:lnSpc>
                          <a:spcPct val="100000"/>
                        </a:lnSpc>
                        <a:spcBef>
                          <a:spcPts val="0"/>
                        </a:spcBef>
                        <a:spcAft>
                          <a:spcPts val="0"/>
                        </a:spcAft>
                        <a:buClr>
                          <a:srgbClr val="000000"/>
                        </a:buClr>
                        <a:buFont typeface="Arial"/>
                        <a:buNone/>
                      </a:pPr>
                      <a:r>
                        <a:rPr lang="en-GB" sz="1000" b="1" i="0" u="none" strike="noStrike" cap="none" noProof="0">
                          <a:solidFill>
                            <a:schemeClr val="tx1"/>
                          </a:solidFill>
                          <a:latin typeface="IBM Plex Sans" panose="020B0503050203000203" pitchFamily="34" charset="0"/>
                          <a:ea typeface="+mn-ea"/>
                          <a:cs typeface="+mn-cs"/>
                          <a:sym typeface="Arial"/>
                        </a:rPr>
                        <a:t>Interface</a:t>
                      </a: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785406917"/>
                  </a:ext>
                </a:extLst>
              </a:tr>
              <a:tr h="214870">
                <a:tc>
                  <a:txBody>
                    <a:bodyPr/>
                    <a:lstStyle/>
                    <a:p>
                      <a:pPr marR="0" lvl="0" algn="l" rtl="0">
                        <a:lnSpc>
                          <a:spcPct val="100000"/>
                        </a:lnSpc>
                        <a:spcBef>
                          <a:spcPts val="0"/>
                        </a:spcBef>
                        <a:spcAft>
                          <a:spcPts val="0"/>
                        </a:spcAft>
                        <a:buClr>
                          <a:srgbClr val="000000"/>
                        </a:buClr>
                        <a:buFont typeface="Arial"/>
                        <a:buNone/>
                      </a:pPr>
                      <a:r>
                        <a:rPr lang="en-GB" sz="1000" b="0" i="0" u="none" strike="noStrike" cap="none" noProof="0">
                          <a:solidFill>
                            <a:schemeClr val="tx1"/>
                          </a:solidFill>
                          <a:latin typeface="IBM Plex Sans" panose="020B0503050203000203" pitchFamily="34" charset="0"/>
                          <a:ea typeface="+mn-ea"/>
                          <a:cs typeface="+mn-cs"/>
                          <a:sym typeface="Arial"/>
                        </a:rPr>
                        <a:t>Application Management staff </a:t>
                      </a: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R="0" algn="l" rtl="0" fontAlgn="base">
                        <a:lnSpc>
                          <a:spcPct val="100000"/>
                        </a:lnSpc>
                        <a:spcBef>
                          <a:spcPts val="0"/>
                        </a:spcBef>
                        <a:spcAft>
                          <a:spcPts val="0"/>
                        </a:spcAft>
                        <a:buClr>
                          <a:srgbClr val="000000"/>
                        </a:buClr>
                        <a:buFont typeface="Arial"/>
                        <a:buNone/>
                      </a:pPr>
                      <a:r>
                        <a:rPr lang="en-GB" sz="1000" b="0" i="0" u="none" strike="noStrike" cap="none" noProof="0">
                          <a:solidFill>
                            <a:schemeClr val="tx1"/>
                          </a:solidFill>
                          <a:latin typeface="IBM Plex Sans" panose="020B0503050203000203" pitchFamily="34" charset="0"/>
                          <a:ea typeface="+mn-ea"/>
                          <a:cs typeface="+mn-cs"/>
                          <a:sym typeface="Arial"/>
                        </a:rPr>
                        <a:t>Staff that manage the lifecycle of application and ensure compliance is met across all areas of the system. While remote working the connect via VPN.</a:t>
                      </a: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R="0" algn="l" rtl="0" fontAlgn="base">
                        <a:lnSpc>
                          <a:spcPct val="100000"/>
                        </a:lnSpc>
                        <a:spcBef>
                          <a:spcPts val="0"/>
                        </a:spcBef>
                        <a:spcAft>
                          <a:spcPts val="0"/>
                        </a:spcAft>
                        <a:buClr>
                          <a:srgbClr val="000000"/>
                        </a:buClr>
                        <a:buFont typeface="Arial"/>
                        <a:buNone/>
                      </a:pPr>
                      <a:r>
                        <a:rPr lang="en-GB" sz="1000" b="0" i="0" u="none" strike="noStrike" cap="none" noProof="0">
                          <a:solidFill>
                            <a:schemeClr val="tx1"/>
                          </a:solidFill>
                          <a:latin typeface="IBM Plex Sans" panose="020B0503050203000203" pitchFamily="34" charset="0"/>
                          <a:ea typeface="+mn-ea"/>
                          <a:cs typeface="+mn-cs"/>
                          <a:sym typeface="Arial"/>
                        </a:rPr>
                        <a:t>Admin console</a:t>
                      </a:r>
                    </a:p>
                    <a:p>
                      <a:pPr marR="0" lvl="0" algn="l" rtl="0">
                        <a:lnSpc>
                          <a:spcPct val="100000"/>
                        </a:lnSpc>
                        <a:spcBef>
                          <a:spcPts val="0"/>
                        </a:spcBef>
                        <a:spcAft>
                          <a:spcPts val="0"/>
                        </a:spcAft>
                        <a:buClr>
                          <a:srgbClr val="000000"/>
                        </a:buClr>
                        <a:buFont typeface="Arial"/>
                        <a:buNone/>
                      </a:pPr>
                      <a:r>
                        <a:rPr lang="en-GB" sz="1000" b="0" i="0" u="none" strike="noStrike" cap="none" noProof="0">
                          <a:solidFill>
                            <a:schemeClr val="tx1"/>
                          </a:solidFill>
                          <a:latin typeface="IBM Plex Sans" panose="020B0503050203000203" pitchFamily="34" charset="0"/>
                          <a:ea typeface="+mn-ea"/>
                          <a:cs typeface="+mn-cs"/>
                          <a:sym typeface="Arial"/>
                        </a:rPr>
                        <a:t>VPN</a:t>
                      </a: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2819477718"/>
                  </a:ext>
                </a:extLst>
              </a:tr>
              <a:tr h="193424">
                <a:tc>
                  <a:txBody>
                    <a:bodyPr/>
                    <a:lstStyle/>
                    <a:p>
                      <a:pPr marR="0" algn="l" rtl="0" fontAlgn="base">
                        <a:lnSpc>
                          <a:spcPct val="100000"/>
                        </a:lnSpc>
                        <a:spcBef>
                          <a:spcPts val="0"/>
                        </a:spcBef>
                        <a:spcAft>
                          <a:spcPts val="0"/>
                        </a:spcAft>
                        <a:buClr>
                          <a:srgbClr val="000000"/>
                        </a:buClr>
                        <a:buFont typeface="Arial"/>
                        <a:buNone/>
                      </a:pPr>
                      <a:r>
                        <a:rPr lang="en-GB" sz="1000" b="0" i="0" u="none" strike="noStrike" cap="none" noProof="0">
                          <a:solidFill>
                            <a:schemeClr val="tx1"/>
                          </a:solidFill>
                          <a:latin typeface="IBM Plex Sans" panose="020B0503050203000203" pitchFamily="34" charset="0"/>
                          <a:ea typeface="+mn-ea"/>
                          <a:cs typeface="+mn-cs"/>
                          <a:sym typeface="Arial"/>
                        </a:rPr>
                        <a:t>Clients</a:t>
                      </a: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R="0" algn="l" rtl="0" fontAlgn="base">
                        <a:lnSpc>
                          <a:spcPct val="100000"/>
                        </a:lnSpc>
                        <a:spcBef>
                          <a:spcPts val="0"/>
                        </a:spcBef>
                        <a:spcAft>
                          <a:spcPts val="0"/>
                        </a:spcAft>
                        <a:buClr>
                          <a:srgbClr val="000000"/>
                        </a:buClr>
                        <a:buFont typeface="Arial"/>
                        <a:buNone/>
                      </a:pPr>
                      <a:r>
                        <a:rPr lang="en-GB" sz="1000" b="0" i="0" u="none" strike="noStrike" cap="none" noProof="0">
                          <a:solidFill>
                            <a:schemeClr val="tx1"/>
                          </a:solidFill>
                          <a:latin typeface="IBM Plex Sans" panose="020B0503050203000203" pitchFamily="34" charset="0"/>
                          <a:ea typeface="+mn-ea"/>
                          <a:cs typeface="+mn-cs"/>
                          <a:sym typeface="Arial"/>
                        </a:rPr>
                        <a:t>End customers of the sales partners.</a:t>
                      </a: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R="0" algn="l" rtl="0" fontAlgn="base">
                        <a:lnSpc>
                          <a:spcPct val="100000"/>
                        </a:lnSpc>
                        <a:spcBef>
                          <a:spcPts val="0"/>
                        </a:spcBef>
                        <a:spcAft>
                          <a:spcPts val="0"/>
                        </a:spcAft>
                        <a:buClr>
                          <a:srgbClr val="000000"/>
                        </a:buClr>
                        <a:buFont typeface="Arial"/>
                        <a:buNone/>
                      </a:pPr>
                      <a:r>
                        <a:rPr lang="en-GB" sz="1000" b="0" i="0" u="none" strike="noStrike" cap="none" noProof="0">
                          <a:solidFill>
                            <a:schemeClr val="tx1"/>
                          </a:solidFill>
                          <a:latin typeface="IBM Plex Sans" panose="020B0503050203000203" pitchFamily="34" charset="0"/>
                          <a:ea typeface="+mn-ea"/>
                          <a:cs typeface="+mn-cs"/>
                          <a:sym typeface="Arial"/>
                        </a:rPr>
                        <a:t>Chatbot</a:t>
                      </a: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1486791101"/>
                  </a:ext>
                </a:extLst>
              </a:tr>
              <a:tr h="193424">
                <a:tc>
                  <a:txBody>
                    <a:bodyPr/>
                    <a:lstStyle/>
                    <a:p>
                      <a:pPr marR="0" algn="l" rtl="0" fontAlgn="base">
                        <a:lnSpc>
                          <a:spcPct val="100000"/>
                        </a:lnSpc>
                        <a:spcBef>
                          <a:spcPts val="0"/>
                        </a:spcBef>
                        <a:spcAft>
                          <a:spcPts val="0"/>
                        </a:spcAft>
                        <a:buClr>
                          <a:srgbClr val="000000"/>
                        </a:buClr>
                        <a:buFont typeface="Arial"/>
                        <a:buNone/>
                      </a:pPr>
                      <a:r>
                        <a:rPr lang="en-GB" sz="1000" b="0" i="0" u="none" strike="noStrike" cap="none" noProof="0">
                          <a:solidFill>
                            <a:schemeClr val="tx1"/>
                          </a:solidFill>
                          <a:latin typeface="IBM Plex Sans" panose="020B0503050203000203" pitchFamily="34" charset="0"/>
                          <a:ea typeface="+mn-ea"/>
                          <a:cs typeface="+mn-cs"/>
                          <a:sym typeface="Arial"/>
                        </a:rPr>
                        <a:t>One Relations</a:t>
                      </a:r>
                      <a:r>
                        <a:rPr lang="en-GB" sz="1000" b="0" i="0" u="none" strike="noStrike" cap="none" noProof="0">
                          <a:solidFill>
                            <a:srgbClr val="191919"/>
                          </a:solidFill>
                          <a:latin typeface="IBM Plex Sans" panose="020B0503050203000203" pitchFamily="34" charset="0"/>
                          <a:ea typeface="+mn-ea"/>
                          <a:cs typeface="+mn-cs"/>
                          <a:sym typeface="Arial"/>
                        </a:rPr>
                        <a:t>hip </a:t>
                      </a:r>
                      <a:r>
                        <a:rPr lang="en-GB" sz="1000" b="0" i="0" u="none" strike="noStrike" cap="none" noProof="0">
                          <a:solidFill>
                            <a:schemeClr val="tx1"/>
                          </a:solidFill>
                          <a:latin typeface="IBM Plex Sans" panose="020B0503050203000203" pitchFamily="34" charset="0"/>
                          <a:ea typeface="+mn-ea"/>
                          <a:cs typeface="+mn-cs"/>
                          <a:sym typeface="Arial"/>
                        </a:rPr>
                        <a:t>Saas</a:t>
                      </a: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R="0" algn="l" rtl="0" fontAlgn="base">
                        <a:lnSpc>
                          <a:spcPct val="100000"/>
                        </a:lnSpc>
                        <a:spcBef>
                          <a:spcPts val="0"/>
                        </a:spcBef>
                        <a:spcAft>
                          <a:spcPts val="0"/>
                        </a:spcAft>
                        <a:buClr>
                          <a:srgbClr val="000000"/>
                        </a:buClr>
                        <a:buFont typeface="Arial"/>
                        <a:buNone/>
                      </a:pPr>
                      <a:r>
                        <a:rPr lang="en-GB" sz="1000" b="0" i="0" u="none" strike="noStrike" cap="none" noProof="0">
                          <a:solidFill>
                            <a:schemeClr val="tx1"/>
                          </a:solidFill>
                          <a:latin typeface="IBM Plex Sans" panose="020B0503050203000203" pitchFamily="34" charset="0"/>
                          <a:ea typeface="+mn-ea"/>
                          <a:cs typeface="+mn-cs"/>
                          <a:sym typeface="Arial"/>
                        </a:rPr>
                        <a:t>A software application managing financial history and tracking completion of anti-money laundering and fraud checks </a:t>
                      </a: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R="0" algn="l" rtl="0" fontAlgn="base">
                        <a:lnSpc>
                          <a:spcPct val="100000"/>
                        </a:lnSpc>
                        <a:spcBef>
                          <a:spcPts val="0"/>
                        </a:spcBef>
                        <a:spcAft>
                          <a:spcPts val="0"/>
                        </a:spcAft>
                        <a:buClr>
                          <a:srgbClr val="000000"/>
                        </a:buClr>
                        <a:buFont typeface="Arial"/>
                        <a:buNone/>
                      </a:pPr>
                      <a:r>
                        <a:rPr lang="en-GB" sz="1000" b="0" i="0" u="none" strike="noStrike" cap="none" noProof="0">
                          <a:solidFill>
                            <a:schemeClr val="tx1"/>
                          </a:solidFill>
                          <a:latin typeface="IBM Plex Sans" panose="020B0503050203000203" pitchFamily="34" charset="0"/>
                          <a:ea typeface="+mn-ea"/>
                          <a:cs typeface="+mn-cs"/>
                          <a:sym typeface="Arial"/>
                        </a:rPr>
                        <a:t>CRM API</a:t>
                      </a: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1552158329"/>
                  </a:ext>
                </a:extLst>
              </a:tr>
              <a:tr h="193424">
                <a:tc>
                  <a:txBody>
                    <a:bodyPr/>
                    <a:lstStyle/>
                    <a:p>
                      <a:pPr marR="0" algn="l" rtl="0" fontAlgn="base">
                        <a:lnSpc>
                          <a:spcPct val="100000"/>
                        </a:lnSpc>
                        <a:spcBef>
                          <a:spcPts val="0"/>
                        </a:spcBef>
                        <a:spcAft>
                          <a:spcPts val="0"/>
                        </a:spcAft>
                        <a:buClr>
                          <a:srgbClr val="000000"/>
                        </a:buClr>
                        <a:buFont typeface="Arial"/>
                        <a:buNone/>
                      </a:pPr>
                      <a:r>
                        <a:rPr lang="en-GB" sz="1000" b="0" i="0" u="none" strike="noStrike" cap="none" noProof="0">
                          <a:solidFill>
                            <a:schemeClr val="tx1"/>
                          </a:solidFill>
                          <a:latin typeface="IBM Plex Sans" panose="020B0503050203000203" pitchFamily="34" charset="0"/>
                          <a:ea typeface="+mn-ea"/>
                          <a:cs typeface="+mn-cs"/>
                          <a:sym typeface="Arial"/>
                        </a:rPr>
                        <a:t>Fintech Saas Chatbot</a:t>
                      </a: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R="0" algn="l" rtl="0" fontAlgn="base">
                        <a:lnSpc>
                          <a:spcPct val="100000"/>
                        </a:lnSpc>
                        <a:spcBef>
                          <a:spcPts val="0"/>
                        </a:spcBef>
                        <a:spcAft>
                          <a:spcPts val="0"/>
                        </a:spcAft>
                        <a:buClr>
                          <a:srgbClr val="000000"/>
                        </a:buClr>
                        <a:buFont typeface="Arial"/>
                        <a:buNone/>
                      </a:pPr>
                      <a:r>
                        <a:rPr lang="en-GB" sz="1000" b="0" i="0" u="none" strike="noStrike" cap="none" noProof="0">
                          <a:solidFill>
                            <a:schemeClr val="tx1"/>
                          </a:solidFill>
                          <a:latin typeface="IBM Plex Sans" panose="020B0503050203000203" pitchFamily="34" charset="0"/>
                          <a:ea typeface="+mn-ea"/>
                          <a:cs typeface="+mn-cs"/>
                          <a:sym typeface="Arial"/>
                        </a:rPr>
                        <a:t>An AI chatbot that provides support for clients</a:t>
                      </a: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R="0" algn="l" rtl="0" fontAlgn="base">
                        <a:lnSpc>
                          <a:spcPct val="100000"/>
                        </a:lnSpc>
                        <a:spcBef>
                          <a:spcPts val="0"/>
                        </a:spcBef>
                        <a:spcAft>
                          <a:spcPts val="0"/>
                        </a:spcAft>
                        <a:buClr>
                          <a:srgbClr val="000000"/>
                        </a:buClr>
                        <a:buFont typeface="Arial"/>
                        <a:buNone/>
                      </a:pPr>
                      <a:r>
                        <a:rPr lang="en-GB" sz="1000" b="0" i="0" u="none" strike="noStrike" cap="none" noProof="0">
                          <a:solidFill>
                            <a:schemeClr val="tx1"/>
                          </a:solidFill>
                          <a:latin typeface="IBM Plex Sans" panose="020B0503050203000203" pitchFamily="34" charset="0"/>
                          <a:ea typeface="+mn-ea"/>
                          <a:cs typeface="+mn-cs"/>
                          <a:sym typeface="Arial"/>
                        </a:rPr>
                        <a:t>Chatbot API connection</a:t>
                      </a: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3233487575"/>
                  </a:ext>
                </a:extLst>
              </a:tr>
              <a:tr h="193424">
                <a:tc>
                  <a:txBody>
                    <a:bodyPr/>
                    <a:lstStyle/>
                    <a:p>
                      <a:pPr marR="0" algn="l" rtl="0" fontAlgn="base">
                        <a:lnSpc>
                          <a:spcPct val="100000"/>
                        </a:lnSpc>
                        <a:spcBef>
                          <a:spcPts val="0"/>
                        </a:spcBef>
                        <a:spcAft>
                          <a:spcPts val="0"/>
                        </a:spcAft>
                        <a:buClr>
                          <a:srgbClr val="000000"/>
                        </a:buClr>
                        <a:buFont typeface="Arial"/>
                        <a:buNone/>
                      </a:pPr>
                      <a:r>
                        <a:rPr lang="en-GB" sz="1000" b="0" i="0" u="none" strike="noStrike" cap="none" noProof="0">
                          <a:solidFill>
                            <a:schemeClr val="tx1"/>
                          </a:solidFill>
                          <a:latin typeface="IBM Plex Sans" panose="020B0503050203000203" pitchFamily="34" charset="0"/>
                          <a:ea typeface="+mn-ea"/>
                          <a:cs typeface="+mn-cs"/>
                          <a:sym typeface="Arial"/>
                        </a:rPr>
                        <a:t>Directory Service</a:t>
                      </a: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R="0" algn="l" rtl="0" fontAlgn="base">
                        <a:lnSpc>
                          <a:spcPct val="100000"/>
                        </a:lnSpc>
                        <a:spcBef>
                          <a:spcPts val="0"/>
                        </a:spcBef>
                        <a:spcAft>
                          <a:spcPts val="0"/>
                        </a:spcAft>
                        <a:buClr>
                          <a:srgbClr val="000000"/>
                        </a:buClr>
                        <a:buFont typeface="Arial"/>
                        <a:buNone/>
                      </a:pPr>
                      <a:r>
                        <a:rPr lang="en-GB" sz="1000" b="0" i="0" u="none" strike="noStrike" cap="none" noProof="0">
                          <a:solidFill>
                            <a:schemeClr val="tx1"/>
                          </a:solidFill>
                          <a:latin typeface="IBM Plex Sans" panose="020B0503050203000203" pitchFamily="34" charset="0"/>
                          <a:ea typeface="+mn-ea"/>
                          <a:cs typeface="+mn-cs"/>
                          <a:sym typeface="Arial"/>
                        </a:rPr>
                        <a:t>An identity provider for the application</a:t>
                      </a: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R="0" algn="l" rtl="0" fontAlgn="base">
                        <a:lnSpc>
                          <a:spcPct val="100000"/>
                        </a:lnSpc>
                        <a:spcBef>
                          <a:spcPts val="0"/>
                        </a:spcBef>
                        <a:spcAft>
                          <a:spcPts val="0"/>
                        </a:spcAft>
                        <a:buClr>
                          <a:srgbClr val="000000"/>
                        </a:buClr>
                        <a:buFont typeface="Arial"/>
                        <a:buNone/>
                      </a:pPr>
                      <a:r>
                        <a:rPr lang="en-GB" sz="1000" b="0" i="0" u="none" strike="noStrike" cap="none" noProof="0">
                          <a:solidFill>
                            <a:schemeClr val="tx1"/>
                          </a:solidFill>
                          <a:latin typeface="IBM Plex Sans" panose="020B0503050203000203" pitchFamily="34" charset="0"/>
                          <a:ea typeface="+mn-ea"/>
                          <a:cs typeface="+mn-cs"/>
                          <a:sym typeface="Arial"/>
                        </a:rPr>
                        <a:t>Login and Authentication Service</a:t>
                      </a: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934946402"/>
                  </a:ext>
                </a:extLst>
              </a:tr>
              <a:tr h="214870">
                <a:tc>
                  <a:txBody>
                    <a:bodyPr/>
                    <a:lstStyle/>
                    <a:p>
                      <a:pPr marR="0" algn="l" rtl="0" fontAlgn="base">
                        <a:lnSpc>
                          <a:spcPct val="100000"/>
                        </a:lnSpc>
                        <a:spcBef>
                          <a:spcPts val="0"/>
                        </a:spcBef>
                        <a:spcAft>
                          <a:spcPts val="0"/>
                        </a:spcAft>
                        <a:buClr>
                          <a:srgbClr val="000000"/>
                        </a:buClr>
                        <a:buFont typeface="Arial"/>
                        <a:buNone/>
                      </a:pPr>
                      <a:r>
                        <a:rPr lang="en-GB" sz="1000" b="0" i="0" u="none" strike="noStrike" cap="none" noProof="0">
                          <a:solidFill>
                            <a:schemeClr val="tx1"/>
                          </a:solidFill>
                          <a:latin typeface="IBM Plex Sans" panose="020B0503050203000203" pitchFamily="34" charset="0"/>
                          <a:ea typeface="+mn-ea"/>
                          <a:cs typeface="+mn-cs"/>
                          <a:sym typeface="Arial"/>
                        </a:rPr>
                        <a:t>On Premise Data Centre</a:t>
                      </a: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R="0" algn="l" rtl="0" fontAlgn="base">
                        <a:lnSpc>
                          <a:spcPct val="100000"/>
                        </a:lnSpc>
                        <a:spcBef>
                          <a:spcPts val="0"/>
                        </a:spcBef>
                        <a:spcAft>
                          <a:spcPts val="0"/>
                        </a:spcAft>
                        <a:buClr>
                          <a:srgbClr val="000000"/>
                        </a:buClr>
                        <a:buFont typeface="Arial"/>
                        <a:buNone/>
                      </a:pPr>
                      <a:r>
                        <a:rPr lang="en-GB" sz="1000" b="0" i="0" u="none" strike="noStrike" cap="none" noProof="0">
                          <a:solidFill>
                            <a:schemeClr val="tx1"/>
                          </a:solidFill>
                          <a:latin typeface="IBM Plex Sans" panose="020B0503050203000203" pitchFamily="34" charset="0"/>
                          <a:ea typeface="+mn-ea"/>
                          <a:cs typeface="+mn-cs"/>
                          <a:sym typeface="Arial"/>
                        </a:rPr>
                        <a:t>A data centre that stored the customers data</a:t>
                      </a: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R="0" algn="l" rtl="0" fontAlgn="base">
                        <a:lnSpc>
                          <a:spcPct val="100000"/>
                        </a:lnSpc>
                        <a:spcBef>
                          <a:spcPts val="0"/>
                        </a:spcBef>
                        <a:spcAft>
                          <a:spcPts val="0"/>
                        </a:spcAft>
                        <a:buClr>
                          <a:srgbClr val="000000"/>
                        </a:buClr>
                        <a:buFont typeface="Arial"/>
                        <a:buNone/>
                      </a:pPr>
                      <a:r>
                        <a:rPr lang="en-GB" sz="1000" b="0" i="0" u="none" strike="noStrike" cap="none" noProof="0">
                          <a:solidFill>
                            <a:schemeClr val="tx1"/>
                          </a:solidFill>
                          <a:latin typeface="IBM Plex Sans" panose="020B0503050203000203" pitchFamily="34" charset="0"/>
                          <a:ea typeface="+mn-ea"/>
                          <a:cs typeface="+mn-cs"/>
                          <a:sym typeface="Arial"/>
                        </a:rPr>
                        <a:t>VPN gateway</a:t>
                      </a: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3771738038"/>
                  </a:ext>
                </a:extLst>
              </a:tr>
              <a:tr h="214870">
                <a:tc>
                  <a:txBody>
                    <a:bodyPr/>
                    <a:lstStyle/>
                    <a:p>
                      <a:pPr marR="0" algn="l" rtl="0" fontAlgn="base">
                        <a:lnSpc>
                          <a:spcPct val="100000"/>
                        </a:lnSpc>
                        <a:spcBef>
                          <a:spcPts val="0"/>
                        </a:spcBef>
                        <a:spcAft>
                          <a:spcPts val="0"/>
                        </a:spcAft>
                        <a:buClr>
                          <a:srgbClr val="000000"/>
                        </a:buClr>
                        <a:buFont typeface="Arial"/>
                        <a:buNone/>
                      </a:pPr>
                      <a:r>
                        <a:rPr lang="en-GB" sz="1000" b="0" i="0" u="none" strike="noStrike" cap="none" noProof="0">
                          <a:solidFill>
                            <a:schemeClr val="tx1"/>
                          </a:solidFill>
                          <a:latin typeface="IBM Plex Sans" panose="020B0503050203000203" pitchFamily="34" charset="0"/>
                          <a:ea typeface="+mn-ea"/>
                          <a:cs typeface="+mn-cs"/>
                          <a:sym typeface="Arial"/>
                        </a:rPr>
                        <a:t>Payment Service</a:t>
                      </a: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R="0" algn="l" rtl="0" fontAlgn="base">
                        <a:lnSpc>
                          <a:spcPct val="100000"/>
                        </a:lnSpc>
                        <a:spcBef>
                          <a:spcPts val="0"/>
                        </a:spcBef>
                        <a:spcAft>
                          <a:spcPts val="0"/>
                        </a:spcAft>
                        <a:buClr>
                          <a:srgbClr val="000000"/>
                        </a:buClr>
                        <a:buFont typeface="Arial"/>
                        <a:buNone/>
                      </a:pPr>
                      <a:r>
                        <a:rPr lang="en-GB" sz="1000" b="0" i="0" u="none" strike="noStrike" cap="none" noProof="0">
                          <a:solidFill>
                            <a:schemeClr val="tx1"/>
                          </a:solidFill>
                          <a:latin typeface="IBM Plex Sans" panose="020B0503050203000203" pitchFamily="34" charset="0"/>
                          <a:ea typeface="+mn-ea"/>
                          <a:cs typeface="+mn-cs"/>
                          <a:sym typeface="Arial"/>
                        </a:rPr>
                        <a:t>Service that handles credit card payments on behalf of sales partners </a:t>
                      </a: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R="0" algn="l" rtl="0" fontAlgn="base">
                        <a:lnSpc>
                          <a:spcPct val="100000"/>
                        </a:lnSpc>
                        <a:spcBef>
                          <a:spcPts val="0"/>
                        </a:spcBef>
                        <a:spcAft>
                          <a:spcPts val="0"/>
                        </a:spcAft>
                        <a:buClr>
                          <a:srgbClr val="000000"/>
                        </a:buClr>
                        <a:buFont typeface="Arial"/>
                        <a:buNone/>
                      </a:pPr>
                      <a:r>
                        <a:rPr lang="en-GB" sz="1000" b="0" i="0" u="none" strike="noStrike" cap="none" noProof="0">
                          <a:solidFill>
                            <a:schemeClr val="tx1"/>
                          </a:solidFill>
                          <a:latin typeface="IBM Plex Sans" panose="020B0503050203000203" pitchFamily="34" charset="0"/>
                          <a:ea typeface="+mn-ea"/>
                          <a:cs typeface="+mn-cs"/>
                          <a:sym typeface="Arial"/>
                        </a:rPr>
                        <a:t>Payment gateway</a:t>
                      </a: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3655374667"/>
                  </a:ext>
                </a:extLst>
              </a:tr>
              <a:tr h="193424">
                <a:tc>
                  <a:txBody>
                    <a:bodyPr/>
                    <a:lstStyle/>
                    <a:p>
                      <a:pPr marR="0" algn="l" rtl="0" fontAlgn="base">
                        <a:lnSpc>
                          <a:spcPct val="100000"/>
                        </a:lnSpc>
                        <a:spcBef>
                          <a:spcPts val="0"/>
                        </a:spcBef>
                        <a:spcAft>
                          <a:spcPts val="0"/>
                        </a:spcAft>
                        <a:buClr>
                          <a:srgbClr val="000000"/>
                        </a:buClr>
                        <a:buFont typeface="Arial"/>
                        <a:buNone/>
                      </a:pPr>
                      <a:r>
                        <a:rPr lang="en-GB" sz="1000" b="0" i="0" u="none" strike="noStrike" cap="none" noProof="0">
                          <a:solidFill>
                            <a:schemeClr val="tx1"/>
                          </a:solidFill>
                          <a:latin typeface="IBM Plex Sans" panose="020B0503050203000203" pitchFamily="34" charset="0"/>
                          <a:ea typeface="+mn-ea"/>
                          <a:cs typeface="+mn-cs"/>
                          <a:sym typeface="Arial"/>
                        </a:rPr>
                        <a:t>Managed Security Service</a:t>
                      </a: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R="0" algn="l" rtl="0" fontAlgn="base">
                        <a:lnSpc>
                          <a:spcPct val="100000"/>
                        </a:lnSpc>
                        <a:spcBef>
                          <a:spcPts val="0"/>
                        </a:spcBef>
                        <a:spcAft>
                          <a:spcPts val="0"/>
                        </a:spcAft>
                        <a:buClr>
                          <a:srgbClr val="000000"/>
                        </a:buClr>
                        <a:buFont typeface="Arial"/>
                        <a:buNone/>
                      </a:pPr>
                      <a:r>
                        <a:rPr lang="en-GB" sz="1000" b="0" i="0" u="none" strike="noStrike" cap="none" noProof="0">
                          <a:solidFill>
                            <a:schemeClr val="tx1"/>
                          </a:solidFill>
                          <a:latin typeface="IBM Plex Sans" panose="020B0503050203000203" pitchFamily="34" charset="0"/>
                          <a:ea typeface="+mn-ea"/>
                          <a:cs typeface="+mn-cs"/>
                          <a:sym typeface="Arial"/>
                        </a:rPr>
                        <a:t>Provider who monitors, detects and responds to security threat.</a:t>
                      </a: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R="0" algn="l" rtl="0" fontAlgn="base">
                        <a:lnSpc>
                          <a:spcPct val="100000"/>
                        </a:lnSpc>
                        <a:spcBef>
                          <a:spcPts val="0"/>
                        </a:spcBef>
                        <a:spcAft>
                          <a:spcPts val="0"/>
                        </a:spcAft>
                        <a:buClr>
                          <a:srgbClr val="000000"/>
                        </a:buClr>
                        <a:buFont typeface="Arial"/>
                        <a:buNone/>
                      </a:pPr>
                      <a:r>
                        <a:rPr lang="en-GB" sz="1000" b="0" i="0" u="none" strike="noStrike" cap="none" noProof="0">
                          <a:solidFill>
                            <a:schemeClr val="tx1"/>
                          </a:solidFill>
                          <a:latin typeface="IBM Plex Sans" panose="020B0503050203000203" pitchFamily="34" charset="0"/>
                          <a:ea typeface="+mn-ea"/>
                          <a:cs typeface="+mn-cs"/>
                          <a:sym typeface="Arial"/>
                        </a:rPr>
                        <a:t>SIEM and Log forwarder</a:t>
                      </a: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1992217191"/>
                  </a:ext>
                </a:extLst>
              </a:tr>
              <a:tr h="193424">
                <a:tc>
                  <a:txBody>
                    <a:bodyPr/>
                    <a:lstStyle/>
                    <a:p>
                      <a:pPr marR="0" algn="l" rtl="0" fontAlgn="base">
                        <a:lnSpc>
                          <a:spcPct val="100000"/>
                        </a:lnSpc>
                        <a:spcBef>
                          <a:spcPts val="0"/>
                        </a:spcBef>
                        <a:spcAft>
                          <a:spcPts val="0"/>
                        </a:spcAft>
                        <a:buClr>
                          <a:srgbClr val="000000"/>
                        </a:buClr>
                        <a:buFont typeface="Arial"/>
                        <a:buNone/>
                      </a:pPr>
                      <a:r>
                        <a:rPr lang="en-GB" sz="1000" b="0" i="0" u="none" strike="noStrike" cap="none" noProof="0">
                          <a:solidFill>
                            <a:schemeClr val="tx1"/>
                          </a:solidFill>
                          <a:latin typeface="IBM Plex Sans" panose="020B0503050203000203" pitchFamily="34" charset="0"/>
                          <a:ea typeface="+mn-ea"/>
                          <a:cs typeface="+mn-cs"/>
                          <a:sym typeface="Arial"/>
                        </a:rPr>
                        <a:t>Global Systems Integrator Operators</a:t>
                      </a: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R="0" algn="l" rtl="0" fontAlgn="base">
                        <a:lnSpc>
                          <a:spcPct val="100000"/>
                        </a:lnSpc>
                        <a:spcBef>
                          <a:spcPts val="0"/>
                        </a:spcBef>
                        <a:spcAft>
                          <a:spcPts val="0"/>
                        </a:spcAft>
                        <a:buClr>
                          <a:srgbClr val="000000"/>
                        </a:buClr>
                        <a:buFont typeface="Arial"/>
                        <a:buNone/>
                      </a:pPr>
                      <a:r>
                        <a:rPr lang="en-GB" sz="1000" b="0" i="0" u="none" strike="noStrike" cap="none" noProof="0">
                          <a:solidFill>
                            <a:schemeClr val="tx1"/>
                          </a:solidFill>
                          <a:latin typeface="IBM Plex Sans" panose="020B0503050203000203" pitchFamily="34" charset="0"/>
                          <a:ea typeface="+mn-ea"/>
                          <a:cs typeface="+mn-cs"/>
                          <a:sym typeface="Arial"/>
                        </a:rPr>
                        <a:t>They manage the system Operation Centre and report any issues to application staff.</a:t>
                      </a: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R="0" algn="l" rtl="0" fontAlgn="base">
                        <a:lnSpc>
                          <a:spcPct val="100000"/>
                        </a:lnSpc>
                        <a:spcBef>
                          <a:spcPts val="0"/>
                        </a:spcBef>
                        <a:spcAft>
                          <a:spcPts val="0"/>
                        </a:spcAft>
                        <a:buClr>
                          <a:srgbClr val="000000"/>
                        </a:buClr>
                        <a:buFont typeface="Arial"/>
                        <a:buNone/>
                      </a:pPr>
                      <a:r>
                        <a:rPr lang="en-GB" sz="1000" b="0" i="0" u="none" strike="noStrike" cap="none" noProof="0">
                          <a:solidFill>
                            <a:schemeClr val="tx1"/>
                          </a:solidFill>
                          <a:latin typeface="IBM Plex Sans" panose="020B0503050203000203" pitchFamily="34" charset="0"/>
                          <a:ea typeface="+mn-ea"/>
                          <a:cs typeface="+mn-cs"/>
                          <a:sym typeface="Arial"/>
                        </a:rPr>
                        <a:t>Operations management control pane</a:t>
                      </a: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2585609959"/>
                  </a:ext>
                </a:extLst>
              </a:tr>
              <a:tr h="193424">
                <a:tc>
                  <a:txBody>
                    <a:bodyPr/>
                    <a:lstStyle/>
                    <a:p>
                      <a:pPr marR="0" algn="l" rtl="0" fontAlgn="base">
                        <a:lnSpc>
                          <a:spcPct val="100000"/>
                        </a:lnSpc>
                        <a:spcBef>
                          <a:spcPts val="0"/>
                        </a:spcBef>
                        <a:spcAft>
                          <a:spcPts val="0"/>
                        </a:spcAft>
                        <a:buClr>
                          <a:srgbClr val="000000"/>
                        </a:buClr>
                        <a:buFont typeface="Arial"/>
                        <a:buNone/>
                      </a:pPr>
                      <a:r>
                        <a:rPr lang="en-GB" sz="1000" b="0" i="0" u="none" strike="noStrike" cap="none" noProof="0">
                          <a:solidFill>
                            <a:schemeClr val="tx1"/>
                          </a:solidFill>
                          <a:latin typeface="IBM Plex Sans" panose="020B0503050203000203" pitchFamily="34" charset="0"/>
                          <a:ea typeface="+mn-ea"/>
                          <a:cs typeface="+mn-cs"/>
                          <a:sym typeface="Arial"/>
                        </a:rPr>
                        <a:t>Customer Support Centre Staff</a:t>
                      </a: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R="0" lvl="0" algn="l" rtl="0">
                        <a:lnSpc>
                          <a:spcPct val="100000"/>
                        </a:lnSpc>
                        <a:spcBef>
                          <a:spcPts val="0"/>
                        </a:spcBef>
                        <a:spcAft>
                          <a:spcPts val="0"/>
                        </a:spcAft>
                        <a:buClr>
                          <a:srgbClr val="000000"/>
                        </a:buClr>
                        <a:buFont typeface="Arial"/>
                        <a:buNone/>
                      </a:pPr>
                      <a:r>
                        <a:rPr lang="en-GB" sz="1000" b="0" i="0" u="none" strike="noStrike" cap="none" noProof="0">
                          <a:solidFill>
                            <a:schemeClr val="tx1"/>
                          </a:solidFill>
                          <a:latin typeface="IBM Plex Sans" panose="020B0503050203000203" pitchFamily="34" charset="0"/>
                          <a:ea typeface="+mn-ea"/>
                          <a:cs typeface="+mn-cs"/>
                          <a:sym typeface="Arial"/>
                        </a:rPr>
                        <a:t>Call-centre staff who handle calls from sales partners and administer the core application.</a:t>
                      </a: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R="0" algn="l" rtl="0" fontAlgn="base">
                        <a:lnSpc>
                          <a:spcPct val="100000"/>
                        </a:lnSpc>
                        <a:spcBef>
                          <a:spcPts val="0"/>
                        </a:spcBef>
                        <a:spcAft>
                          <a:spcPts val="0"/>
                        </a:spcAft>
                        <a:buClr>
                          <a:srgbClr val="000000"/>
                        </a:buClr>
                        <a:buFont typeface="Arial"/>
                        <a:buNone/>
                      </a:pPr>
                      <a:r>
                        <a:rPr lang="en-GB" sz="1000" b="0" i="0" u="none" strike="noStrike" cap="none" noProof="0">
                          <a:solidFill>
                            <a:schemeClr val="tx1"/>
                          </a:solidFill>
                          <a:latin typeface="IBM Plex Sans" panose="020B0503050203000203" pitchFamily="34" charset="0"/>
                          <a:ea typeface="+mn-ea"/>
                          <a:cs typeface="+mn-cs"/>
                          <a:sym typeface="Arial"/>
                        </a:rPr>
                        <a:t>Support portal</a:t>
                      </a: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1947818118"/>
                  </a:ext>
                </a:extLst>
              </a:tr>
              <a:tr h="193424">
                <a:tc>
                  <a:txBody>
                    <a:bodyPr/>
                    <a:lstStyle/>
                    <a:p>
                      <a:pPr marR="0" algn="l" rtl="0" fontAlgn="base">
                        <a:lnSpc>
                          <a:spcPct val="100000"/>
                        </a:lnSpc>
                        <a:spcBef>
                          <a:spcPts val="0"/>
                        </a:spcBef>
                        <a:spcAft>
                          <a:spcPts val="0"/>
                        </a:spcAft>
                        <a:buClr>
                          <a:srgbClr val="000000"/>
                        </a:buClr>
                        <a:buFont typeface="Arial"/>
                        <a:buNone/>
                      </a:pPr>
                      <a:r>
                        <a:rPr lang="en-GB" sz="1000" b="0" i="0" u="none" strike="noStrike" cap="none" noProof="0">
                          <a:solidFill>
                            <a:schemeClr val="tx1"/>
                          </a:solidFill>
                          <a:latin typeface="IBM Plex Sans" panose="020B0503050203000203" pitchFamily="34" charset="0"/>
                          <a:ea typeface="+mn-ea"/>
                          <a:cs typeface="+mn-cs"/>
                          <a:sym typeface="Arial"/>
                        </a:rPr>
                        <a:t>Sales Partners</a:t>
                      </a: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R="0" algn="l" rtl="0" fontAlgn="base">
                        <a:lnSpc>
                          <a:spcPct val="100000"/>
                        </a:lnSpc>
                        <a:spcBef>
                          <a:spcPts val="0"/>
                        </a:spcBef>
                        <a:spcAft>
                          <a:spcPts val="0"/>
                        </a:spcAft>
                        <a:buClr>
                          <a:srgbClr val="000000"/>
                        </a:buClr>
                        <a:buFont typeface="Arial"/>
                        <a:buNone/>
                      </a:pPr>
                      <a:r>
                        <a:rPr lang="en-GB" sz="1000" b="0" i="0" u="none" strike="noStrike" cap="none" noProof="0">
                          <a:solidFill>
                            <a:schemeClr val="tx1"/>
                          </a:solidFill>
                          <a:latin typeface="IBM Plex Sans" panose="020B0503050203000203" pitchFamily="34" charset="0"/>
                          <a:ea typeface="+mn-ea"/>
                          <a:cs typeface="+mn-cs"/>
                          <a:sym typeface="Arial"/>
                        </a:rPr>
                        <a:t>Business partners who use the open SaaS to manage financial history</a:t>
                      </a: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R="0" algn="l" rtl="0" fontAlgn="base">
                        <a:lnSpc>
                          <a:spcPct val="100000"/>
                        </a:lnSpc>
                        <a:spcBef>
                          <a:spcPts val="0"/>
                        </a:spcBef>
                        <a:spcAft>
                          <a:spcPts val="0"/>
                        </a:spcAft>
                        <a:buClr>
                          <a:srgbClr val="000000"/>
                        </a:buClr>
                        <a:buFont typeface="Arial"/>
                        <a:buNone/>
                      </a:pPr>
                      <a:r>
                        <a:rPr lang="en-GB" sz="1000" b="0" i="0" u="none" strike="noStrike" cap="none" noProof="0">
                          <a:solidFill>
                            <a:schemeClr val="tx1"/>
                          </a:solidFill>
                          <a:latin typeface="IBM Plex Sans" panose="020B0503050203000203" pitchFamily="34" charset="0"/>
                          <a:ea typeface="+mn-ea"/>
                          <a:cs typeface="+mn-cs"/>
                          <a:sym typeface="Arial"/>
                        </a:rPr>
                        <a:t>Web portal</a:t>
                      </a: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2810618960"/>
                  </a:ext>
                </a:extLst>
              </a:tr>
            </a:tbl>
          </a:graphicData>
        </a:graphic>
      </p:graphicFrame>
      <p:sp>
        <p:nvSpPr>
          <p:cNvPr id="8" name="Title 1">
            <a:extLst>
              <a:ext uri="{FF2B5EF4-FFF2-40B4-BE49-F238E27FC236}">
                <a16:creationId xmlns:a16="http://schemas.microsoft.com/office/drawing/2014/main" id="{9CA4B7E7-BE32-0563-F4F1-41FE4A3E3577}"/>
              </a:ext>
            </a:extLst>
          </p:cNvPr>
          <p:cNvSpPr txBox="1">
            <a:spLocks/>
          </p:cNvSpPr>
          <p:nvPr/>
        </p:nvSpPr>
        <p:spPr>
          <a:xfrm>
            <a:off x="7888203" y="4772784"/>
            <a:ext cx="995276" cy="15474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2pPr>
            <a:lvl3pPr marR="0" lvl="2"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3pPr>
            <a:lvl4pPr marR="0" lvl="3"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4pPr>
            <a:lvl5pPr marR="0" lvl="4"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5pPr>
            <a:lvl6pPr marR="0" lvl="5"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6pPr>
            <a:lvl7pPr marR="0" lvl="6"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7pPr>
            <a:lvl8pPr marR="0" lvl="7"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8pPr>
            <a:lvl9pPr marR="0" lvl="8"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9pPr>
          </a:lstStyle>
          <a:p>
            <a:r>
              <a:rPr lang="en-GB" sz="900"/>
              <a:t>Onur </a:t>
            </a:r>
            <a:r>
              <a:rPr lang="en-GB" sz="900">
                <a:solidFill>
                  <a:srgbClr val="191919"/>
                </a:solidFill>
              </a:rPr>
              <a:t>Özkara</a:t>
            </a:r>
            <a:endParaRPr lang="en-US" err="1"/>
          </a:p>
        </p:txBody>
      </p:sp>
    </p:spTree>
    <p:extLst>
      <p:ext uri="{BB962C8B-B14F-4D97-AF65-F5344CB8AC3E}">
        <p14:creationId xmlns:p14="http://schemas.microsoft.com/office/powerpoint/2010/main" val="25282657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D74BA-FA9C-DC25-4435-057818111EBF}"/>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7AF6AAC5-1254-AA16-0257-172438251936}"/>
              </a:ext>
            </a:extLst>
          </p:cNvPr>
          <p:cNvGraphicFramePr>
            <a:graphicFrameLocks noGrp="1"/>
          </p:cNvGraphicFramePr>
          <p:nvPr>
            <p:extLst>
              <p:ext uri="{D42A27DB-BD31-4B8C-83A1-F6EECF244321}">
                <p14:modId xmlns:p14="http://schemas.microsoft.com/office/powerpoint/2010/main" val="1045235806"/>
              </p:ext>
            </p:extLst>
          </p:nvPr>
        </p:nvGraphicFramePr>
        <p:xfrm>
          <a:off x="317455" y="1030136"/>
          <a:ext cx="8407445" cy="3687518"/>
        </p:xfrm>
        <a:graphic>
          <a:graphicData uri="http://schemas.openxmlformats.org/drawingml/2006/table">
            <a:tbl>
              <a:tblPr bandRow="1">
                <a:tableStyleId>{5940675A-B579-460E-94D1-54222C63F5DA}</a:tableStyleId>
              </a:tblPr>
              <a:tblGrid>
                <a:gridCol w="1717295">
                  <a:extLst>
                    <a:ext uri="{9D8B030D-6E8A-4147-A177-3AD203B41FA5}">
                      <a16:colId xmlns:a16="http://schemas.microsoft.com/office/drawing/2014/main" val="4041513366"/>
                    </a:ext>
                  </a:extLst>
                </a:gridCol>
                <a:gridCol w="3832650">
                  <a:extLst>
                    <a:ext uri="{9D8B030D-6E8A-4147-A177-3AD203B41FA5}">
                      <a16:colId xmlns:a16="http://schemas.microsoft.com/office/drawing/2014/main" val="3532914154"/>
                    </a:ext>
                  </a:extLst>
                </a:gridCol>
                <a:gridCol w="2857500">
                  <a:extLst>
                    <a:ext uri="{9D8B030D-6E8A-4147-A177-3AD203B41FA5}">
                      <a16:colId xmlns:a16="http://schemas.microsoft.com/office/drawing/2014/main" val="1459730629"/>
                    </a:ext>
                  </a:extLst>
                </a:gridCol>
              </a:tblGrid>
              <a:tr h="210844">
                <a:tc>
                  <a:txBody>
                    <a:bodyPr/>
                    <a:lstStyle/>
                    <a:p>
                      <a:pPr marR="0" algn="l" rtl="0" fontAlgn="base">
                        <a:lnSpc>
                          <a:spcPct val="100000"/>
                        </a:lnSpc>
                        <a:spcBef>
                          <a:spcPts val="0"/>
                        </a:spcBef>
                        <a:spcAft>
                          <a:spcPts val="0"/>
                        </a:spcAft>
                        <a:buClr>
                          <a:srgbClr val="000000"/>
                        </a:buClr>
                        <a:buFont typeface="Arial"/>
                        <a:buNone/>
                      </a:pPr>
                      <a:r>
                        <a:rPr lang="en-GB" sz="1000" b="1" i="0" u="none" strike="noStrike" cap="none">
                          <a:solidFill>
                            <a:schemeClr val="tx1"/>
                          </a:solidFill>
                          <a:latin typeface="IBM Plex Sans" panose="020B0503050203000203" pitchFamily="34" charset="0"/>
                          <a:ea typeface="+mn-ea"/>
                          <a:cs typeface="+mn-cs"/>
                          <a:sym typeface="Arial"/>
                        </a:rPr>
                        <a:t>Actors</a:t>
                      </a: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lumMod val="85000"/>
                      </a:schemeClr>
                    </a:solidFill>
                  </a:tcPr>
                </a:tc>
                <a:tc>
                  <a:txBody>
                    <a:bodyPr/>
                    <a:lstStyle/>
                    <a:p>
                      <a:pPr marR="0" algn="l" rtl="0" fontAlgn="base">
                        <a:lnSpc>
                          <a:spcPct val="100000"/>
                        </a:lnSpc>
                        <a:spcBef>
                          <a:spcPts val="0"/>
                        </a:spcBef>
                        <a:spcAft>
                          <a:spcPts val="0"/>
                        </a:spcAft>
                        <a:buClr>
                          <a:srgbClr val="000000"/>
                        </a:buClr>
                        <a:buFont typeface="Arial"/>
                        <a:buNone/>
                      </a:pPr>
                      <a:r>
                        <a:rPr lang="en-GB" sz="1000" b="1" i="0" u="none" strike="noStrike" cap="none">
                          <a:solidFill>
                            <a:schemeClr val="tx1"/>
                          </a:solidFill>
                          <a:latin typeface="IBM Plex Sans" panose="020B0503050203000203" pitchFamily="34" charset="0"/>
                          <a:ea typeface="+mn-ea"/>
                          <a:cs typeface="+mn-cs"/>
                          <a:sym typeface="Arial"/>
                        </a:rPr>
                        <a:t>Use Case</a:t>
                      </a: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lumMod val="85000"/>
                      </a:schemeClr>
                    </a:solidFill>
                  </a:tcPr>
                </a:tc>
                <a:tc>
                  <a:txBody>
                    <a:bodyPr/>
                    <a:lstStyle/>
                    <a:p>
                      <a:pPr marR="0" algn="l" rtl="0" fontAlgn="base">
                        <a:lnSpc>
                          <a:spcPct val="100000"/>
                        </a:lnSpc>
                        <a:spcBef>
                          <a:spcPts val="0"/>
                        </a:spcBef>
                        <a:spcAft>
                          <a:spcPts val="0"/>
                        </a:spcAft>
                        <a:buClr>
                          <a:srgbClr val="000000"/>
                        </a:buClr>
                        <a:buFont typeface="Arial"/>
                        <a:buNone/>
                      </a:pPr>
                      <a:r>
                        <a:rPr lang="en-GB" sz="1000" b="1" i="0" u="none" strike="noStrike" cap="none">
                          <a:solidFill>
                            <a:schemeClr val="tx1"/>
                          </a:solidFill>
                          <a:latin typeface="IBM Plex Sans" panose="020B0503050203000203" pitchFamily="34" charset="0"/>
                          <a:ea typeface="+mn-ea"/>
                          <a:cs typeface="+mn-cs"/>
                          <a:sym typeface="Arial"/>
                        </a:rPr>
                        <a:t>Data Type Processed</a:t>
                      </a: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750822622"/>
                  </a:ext>
                </a:extLst>
              </a:tr>
              <a:tr h="219799">
                <a:tc>
                  <a:txBody>
                    <a:bodyPr/>
                    <a:lstStyle/>
                    <a:p>
                      <a:pPr lvl="0">
                        <a:lnSpc>
                          <a:spcPts val="1050"/>
                        </a:lnSpc>
                        <a:buNone/>
                      </a:pPr>
                      <a:r>
                        <a:rPr lang="en-US" sz="1000">
                          <a:solidFill>
                            <a:srgbClr val="191919"/>
                          </a:solidFill>
                          <a:effectLst/>
                          <a:latin typeface="IBM Plex Sans" panose="020B0503050203000203" pitchFamily="34" charset="0"/>
                        </a:rPr>
                        <a:t>Application Management staff </a:t>
                      </a:r>
                      <a:endParaRPr lang="en-US" sz="1000">
                        <a:solidFill>
                          <a:srgbClr val="191919"/>
                        </a:solidFill>
                        <a:latin typeface="IBM Plex Sans" panose="020B0503050203000203" pitchFamily="34" charset="0"/>
                      </a:endParaRP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rtl="0" fontAlgn="base">
                        <a:lnSpc>
                          <a:spcPts val="1050"/>
                        </a:lnSpc>
                        <a:buNone/>
                      </a:pPr>
                      <a:r>
                        <a:rPr lang="en-US" sz="1000">
                          <a:solidFill>
                            <a:srgbClr val="191919"/>
                          </a:solidFill>
                          <a:effectLst/>
                          <a:latin typeface="IBM Plex Sans" panose="020B0503050203000203" pitchFamily="34" charset="0"/>
                        </a:rPr>
                        <a:t>Manage lifecycle application and ensure compliance is met across all areas of the system. Connect to VPN when remote working.</a:t>
                      </a: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rtl="0" fontAlgn="base">
                        <a:lnSpc>
                          <a:spcPts val="1050"/>
                        </a:lnSpc>
                        <a:buNone/>
                      </a:pPr>
                      <a:r>
                        <a:rPr lang="en-US" sz="1000">
                          <a:solidFill>
                            <a:srgbClr val="191919"/>
                          </a:solidFill>
                          <a:effectLst/>
                          <a:latin typeface="IBM Plex Sans" panose="020B0503050203000203" pitchFamily="34" charset="0"/>
                        </a:rPr>
                        <a:t>Staff identity data. System configuration data.</a:t>
                      </a: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2699582992"/>
                  </a:ext>
                </a:extLst>
              </a:tr>
              <a:tr h="316516">
                <a:tc>
                  <a:txBody>
                    <a:bodyPr/>
                    <a:lstStyle/>
                    <a:p>
                      <a:pPr lvl="0" rtl="0">
                        <a:lnSpc>
                          <a:spcPts val="1050"/>
                        </a:lnSpc>
                        <a:buNone/>
                      </a:pPr>
                      <a:r>
                        <a:rPr lang="en-US" sz="1000">
                          <a:solidFill>
                            <a:srgbClr val="191919"/>
                          </a:solidFill>
                          <a:effectLst/>
                          <a:latin typeface="IBM Plex Sans" panose="020B0503050203000203" pitchFamily="34" charset="0"/>
                        </a:rPr>
                        <a:t>Clients</a:t>
                      </a:r>
                      <a:endParaRPr lang="en-US" sz="1000">
                        <a:solidFill>
                          <a:srgbClr val="191919"/>
                        </a:solidFill>
                        <a:latin typeface="IBM Plex Sans" panose="020B0503050203000203" pitchFamily="34" charset="0"/>
                      </a:endParaRP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rtl="0" fontAlgn="base">
                        <a:lnSpc>
                          <a:spcPts val="1050"/>
                        </a:lnSpc>
                        <a:buNone/>
                      </a:pPr>
                      <a:r>
                        <a:rPr lang="en-US" sz="1000">
                          <a:solidFill>
                            <a:srgbClr val="191919"/>
                          </a:solidFill>
                          <a:effectLst/>
                          <a:latin typeface="IBM Plex Sans" panose="020B0503050203000203" pitchFamily="34" charset="0"/>
                        </a:rPr>
                        <a:t>Interact and receive support from the chatbot</a:t>
                      </a: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rtl="0" fontAlgn="base">
                        <a:lnSpc>
                          <a:spcPts val="1050"/>
                        </a:lnSpc>
                        <a:buNone/>
                      </a:pPr>
                      <a:r>
                        <a:rPr lang="en-US" sz="1000">
                          <a:solidFill>
                            <a:srgbClr val="191919"/>
                          </a:solidFill>
                          <a:effectLst/>
                          <a:latin typeface="IBM Plex Sans" panose="020B0503050203000203" pitchFamily="34" charset="0"/>
                        </a:rPr>
                        <a:t>Chat messages</a:t>
                      </a: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1053256365"/>
                  </a:ext>
                </a:extLst>
              </a:tr>
              <a:tr h="219799">
                <a:tc>
                  <a:txBody>
                    <a:bodyPr/>
                    <a:lstStyle/>
                    <a:p>
                      <a:pPr lvl="0" rtl="0">
                        <a:lnSpc>
                          <a:spcPts val="1050"/>
                        </a:lnSpc>
                        <a:buNone/>
                      </a:pPr>
                      <a:r>
                        <a:rPr lang="en-US" sz="1000">
                          <a:solidFill>
                            <a:srgbClr val="191919"/>
                          </a:solidFill>
                          <a:effectLst/>
                          <a:latin typeface="IBM Plex Sans" panose="020B0503050203000203" pitchFamily="34" charset="0"/>
                        </a:rPr>
                        <a:t>One Relationship Saas</a:t>
                      </a:r>
                      <a:endParaRPr lang="en-US" sz="1000">
                        <a:solidFill>
                          <a:srgbClr val="191919"/>
                        </a:solidFill>
                        <a:latin typeface="IBM Plex Sans" panose="020B0503050203000203" pitchFamily="34" charset="0"/>
                      </a:endParaRP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rtl="0" fontAlgn="base">
                        <a:lnSpc>
                          <a:spcPts val="1050"/>
                        </a:lnSpc>
                        <a:buNone/>
                      </a:pPr>
                      <a:r>
                        <a:rPr lang="en-US" sz="1000">
                          <a:solidFill>
                            <a:srgbClr val="191919"/>
                          </a:solidFill>
                          <a:effectLst/>
                          <a:latin typeface="IBM Plex Sans" panose="020B0503050203000203" pitchFamily="34" charset="0"/>
                        </a:rPr>
                        <a:t>Store sales partner financial history and track completion of the anti-money laundering and fraud checks</a:t>
                      </a: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rtl="0" fontAlgn="base">
                        <a:lnSpc>
                          <a:spcPts val="1050"/>
                        </a:lnSpc>
                        <a:buNone/>
                      </a:pPr>
                      <a:r>
                        <a:rPr lang="en-US" sz="1000">
                          <a:solidFill>
                            <a:srgbClr val="191919"/>
                          </a:solidFill>
                          <a:effectLst/>
                          <a:latin typeface="IBM Plex Sans" panose="020B0503050203000203" pitchFamily="34" charset="0"/>
                        </a:rPr>
                        <a:t>Sales partners financial history. Fraud verification data</a:t>
                      </a: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747320524"/>
                  </a:ext>
                </a:extLst>
              </a:tr>
              <a:tr h="316516">
                <a:tc>
                  <a:txBody>
                    <a:bodyPr/>
                    <a:lstStyle/>
                    <a:p>
                      <a:pPr lvl="0" rtl="0">
                        <a:lnSpc>
                          <a:spcPts val="1050"/>
                        </a:lnSpc>
                        <a:buNone/>
                      </a:pPr>
                      <a:r>
                        <a:rPr lang="en-US" sz="1000">
                          <a:solidFill>
                            <a:srgbClr val="191919"/>
                          </a:solidFill>
                          <a:effectLst/>
                          <a:latin typeface="IBM Plex Sans" panose="020B0503050203000203" pitchFamily="34" charset="0"/>
                        </a:rPr>
                        <a:t>Fintech Saas Chatbot</a:t>
                      </a:r>
                      <a:endParaRPr lang="en-US" sz="1000">
                        <a:solidFill>
                          <a:srgbClr val="191919"/>
                        </a:solidFill>
                        <a:latin typeface="IBM Plex Sans" panose="020B0503050203000203" pitchFamily="34" charset="0"/>
                      </a:endParaRP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rtl="0" fontAlgn="base">
                        <a:lnSpc>
                          <a:spcPts val="1050"/>
                        </a:lnSpc>
                        <a:buNone/>
                      </a:pPr>
                      <a:r>
                        <a:rPr lang="en-US" sz="1000">
                          <a:solidFill>
                            <a:srgbClr val="191919"/>
                          </a:solidFill>
                          <a:effectLst/>
                          <a:latin typeface="IBM Plex Sans" panose="020B0503050203000203" pitchFamily="34" charset="0"/>
                        </a:rPr>
                        <a:t>Provide support for the clients of sales partners</a:t>
                      </a: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rtl="0" fontAlgn="base">
                        <a:lnSpc>
                          <a:spcPts val="1050"/>
                        </a:lnSpc>
                        <a:buNone/>
                      </a:pPr>
                      <a:r>
                        <a:rPr lang="en-US" sz="1000">
                          <a:solidFill>
                            <a:srgbClr val="191919"/>
                          </a:solidFill>
                          <a:effectLst/>
                          <a:latin typeface="IBM Plex Sans" panose="020B0503050203000203" pitchFamily="34" charset="0"/>
                        </a:rPr>
                        <a:t>Chats and support information</a:t>
                      </a: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1520256631"/>
                  </a:ext>
                </a:extLst>
              </a:tr>
              <a:tr h="219799">
                <a:tc>
                  <a:txBody>
                    <a:bodyPr/>
                    <a:lstStyle/>
                    <a:p>
                      <a:pPr lvl="0" rtl="0">
                        <a:lnSpc>
                          <a:spcPts val="1050"/>
                        </a:lnSpc>
                        <a:buNone/>
                      </a:pPr>
                      <a:r>
                        <a:rPr lang="en-US" sz="1000">
                          <a:solidFill>
                            <a:srgbClr val="191919"/>
                          </a:solidFill>
                          <a:effectLst/>
                          <a:latin typeface="IBM Plex Sans" panose="020B0503050203000203" pitchFamily="34" charset="0"/>
                        </a:rPr>
                        <a:t>Directory Service</a:t>
                      </a:r>
                      <a:endParaRPr lang="en-US" sz="1000">
                        <a:solidFill>
                          <a:srgbClr val="191919"/>
                        </a:solidFill>
                        <a:latin typeface="IBM Plex Sans" panose="020B0503050203000203" pitchFamily="34" charset="0"/>
                      </a:endParaRP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rtl="0" fontAlgn="base">
                        <a:lnSpc>
                          <a:spcPts val="1050"/>
                        </a:lnSpc>
                        <a:buNone/>
                      </a:pPr>
                      <a:r>
                        <a:rPr lang="en-US" sz="1000">
                          <a:solidFill>
                            <a:srgbClr val="191919"/>
                          </a:solidFill>
                          <a:effectLst/>
                          <a:latin typeface="IBM Plex Sans" panose="020B0503050203000203" pitchFamily="34" charset="0"/>
                        </a:rPr>
                        <a:t>External identity provider</a:t>
                      </a: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rtl="0" fontAlgn="base">
                        <a:lnSpc>
                          <a:spcPts val="1050"/>
                        </a:lnSpc>
                        <a:buNone/>
                      </a:pPr>
                      <a:r>
                        <a:rPr lang="en-US" sz="1000">
                          <a:solidFill>
                            <a:srgbClr val="191919"/>
                          </a:solidFill>
                          <a:effectLst/>
                          <a:latin typeface="IBM Plex Sans" panose="020B0503050203000203" pitchFamily="34" charset="0"/>
                        </a:rPr>
                        <a:t>User identity data</a:t>
                      </a: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2837844515"/>
                  </a:ext>
                </a:extLst>
              </a:tr>
              <a:tr h="219799">
                <a:tc>
                  <a:txBody>
                    <a:bodyPr/>
                    <a:lstStyle/>
                    <a:p>
                      <a:pPr lvl="0" rtl="0">
                        <a:lnSpc>
                          <a:spcPts val="1050"/>
                        </a:lnSpc>
                        <a:buNone/>
                      </a:pPr>
                      <a:r>
                        <a:rPr lang="en-US" sz="1000">
                          <a:solidFill>
                            <a:srgbClr val="191919"/>
                          </a:solidFill>
                          <a:effectLst/>
                          <a:latin typeface="IBM Plex Sans" panose="020B0503050203000203" pitchFamily="34" charset="0"/>
                        </a:rPr>
                        <a:t>On Premise Data Centre</a:t>
                      </a:r>
                      <a:endParaRPr lang="en-US" sz="1000">
                        <a:solidFill>
                          <a:srgbClr val="191919"/>
                        </a:solidFill>
                        <a:latin typeface="IBM Plex Sans" panose="020B0503050203000203" pitchFamily="34" charset="0"/>
                      </a:endParaRP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rtl="0" fontAlgn="base">
                        <a:lnSpc>
                          <a:spcPts val="1050"/>
                        </a:lnSpc>
                        <a:buNone/>
                      </a:pPr>
                      <a:r>
                        <a:rPr lang="en-US" sz="1000">
                          <a:solidFill>
                            <a:srgbClr val="191919"/>
                          </a:solidFill>
                          <a:effectLst/>
                          <a:latin typeface="IBM Plex Sans" panose="020B0503050203000203" pitchFamily="34" charset="0"/>
                        </a:rPr>
                        <a:t>Store customer data</a:t>
                      </a: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rtl="0" fontAlgn="base">
                        <a:lnSpc>
                          <a:spcPts val="1050"/>
                        </a:lnSpc>
                        <a:buNone/>
                      </a:pPr>
                      <a:r>
                        <a:rPr lang="en-US" sz="1000">
                          <a:solidFill>
                            <a:srgbClr val="191919"/>
                          </a:solidFill>
                          <a:effectLst/>
                          <a:latin typeface="IBM Plex Sans" panose="020B0503050203000203" pitchFamily="34" charset="0"/>
                        </a:rPr>
                        <a:t>Customer data</a:t>
                      </a: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1665547983"/>
                  </a:ext>
                </a:extLst>
              </a:tr>
              <a:tr h="219799">
                <a:tc>
                  <a:txBody>
                    <a:bodyPr/>
                    <a:lstStyle/>
                    <a:p>
                      <a:pPr lvl="0" rtl="0">
                        <a:lnSpc>
                          <a:spcPts val="1050"/>
                        </a:lnSpc>
                        <a:buNone/>
                      </a:pPr>
                      <a:r>
                        <a:rPr lang="en-US" sz="1000">
                          <a:solidFill>
                            <a:srgbClr val="191919"/>
                          </a:solidFill>
                          <a:effectLst/>
                          <a:latin typeface="IBM Plex Sans" panose="020B0503050203000203" pitchFamily="34" charset="0"/>
                        </a:rPr>
                        <a:t>Payment Service</a:t>
                      </a:r>
                      <a:endParaRPr lang="en-US" sz="1000">
                        <a:solidFill>
                          <a:srgbClr val="191919"/>
                        </a:solidFill>
                        <a:latin typeface="IBM Plex Sans" panose="020B0503050203000203" pitchFamily="34" charset="0"/>
                      </a:endParaRP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rtl="0" fontAlgn="base">
                        <a:lnSpc>
                          <a:spcPts val="1050"/>
                        </a:lnSpc>
                        <a:buNone/>
                      </a:pPr>
                      <a:r>
                        <a:rPr lang="en-US" sz="1000">
                          <a:solidFill>
                            <a:srgbClr val="191919"/>
                          </a:solidFill>
                          <a:effectLst/>
                          <a:latin typeface="IBM Plex Sans" panose="020B0503050203000203" pitchFamily="34" charset="0"/>
                        </a:rPr>
                        <a:t>Handle credit card payments on behalf of sales partners</a:t>
                      </a: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rtl="0" fontAlgn="base">
                        <a:lnSpc>
                          <a:spcPts val="1050"/>
                        </a:lnSpc>
                        <a:buNone/>
                      </a:pPr>
                      <a:r>
                        <a:rPr lang="en-US" sz="1000">
                          <a:solidFill>
                            <a:srgbClr val="191919"/>
                          </a:solidFill>
                          <a:effectLst/>
                          <a:latin typeface="IBM Plex Sans" panose="020B0503050203000203" pitchFamily="34" charset="0"/>
                        </a:rPr>
                        <a:t>Payment  card details</a:t>
                      </a: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2251636219"/>
                  </a:ext>
                </a:extLst>
              </a:tr>
              <a:tr h="316516">
                <a:tc>
                  <a:txBody>
                    <a:bodyPr/>
                    <a:lstStyle/>
                    <a:p>
                      <a:pPr lvl="0" rtl="0">
                        <a:lnSpc>
                          <a:spcPts val="1050"/>
                        </a:lnSpc>
                        <a:buNone/>
                      </a:pPr>
                      <a:r>
                        <a:rPr lang="en-US" sz="1000">
                          <a:solidFill>
                            <a:srgbClr val="191919"/>
                          </a:solidFill>
                          <a:effectLst/>
                          <a:latin typeface="IBM Plex Sans" panose="020B0503050203000203" pitchFamily="34" charset="0"/>
                        </a:rPr>
                        <a:t>Managed Security Service</a:t>
                      </a:r>
                      <a:endParaRPr lang="en-US" sz="1000">
                        <a:solidFill>
                          <a:srgbClr val="191919"/>
                        </a:solidFill>
                        <a:latin typeface="IBM Plex Sans" panose="020B0503050203000203" pitchFamily="34" charset="0"/>
                      </a:endParaRP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rtl="0" fontAlgn="base">
                        <a:lnSpc>
                          <a:spcPts val="1050"/>
                        </a:lnSpc>
                        <a:buNone/>
                      </a:pPr>
                      <a:r>
                        <a:rPr lang="en-US" sz="1000">
                          <a:solidFill>
                            <a:srgbClr val="191919"/>
                          </a:solidFill>
                          <a:effectLst/>
                          <a:latin typeface="IBM Plex Sans" panose="020B0503050203000203" pitchFamily="34" charset="0"/>
                        </a:rPr>
                        <a:t>Detect and respond to threats</a:t>
                      </a: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rtl="0" fontAlgn="base">
                        <a:lnSpc>
                          <a:spcPts val="1050"/>
                        </a:lnSpc>
                        <a:buNone/>
                      </a:pPr>
                      <a:r>
                        <a:rPr lang="en-US" sz="1000">
                          <a:solidFill>
                            <a:srgbClr val="191919"/>
                          </a:solidFill>
                          <a:effectLst/>
                          <a:latin typeface="IBM Plex Sans" panose="020B0503050203000203" pitchFamily="34" charset="0"/>
                        </a:rPr>
                        <a:t>Security alerts and any threats data, Firewall logs</a:t>
                      </a: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4269812826"/>
                  </a:ext>
                </a:extLst>
              </a:tr>
              <a:tr h="219799">
                <a:tc>
                  <a:txBody>
                    <a:bodyPr/>
                    <a:lstStyle/>
                    <a:p>
                      <a:pPr lvl="0" rtl="0">
                        <a:lnSpc>
                          <a:spcPts val="1050"/>
                        </a:lnSpc>
                        <a:buNone/>
                      </a:pPr>
                      <a:r>
                        <a:rPr lang="en-US" sz="1000">
                          <a:solidFill>
                            <a:srgbClr val="191919"/>
                          </a:solidFill>
                          <a:effectLst/>
                          <a:latin typeface="IBM Plex Sans" panose="020B0503050203000203" pitchFamily="34" charset="0"/>
                        </a:rPr>
                        <a:t>Global Systems Integrator Operators</a:t>
                      </a:r>
                      <a:endParaRPr lang="en-US" sz="1000">
                        <a:solidFill>
                          <a:srgbClr val="191919"/>
                        </a:solidFill>
                        <a:latin typeface="IBM Plex Sans" panose="020B0503050203000203" pitchFamily="34" charset="0"/>
                      </a:endParaRP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rtl="0" fontAlgn="base">
                        <a:lnSpc>
                          <a:spcPts val="1050"/>
                        </a:lnSpc>
                        <a:buNone/>
                      </a:pPr>
                      <a:r>
                        <a:rPr lang="en-US" sz="1000">
                          <a:solidFill>
                            <a:srgbClr val="191919"/>
                          </a:solidFill>
                          <a:effectLst/>
                          <a:latin typeface="IBM Plex Sans" panose="020B0503050203000203" pitchFamily="34" charset="0"/>
                        </a:rPr>
                        <a:t>Manage system operation center and report issues to application staff</a:t>
                      </a: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rtl="0" fontAlgn="base">
                        <a:lnSpc>
                          <a:spcPts val="1050"/>
                        </a:lnSpc>
                        <a:buNone/>
                      </a:pPr>
                      <a:r>
                        <a:rPr lang="en-US" sz="1000">
                          <a:solidFill>
                            <a:srgbClr val="191919"/>
                          </a:solidFill>
                          <a:effectLst/>
                          <a:latin typeface="IBM Plex Sans" panose="020B0503050203000203" pitchFamily="34" charset="0"/>
                        </a:rPr>
                        <a:t>System operational data</a:t>
                      </a: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276829483"/>
                  </a:ext>
                </a:extLst>
              </a:tr>
              <a:tr h="219799">
                <a:tc>
                  <a:txBody>
                    <a:bodyPr/>
                    <a:lstStyle/>
                    <a:p>
                      <a:pPr lvl="0" rtl="0">
                        <a:lnSpc>
                          <a:spcPts val="1050"/>
                        </a:lnSpc>
                        <a:buNone/>
                      </a:pPr>
                      <a:r>
                        <a:rPr lang="en-US" sz="1000">
                          <a:solidFill>
                            <a:srgbClr val="191919"/>
                          </a:solidFill>
                          <a:effectLst/>
                          <a:latin typeface="IBM Plex Sans" panose="020B0503050203000203" pitchFamily="34" charset="0"/>
                        </a:rPr>
                        <a:t>Customer Support Centre Staff</a:t>
                      </a:r>
                      <a:endParaRPr lang="en-US" sz="1000">
                        <a:solidFill>
                          <a:srgbClr val="191919"/>
                        </a:solidFill>
                        <a:latin typeface="IBM Plex Sans" panose="020B0503050203000203" pitchFamily="34" charset="0"/>
                      </a:endParaRP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rtl="0" fontAlgn="base">
                        <a:lnSpc>
                          <a:spcPts val="1050"/>
                        </a:lnSpc>
                        <a:buNone/>
                      </a:pPr>
                      <a:r>
                        <a:rPr lang="en-US" sz="1000">
                          <a:solidFill>
                            <a:srgbClr val="191919"/>
                          </a:solidFill>
                          <a:effectLst/>
                          <a:latin typeface="IBM Plex Sans" panose="020B0503050203000203" pitchFamily="34" charset="0"/>
                        </a:rPr>
                        <a:t>Handle calls coming from partners and administer core application.</a:t>
                      </a: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rtl="0" fontAlgn="base">
                        <a:lnSpc>
                          <a:spcPts val="1050"/>
                        </a:lnSpc>
                        <a:buNone/>
                      </a:pPr>
                      <a:r>
                        <a:rPr lang="en-US" sz="1000">
                          <a:solidFill>
                            <a:srgbClr val="191919"/>
                          </a:solidFill>
                          <a:effectLst/>
                          <a:latin typeface="IBM Plex Sans" panose="020B0503050203000203" pitchFamily="34" charset="0"/>
                        </a:rPr>
                        <a:t>Client query details</a:t>
                      </a: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3918097927"/>
                  </a:ext>
                </a:extLst>
              </a:tr>
              <a:tr h="260105">
                <a:tc>
                  <a:txBody>
                    <a:bodyPr/>
                    <a:lstStyle/>
                    <a:p>
                      <a:pPr lvl="0" rtl="0">
                        <a:lnSpc>
                          <a:spcPts val="1050"/>
                        </a:lnSpc>
                        <a:buNone/>
                      </a:pPr>
                      <a:r>
                        <a:rPr lang="en-US" sz="1000">
                          <a:solidFill>
                            <a:srgbClr val="191919"/>
                          </a:solidFill>
                          <a:effectLst/>
                          <a:latin typeface="IBM Plex Sans" panose="020B0503050203000203" pitchFamily="34" charset="0"/>
                        </a:rPr>
                        <a:t>Sales Partners</a:t>
                      </a:r>
                      <a:endParaRPr lang="en-US" sz="1000">
                        <a:solidFill>
                          <a:srgbClr val="191919"/>
                        </a:solidFill>
                        <a:latin typeface="IBM Plex Sans" panose="020B0503050203000203" pitchFamily="34" charset="0"/>
                      </a:endParaRP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rtl="0" fontAlgn="base">
                        <a:lnSpc>
                          <a:spcPts val="1050"/>
                        </a:lnSpc>
                        <a:buNone/>
                      </a:pPr>
                      <a:r>
                        <a:rPr lang="en-US" sz="1000">
                          <a:solidFill>
                            <a:srgbClr val="191919"/>
                          </a:solidFill>
                          <a:effectLst/>
                          <a:latin typeface="IBM Plex Sans" panose="020B0503050203000203" pitchFamily="34" charset="0"/>
                        </a:rPr>
                        <a:t>Manage financial history of the sales partners</a:t>
                      </a: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rtl="0" fontAlgn="base">
                        <a:lnSpc>
                          <a:spcPts val="1050"/>
                        </a:lnSpc>
                        <a:buNone/>
                      </a:pPr>
                      <a:r>
                        <a:rPr lang="en-US" sz="1000">
                          <a:solidFill>
                            <a:srgbClr val="191919"/>
                          </a:solidFill>
                          <a:effectLst/>
                          <a:latin typeface="IBM Plex Sans" panose="020B0503050203000203" pitchFamily="34" charset="0"/>
                        </a:rPr>
                        <a:t>Sales partners financial history</a:t>
                      </a:r>
                    </a:p>
                  </a:txBody>
                  <a:tcPr marL="93355" marR="93355" marT="37157" marB="37157">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1961967333"/>
                  </a:ext>
                </a:extLst>
              </a:tr>
            </a:tbl>
          </a:graphicData>
        </a:graphic>
      </p:graphicFrame>
      <p:sp>
        <p:nvSpPr>
          <p:cNvPr id="3" name="Title 1">
            <a:extLst>
              <a:ext uri="{FF2B5EF4-FFF2-40B4-BE49-F238E27FC236}">
                <a16:creationId xmlns:a16="http://schemas.microsoft.com/office/drawing/2014/main" id="{0A5EC576-BFB5-E786-68B3-7A2D74353AB6}"/>
              </a:ext>
            </a:extLst>
          </p:cNvPr>
          <p:cNvSpPr txBox="1">
            <a:spLocks/>
          </p:cNvSpPr>
          <p:nvPr/>
        </p:nvSpPr>
        <p:spPr>
          <a:xfrm>
            <a:off x="419100" y="457436"/>
            <a:ext cx="8101566"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2pPr>
            <a:lvl3pPr marR="0" lvl="2"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3pPr>
            <a:lvl4pPr marR="0" lvl="3"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4pPr>
            <a:lvl5pPr marR="0" lvl="4"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5pPr>
            <a:lvl6pPr marR="0" lvl="5"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6pPr>
            <a:lvl7pPr marR="0" lvl="6"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7pPr>
            <a:lvl8pPr marR="0" lvl="7"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8pPr>
            <a:lvl9pPr marR="0" lvl="8"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9pPr>
          </a:lstStyle>
          <a:p>
            <a:r>
              <a:rPr lang="en-GB" sz="2400" noProof="0"/>
              <a:t>Actor / Use Case / </a:t>
            </a:r>
            <a:r>
              <a:rPr lang="en-GB" sz="2400"/>
              <a:t>Data Mapping</a:t>
            </a:r>
            <a:endParaRPr lang="en-GB" sz="2400" noProof="0"/>
          </a:p>
        </p:txBody>
      </p:sp>
      <p:sp>
        <p:nvSpPr>
          <p:cNvPr id="7" name="Title 1">
            <a:extLst>
              <a:ext uri="{FF2B5EF4-FFF2-40B4-BE49-F238E27FC236}">
                <a16:creationId xmlns:a16="http://schemas.microsoft.com/office/drawing/2014/main" id="{9C8CCA8C-2F12-CB8D-13E0-5B7DBFA1C4C7}"/>
              </a:ext>
            </a:extLst>
          </p:cNvPr>
          <p:cNvSpPr txBox="1">
            <a:spLocks/>
          </p:cNvSpPr>
          <p:nvPr/>
        </p:nvSpPr>
        <p:spPr>
          <a:xfrm>
            <a:off x="7888203" y="4772784"/>
            <a:ext cx="995276" cy="15474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2pPr>
            <a:lvl3pPr marR="0" lvl="2"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3pPr>
            <a:lvl4pPr marR="0" lvl="3"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4pPr>
            <a:lvl5pPr marR="0" lvl="4"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5pPr>
            <a:lvl6pPr marR="0" lvl="5"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6pPr>
            <a:lvl7pPr marR="0" lvl="6"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7pPr>
            <a:lvl8pPr marR="0" lvl="7"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8pPr>
            <a:lvl9pPr marR="0" lvl="8"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9pPr>
          </a:lstStyle>
          <a:p>
            <a:r>
              <a:rPr lang="en-GB" sz="900"/>
              <a:t>Onur </a:t>
            </a:r>
            <a:r>
              <a:rPr lang="en-GB" sz="900">
                <a:solidFill>
                  <a:srgbClr val="191919"/>
                </a:solidFill>
              </a:rPr>
              <a:t>Ö</a:t>
            </a:r>
            <a:r>
              <a:rPr lang="en-GB" sz="900"/>
              <a:t>zkara</a:t>
            </a:r>
            <a:endParaRPr lang="en-US" err="1"/>
          </a:p>
        </p:txBody>
      </p:sp>
    </p:spTree>
    <p:extLst>
      <p:ext uri="{BB962C8B-B14F-4D97-AF65-F5344CB8AC3E}">
        <p14:creationId xmlns:p14="http://schemas.microsoft.com/office/powerpoint/2010/main" val="10606453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31"/>
          <p:cNvSpPr txBox="1">
            <a:spLocks noGrp="1"/>
          </p:cNvSpPr>
          <p:nvPr>
            <p:ph type="title"/>
          </p:nvPr>
        </p:nvSpPr>
        <p:spPr>
          <a:xfrm>
            <a:off x="643800" y="445025"/>
            <a:ext cx="5477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2400" noProof="0"/>
              <a:t>Data Classification Scheme</a:t>
            </a:r>
          </a:p>
        </p:txBody>
      </p:sp>
      <p:graphicFrame>
        <p:nvGraphicFramePr>
          <p:cNvPr id="4" name="Content Placeholder 4">
            <a:extLst>
              <a:ext uri="{FF2B5EF4-FFF2-40B4-BE49-F238E27FC236}">
                <a16:creationId xmlns:a16="http://schemas.microsoft.com/office/drawing/2014/main" id="{4B93BECD-D3BF-1EFD-0F82-59A7C23FEABD}"/>
              </a:ext>
            </a:extLst>
          </p:cNvPr>
          <p:cNvGraphicFramePr>
            <a:graphicFrameLocks/>
          </p:cNvGraphicFramePr>
          <p:nvPr>
            <p:extLst>
              <p:ext uri="{D42A27DB-BD31-4B8C-83A1-F6EECF244321}">
                <p14:modId xmlns:p14="http://schemas.microsoft.com/office/powerpoint/2010/main" val="3693942291"/>
              </p:ext>
            </p:extLst>
          </p:nvPr>
        </p:nvGraphicFramePr>
        <p:xfrm>
          <a:off x="370744" y="1525864"/>
          <a:ext cx="7021633" cy="2311400"/>
        </p:xfrm>
        <a:graphic>
          <a:graphicData uri="http://schemas.openxmlformats.org/drawingml/2006/table">
            <a:tbl>
              <a:tblPr firstRow="1" bandRow="1">
                <a:tableStyleId>{BC89EF96-8CEA-46FF-86C4-4CE0E7609802}</a:tableStyleId>
              </a:tblPr>
              <a:tblGrid>
                <a:gridCol w="1985273">
                  <a:extLst>
                    <a:ext uri="{9D8B030D-6E8A-4147-A177-3AD203B41FA5}">
                      <a16:colId xmlns:a16="http://schemas.microsoft.com/office/drawing/2014/main" val="2546538636"/>
                    </a:ext>
                  </a:extLst>
                </a:gridCol>
                <a:gridCol w="5036360">
                  <a:extLst>
                    <a:ext uri="{9D8B030D-6E8A-4147-A177-3AD203B41FA5}">
                      <a16:colId xmlns:a16="http://schemas.microsoft.com/office/drawing/2014/main" val="2347452149"/>
                    </a:ext>
                  </a:extLst>
                </a:gridCol>
              </a:tblGrid>
              <a:tr h="194310">
                <a:tc>
                  <a:txBody>
                    <a:bodyPr/>
                    <a:lstStyle/>
                    <a:p>
                      <a:pPr marR="0" algn="l" rtl="0" fontAlgn="base">
                        <a:lnSpc>
                          <a:spcPct val="100000"/>
                        </a:lnSpc>
                        <a:spcBef>
                          <a:spcPts val="0"/>
                        </a:spcBef>
                        <a:spcAft>
                          <a:spcPts val="0"/>
                        </a:spcAft>
                        <a:buClr>
                          <a:srgbClr val="000000"/>
                        </a:buClr>
                        <a:buFont typeface="Arial"/>
                        <a:buNone/>
                      </a:pPr>
                      <a:r>
                        <a:rPr lang="en-GB" sz="1000" b="1" i="0" u="none" strike="noStrike" cap="none">
                          <a:solidFill>
                            <a:schemeClr val="tx1"/>
                          </a:solidFill>
                          <a:latin typeface="IBM Plex Sans" panose="020B0503050203000203" pitchFamily="34" charset="0"/>
                          <a:ea typeface="+mn-ea"/>
                          <a:cs typeface="+mn-cs"/>
                          <a:sym typeface="Arial"/>
                        </a:rPr>
                        <a:t>Data Classification</a:t>
                      </a:r>
                    </a:p>
                  </a:txBody>
                  <a:tcPr marL="117800" marR="11780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lumMod val="85000"/>
                      </a:schemeClr>
                    </a:solidFill>
                  </a:tcPr>
                </a:tc>
                <a:tc>
                  <a:txBody>
                    <a:bodyPr/>
                    <a:lstStyle/>
                    <a:p>
                      <a:pPr marR="0" algn="l" rtl="0" fontAlgn="base">
                        <a:lnSpc>
                          <a:spcPct val="100000"/>
                        </a:lnSpc>
                        <a:spcBef>
                          <a:spcPts val="0"/>
                        </a:spcBef>
                        <a:spcAft>
                          <a:spcPts val="0"/>
                        </a:spcAft>
                        <a:buClr>
                          <a:srgbClr val="000000"/>
                        </a:buClr>
                        <a:buFont typeface="Arial"/>
                        <a:buNone/>
                      </a:pPr>
                      <a:r>
                        <a:rPr lang="en-GB" sz="1000" b="1" i="0" u="none" strike="noStrike" cap="none">
                          <a:solidFill>
                            <a:schemeClr val="tx1"/>
                          </a:solidFill>
                          <a:latin typeface="IBM Plex Sans" panose="020B0503050203000203" pitchFamily="34" charset="0"/>
                          <a:ea typeface="+mn-ea"/>
                          <a:cs typeface="+mn-cs"/>
                          <a:sym typeface="Arial"/>
                        </a:rPr>
                        <a:t>Description</a:t>
                      </a:r>
                    </a:p>
                  </a:txBody>
                  <a:tcPr marL="117800" marR="11780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373111738"/>
                  </a:ext>
                </a:extLst>
              </a:tr>
              <a:tr h="320040">
                <a:tc>
                  <a:txBody>
                    <a:bodyPr/>
                    <a:lstStyle/>
                    <a:p>
                      <a:pPr marR="0" lvl="0" algn="l" rtl="0">
                        <a:lnSpc>
                          <a:spcPts val="1050"/>
                        </a:lnSpc>
                        <a:spcBef>
                          <a:spcPts val="0"/>
                        </a:spcBef>
                        <a:spcAft>
                          <a:spcPts val="0"/>
                        </a:spcAft>
                        <a:buClr>
                          <a:srgbClr val="000000"/>
                        </a:buClr>
                        <a:buFont typeface="Arial"/>
                        <a:buNone/>
                      </a:pPr>
                      <a:r>
                        <a:rPr lang="en-GB" sz="1000" b="0" i="0" u="none" strike="noStrike" cap="none">
                          <a:solidFill>
                            <a:srgbClr val="191919"/>
                          </a:solidFill>
                          <a:effectLst/>
                          <a:latin typeface="IBM Plex Sans" panose="020B0503050203000203" pitchFamily="34" charset="0"/>
                          <a:ea typeface="+mn-ea"/>
                          <a:cs typeface="+mn-cs"/>
                          <a:sym typeface="Arial"/>
                        </a:rPr>
                        <a:t>Public</a:t>
                      </a:r>
                    </a:p>
                  </a:txBody>
                  <a:tcPr marL="117800" marR="11780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R="0" lvl="0" algn="l" rtl="0">
                        <a:lnSpc>
                          <a:spcPts val="1050"/>
                        </a:lnSpc>
                        <a:spcBef>
                          <a:spcPts val="0"/>
                        </a:spcBef>
                        <a:spcAft>
                          <a:spcPts val="0"/>
                        </a:spcAft>
                        <a:buClr>
                          <a:srgbClr val="000000"/>
                        </a:buClr>
                        <a:buFont typeface="Arial"/>
                        <a:buNone/>
                      </a:pPr>
                      <a:r>
                        <a:rPr lang="en-GB" sz="1000" b="0" i="0" u="none" strike="noStrike" cap="none">
                          <a:solidFill>
                            <a:srgbClr val="191919"/>
                          </a:solidFill>
                          <a:effectLst/>
                          <a:latin typeface="IBM Plex Sans" panose="020B0503050203000203" pitchFamily="34" charset="0"/>
                          <a:ea typeface="+mn-ea"/>
                          <a:cs typeface="+mn-cs"/>
                          <a:sym typeface="Arial"/>
                        </a:rPr>
                        <a:t>Information that is available to the public and is intended for open disclosure. If this information was released or lost, this would cause no harm to the organization or clients. E.G. </a:t>
                      </a:r>
                      <a:r>
                        <a:rPr lang="es-419" sz="1000" b="0" i="0" u="none" strike="noStrike" cap="none" err="1">
                          <a:solidFill>
                            <a:srgbClr val="191919"/>
                          </a:solidFill>
                          <a:effectLst/>
                          <a:latin typeface="IBM Plex Sans" panose="020B0503050203000203" pitchFamily="34" charset="0"/>
                          <a:ea typeface="+mn-ea"/>
                          <a:cs typeface="+mn-cs"/>
                          <a:sym typeface="Arial"/>
                        </a:rPr>
                        <a:t>FAQs</a:t>
                      </a:r>
                      <a:r>
                        <a:rPr lang="es-419" sz="1000" b="0" i="0" u="none" strike="noStrike" cap="none">
                          <a:solidFill>
                            <a:srgbClr val="191919"/>
                          </a:solidFill>
                          <a:effectLst/>
                          <a:latin typeface="IBM Plex Sans" panose="020B0503050203000203" pitchFamily="34" charset="0"/>
                          <a:ea typeface="+mn-ea"/>
                          <a:cs typeface="+mn-cs"/>
                          <a:sym typeface="Arial"/>
                        </a:rPr>
                        <a:t>, </a:t>
                      </a:r>
                      <a:r>
                        <a:rPr lang="es-419" sz="1000" b="0" i="0" u="none" strike="noStrike" cap="none" err="1">
                          <a:solidFill>
                            <a:srgbClr val="191919"/>
                          </a:solidFill>
                          <a:effectLst/>
                          <a:latin typeface="IBM Plex Sans" panose="020B0503050203000203" pitchFamily="34" charset="0"/>
                          <a:ea typeface="+mn-ea"/>
                          <a:cs typeface="+mn-cs"/>
                          <a:sym typeface="Arial"/>
                        </a:rPr>
                        <a:t>public</a:t>
                      </a:r>
                      <a:r>
                        <a:rPr lang="es-419" sz="1000" b="0" i="0" u="none" strike="noStrike" cap="none">
                          <a:solidFill>
                            <a:srgbClr val="191919"/>
                          </a:solidFill>
                          <a:effectLst/>
                          <a:latin typeface="IBM Plex Sans" panose="020B0503050203000203" pitchFamily="34" charset="0"/>
                          <a:ea typeface="+mn-ea"/>
                          <a:cs typeface="+mn-cs"/>
                          <a:sym typeface="Arial"/>
                        </a:rPr>
                        <a:t> </a:t>
                      </a:r>
                      <a:r>
                        <a:rPr lang="es-419" sz="1000" b="0" i="0" u="none" strike="noStrike" cap="none" err="1">
                          <a:solidFill>
                            <a:srgbClr val="191919"/>
                          </a:solidFill>
                          <a:effectLst/>
                          <a:latin typeface="IBM Plex Sans" panose="020B0503050203000203" pitchFamily="34" charset="0"/>
                          <a:ea typeface="+mn-ea"/>
                          <a:cs typeface="+mn-cs"/>
                          <a:sym typeface="Arial"/>
                        </a:rPr>
                        <a:t>website</a:t>
                      </a:r>
                      <a:endParaRPr lang="en-GB" sz="1000" b="0" i="0" u="none" strike="noStrike" cap="none">
                        <a:solidFill>
                          <a:srgbClr val="191919"/>
                        </a:solidFill>
                        <a:effectLst/>
                        <a:latin typeface="IBM Plex Sans" panose="020B0503050203000203" pitchFamily="34" charset="0"/>
                        <a:ea typeface="+mn-ea"/>
                        <a:cs typeface="+mn-cs"/>
                        <a:sym typeface="Arial"/>
                      </a:endParaRPr>
                    </a:p>
                  </a:txBody>
                  <a:tcPr marL="117800" marR="11780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3934326346"/>
                  </a:ext>
                </a:extLst>
              </a:tr>
              <a:tr h="320040">
                <a:tc>
                  <a:txBody>
                    <a:bodyPr/>
                    <a:lstStyle/>
                    <a:p>
                      <a:pPr marR="0" lvl="0" algn="l" rtl="0">
                        <a:lnSpc>
                          <a:spcPts val="1050"/>
                        </a:lnSpc>
                        <a:spcBef>
                          <a:spcPts val="0"/>
                        </a:spcBef>
                        <a:spcAft>
                          <a:spcPts val="0"/>
                        </a:spcAft>
                        <a:buClr>
                          <a:srgbClr val="000000"/>
                        </a:buClr>
                        <a:buFont typeface="Arial"/>
                        <a:buNone/>
                      </a:pPr>
                      <a:r>
                        <a:rPr lang="en-GB" sz="1000" b="0" i="0" u="none" strike="noStrike" cap="none">
                          <a:solidFill>
                            <a:srgbClr val="191919"/>
                          </a:solidFill>
                          <a:effectLst/>
                          <a:latin typeface="IBM Plex Sans" panose="020B0503050203000203" pitchFamily="34" charset="0"/>
                          <a:ea typeface="+mn-ea"/>
                          <a:cs typeface="+mn-cs"/>
                          <a:sym typeface="Arial"/>
                        </a:rPr>
                        <a:t>Internal</a:t>
                      </a:r>
                    </a:p>
                  </a:txBody>
                  <a:tcPr marL="117800" marR="11780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R="0" lvl="0" algn="l" rtl="0">
                        <a:lnSpc>
                          <a:spcPts val="1050"/>
                        </a:lnSpc>
                        <a:spcBef>
                          <a:spcPts val="0"/>
                        </a:spcBef>
                        <a:spcAft>
                          <a:spcPts val="0"/>
                        </a:spcAft>
                        <a:buClr>
                          <a:srgbClr val="000000"/>
                        </a:buClr>
                        <a:buFont typeface="Arial"/>
                        <a:buNone/>
                      </a:pPr>
                      <a:r>
                        <a:rPr lang="en-GB" sz="1000" b="0" i="0" u="none" strike="noStrike" cap="none">
                          <a:solidFill>
                            <a:srgbClr val="191919"/>
                          </a:solidFill>
                          <a:effectLst/>
                          <a:latin typeface="IBM Plex Sans" panose="020B0503050203000203" pitchFamily="34" charset="0"/>
                          <a:ea typeface="+mn-ea"/>
                          <a:cs typeface="+mn-cs"/>
                          <a:sym typeface="Arial"/>
                        </a:rPr>
                        <a:t>Business data used internally by employees or partners which has limited sensitivity. Disclosure of this information could cause minor reputational/operational harm to the organization E.g. Project management records, internal documentation</a:t>
                      </a:r>
                    </a:p>
                  </a:txBody>
                  <a:tcPr marL="117800" marR="11780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144364679"/>
                  </a:ext>
                </a:extLst>
              </a:tr>
              <a:tr h="320040">
                <a:tc>
                  <a:txBody>
                    <a:bodyPr/>
                    <a:lstStyle/>
                    <a:p>
                      <a:pPr marR="0" lvl="0" algn="l" rtl="0">
                        <a:lnSpc>
                          <a:spcPts val="1050"/>
                        </a:lnSpc>
                        <a:spcBef>
                          <a:spcPts val="0"/>
                        </a:spcBef>
                        <a:spcAft>
                          <a:spcPts val="0"/>
                        </a:spcAft>
                        <a:buClr>
                          <a:srgbClr val="000000"/>
                        </a:buClr>
                        <a:buFont typeface="Arial"/>
                        <a:buNone/>
                      </a:pPr>
                      <a:r>
                        <a:rPr lang="en-GB" sz="1000" b="0" i="0" u="none" strike="noStrike" cap="none">
                          <a:solidFill>
                            <a:srgbClr val="191919"/>
                          </a:solidFill>
                          <a:effectLst/>
                          <a:latin typeface="IBM Plex Sans" panose="020B0503050203000203" pitchFamily="34" charset="0"/>
                          <a:ea typeface="+mn-ea"/>
                          <a:cs typeface="+mn-cs"/>
                          <a:sym typeface="Arial"/>
                        </a:rPr>
                        <a:t>Confidential</a:t>
                      </a:r>
                    </a:p>
                  </a:txBody>
                  <a:tcPr marL="117800" marR="11780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R="0" lvl="0" algn="l" rtl="0">
                        <a:lnSpc>
                          <a:spcPts val="1050"/>
                        </a:lnSpc>
                        <a:spcBef>
                          <a:spcPts val="0"/>
                        </a:spcBef>
                        <a:spcAft>
                          <a:spcPts val="0"/>
                        </a:spcAft>
                        <a:buClr>
                          <a:srgbClr val="000000"/>
                        </a:buClr>
                        <a:buFont typeface="Arial"/>
                        <a:buNone/>
                      </a:pPr>
                      <a:r>
                        <a:rPr lang="en-GB" sz="1000" b="0" i="0" u="none" strike="noStrike" cap="none">
                          <a:solidFill>
                            <a:srgbClr val="191919"/>
                          </a:solidFill>
                          <a:effectLst/>
                          <a:latin typeface="IBM Plex Sans" panose="020B0503050203000203" pitchFamily="34" charset="0"/>
                          <a:ea typeface="+mn-ea"/>
                          <a:cs typeface="+mn-cs"/>
                          <a:sym typeface="Arial"/>
                        </a:rPr>
                        <a:t>Information that is restricted to authorized people only. Disclosure could cause financial, legal, and or reputational damage to the organization. E.G. Application source code, architecture documentation, non-public contracts</a:t>
                      </a:r>
                    </a:p>
                  </a:txBody>
                  <a:tcPr marL="117800" marR="11780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3731140391"/>
                  </a:ext>
                </a:extLst>
              </a:tr>
              <a:tr h="320040">
                <a:tc>
                  <a:txBody>
                    <a:bodyPr/>
                    <a:lstStyle/>
                    <a:p>
                      <a:pPr marR="0" lvl="0" algn="l" rtl="0">
                        <a:lnSpc>
                          <a:spcPts val="1050"/>
                        </a:lnSpc>
                        <a:spcBef>
                          <a:spcPts val="0"/>
                        </a:spcBef>
                        <a:spcAft>
                          <a:spcPts val="0"/>
                        </a:spcAft>
                        <a:buClr>
                          <a:srgbClr val="000000"/>
                        </a:buClr>
                        <a:buFont typeface="Arial"/>
                        <a:buNone/>
                      </a:pPr>
                      <a:r>
                        <a:rPr lang="en-GB" sz="1000" b="0" i="0" u="none" strike="noStrike" cap="none">
                          <a:solidFill>
                            <a:srgbClr val="191919"/>
                          </a:solidFill>
                          <a:effectLst/>
                          <a:latin typeface="IBM Plex Sans" panose="020B0503050203000203" pitchFamily="34" charset="0"/>
                          <a:ea typeface="+mn-ea"/>
                          <a:cs typeface="+mn-cs"/>
                          <a:sym typeface="Arial"/>
                        </a:rPr>
                        <a:t>Highly Confidential</a:t>
                      </a:r>
                    </a:p>
                  </a:txBody>
                  <a:tcPr marL="117800" marR="11780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R="0" lvl="0" algn="l" rtl="0">
                        <a:lnSpc>
                          <a:spcPts val="1050"/>
                        </a:lnSpc>
                        <a:spcBef>
                          <a:spcPts val="0"/>
                        </a:spcBef>
                        <a:spcAft>
                          <a:spcPts val="0"/>
                        </a:spcAft>
                        <a:buClr>
                          <a:srgbClr val="000000"/>
                        </a:buClr>
                        <a:buFont typeface="Arial"/>
                        <a:buNone/>
                      </a:pPr>
                      <a:r>
                        <a:rPr lang="en-GB" sz="1000" b="0" i="0" u="none" strike="noStrike" cap="none">
                          <a:solidFill>
                            <a:srgbClr val="191919"/>
                          </a:solidFill>
                          <a:effectLst/>
                          <a:latin typeface="IBM Plex Sans" panose="020B0503050203000203" pitchFamily="34" charset="0"/>
                          <a:ea typeface="+mn-ea"/>
                          <a:cs typeface="+mn-cs"/>
                          <a:sym typeface="Arial"/>
                        </a:rPr>
                        <a:t>Information that is critical and disclosure could lead to severe financial loss, possible regulatory penalties (legal), and or reputational damage. E.G. Customer financial details, PII, sales partner financial history, fraud check results</a:t>
                      </a:r>
                    </a:p>
                  </a:txBody>
                  <a:tcPr marL="117800" marR="11780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2038855442"/>
                  </a:ext>
                </a:extLst>
              </a:tr>
            </a:tbl>
          </a:graphicData>
        </a:graphic>
      </p:graphicFrame>
      <p:sp>
        <p:nvSpPr>
          <p:cNvPr id="5" name="Google Shape;240;p31">
            <a:extLst>
              <a:ext uri="{FF2B5EF4-FFF2-40B4-BE49-F238E27FC236}">
                <a16:creationId xmlns:a16="http://schemas.microsoft.com/office/drawing/2014/main" id="{E88174B7-F3AD-3F5F-7E41-32E85C56D789}"/>
              </a:ext>
            </a:extLst>
          </p:cNvPr>
          <p:cNvSpPr txBox="1">
            <a:spLocks/>
          </p:cNvSpPr>
          <p:nvPr/>
        </p:nvSpPr>
        <p:spPr>
          <a:xfrm>
            <a:off x="643800" y="784645"/>
            <a:ext cx="1807300" cy="420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2pPr>
            <a:lvl3pPr marR="0" lvl="2"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3pPr>
            <a:lvl4pPr marR="0" lvl="3"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4pPr>
            <a:lvl5pPr marR="0" lvl="4"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5pPr>
            <a:lvl6pPr marR="0" lvl="5"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6pPr>
            <a:lvl7pPr marR="0" lvl="6"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7pPr>
            <a:lvl8pPr marR="0" lvl="7"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8pPr>
            <a:lvl9pPr marR="0" lvl="8"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9pPr>
          </a:lstStyle>
          <a:p>
            <a:r>
              <a:rPr lang="en-GB" sz="1600" i="1">
                <a:solidFill>
                  <a:schemeClr val="tx1">
                    <a:lumMod val="75000"/>
                    <a:lumOff val="25000"/>
                  </a:schemeClr>
                </a:solidFill>
              </a:rPr>
              <a:t>Confidentiality</a:t>
            </a:r>
          </a:p>
        </p:txBody>
      </p:sp>
      <p:sp>
        <p:nvSpPr>
          <p:cNvPr id="7" name="Title 1">
            <a:extLst>
              <a:ext uri="{FF2B5EF4-FFF2-40B4-BE49-F238E27FC236}">
                <a16:creationId xmlns:a16="http://schemas.microsoft.com/office/drawing/2014/main" id="{A9DB2F53-9ABD-4522-69E5-53BC052D48AF}"/>
              </a:ext>
            </a:extLst>
          </p:cNvPr>
          <p:cNvSpPr txBox="1">
            <a:spLocks/>
          </p:cNvSpPr>
          <p:nvPr/>
        </p:nvSpPr>
        <p:spPr>
          <a:xfrm>
            <a:off x="7888203" y="4772784"/>
            <a:ext cx="995276" cy="15474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2pPr>
            <a:lvl3pPr marR="0" lvl="2"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3pPr>
            <a:lvl4pPr marR="0" lvl="3"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4pPr>
            <a:lvl5pPr marR="0" lvl="4"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5pPr>
            <a:lvl6pPr marR="0" lvl="5"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6pPr>
            <a:lvl7pPr marR="0" lvl="6"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7pPr>
            <a:lvl8pPr marR="0" lvl="7"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8pPr>
            <a:lvl9pPr marR="0" lvl="8"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9pPr>
          </a:lstStyle>
          <a:p>
            <a:r>
              <a:rPr lang="en-GB" sz="900"/>
              <a:t>Onur </a:t>
            </a:r>
            <a:r>
              <a:rPr lang="en-GB" sz="900">
                <a:solidFill>
                  <a:srgbClr val="191919"/>
                </a:solidFill>
              </a:rPr>
              <a:t>Ö</a:t>
            </a:r>
            <a:r>
              <a:rPr lang="en-GB" sz="900"/>
              <a:t>zkara</a:t>
            </a:r>
            <a:endParaRPr lang="en-US" err="1"/>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9">
          <a:extLst>
            <a:ext uri="{FF2B5EF4-FFF2-40B4-BE49-F238E27FC236}">
              <a16:creationId xmlns:a16="http://schemas.microsoft.com/office/drawing/2014/main" id="{A2CCEF8C-7DDC-4337-C797-A3435B7698A8}"/>
            </a:ext>
          </a:extLst>
        </p:cNvPr>
        <p:cNvGrpSpPr/>
        <p:nvPr/>
      </p:nvGrpSpPr>
      <p:grpSpPr>
        <a:xfrm>
          <a:off x="0" y="0"/>
          <a:ext cx="0" cy="0"/>
          <a:chOff x="0" y="0"/>
          <a:chExt cx="0" cy="0"/>
        </a:xfrm>
      </p:grpSpPr>
      <p:sp>
        <p:nvSpPr>
          <p:cNvPr id="240" name="Google Shape;240;p31">
            <a:extLst>
              <a:ext uri="{FF2B5EF4-FFF2-40B4-BE49-F238E27FC236}">
                <a16:creationId xmlns:a16="http://schemas.microsoft.com/office/drawing/2014/main" id="{E038C31E-8587-F260-5BC0-A5B46D90C6DE}"/>
              </a:ext>
            </a:extLst>
          </p:cNvPr>
          <p:cNvSpPr txBox="1">
            <a:spLocks noGrp="1"/>
          </p:cNvSpPr>
          <p:nvPr>
            <p:ph type="title"/>
          </p:nvPr>
        </p:nvSpPr>
        <p:spPr>
          <a:xfrm>
            <a:off x="643800" y="445025"/>
            <a:ext cx="5477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2400" noProof="0"/>
              <a:t>Data Classification Scheme</a:t>
            </a:r>
          </a:p>
        </p:txBody>
      </p:sp>
      <p:sp>
        <p:nvSpPr>
          <p:cNvPr id="5" name="Google Shape;240;p31">
            <a:extLst>
              <a:ext uri="{FF2B5EF4-FFF2-40B4-BE49-F238E27FC236}">
                <a16:creationId xmlns:a16="http://schemas.microsoft.com/office/drawing/2014/main" id="{B613417E-CBB3-B676-AC8D-0F656FCF154E}"/>
              </a:ext>
            </a:extLst>
          </p:cNvPr>
          <p:cNvSpPr txBox="1">
            <a:spLocks/>
          </p:cNvSpPr>
          <p:nvPr/>
        </p:nvSpPr>
        <p:spPr>
          <a:xfrm>
            <a:off x="643800" y="784645"/>
            <a:ext cx="1807300" cy="420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2pPr>
            <a:lvl3pPr marR="0" lvl="2"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3pPr>
            <a:lvl4pPr marR="0" lvl="3"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4pPr>
            <a:lvl5pPr marR="0" lvl="4"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5pPr>
            <a:lvl6pPr marR="0" lvl="5"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6pPr>
            <a:lvl7pPr marR="0" lvl="6"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7pPr>
            <a:lvl8pPr marR="0" lvl="7"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8pPr>
            <a:lvl9pPr marR="0" lvl="8"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9pPr>
          </a:lstStyle>
          <a:p>
            <a:r>
              <a:rPr lang="en-GB" sz="1600" i="1">
                <a:solidFill>
                  <a:schemeClr val="tx1">
                    <a:lumMod val="75000"/>
                    <a:lumOff val="25000"/>
                  </a:schemeClr>
                </a:solidFill>
              </a:rPr>
              <a:t>Integrity</a:t>
            </a:r>
          </a:p>
        </p:txBody>
      </p:sp>
      <p:graphicFrame>
        <p:nvGraphicFramePr>
          <p:cNvPr id="2" name="Content Placeholder 4">
            <a:extLst>
              <a:ext uri="{FF2B5EF4-FFF2-40B4-BE49-F238E27FC236}">
                <a16:creationId xmlns:a16="http://schemas.microsoft.com/office/drawing/2014/main" id="{0E224536-3DF1-660B-0622-8C7B9883664A}"/>
              </a:ext>
            </a:extLst>
          </p:cNvPr>
          <p:cNvGraphicFramePr>
            <a:graphicFrameLocks/>
          </p:cNvGraphicFramePr>
          <p:nvPr>
            <p:extLst>
              <p:ext uri="{D42A27DB-BD31-4B8C-83A1-F6EECF244321}">
                <p14:modId xmlns:p14="http://schemas.microsoft.com/office/powerpoint/2010/main" val="2557729680"/>
              </p:ext>
            </p:extLst>
          </p:nvPr>
        </p:nvGraphicFramePr>
        <p:xfrm>
          <a:off x="363417" y="1796960"/>
          <a:ext cx="7021633" cy="1612900"/>
        </p:xfrm>
        <a:graphic>
          <a:graphicData uri="http://schemas.openxmlformats.org/drawingml/2006/table">
            <a:tbl>
              <a:tblPr firstRow="1" bandRow="1">
                <a:tableStyleId>{BC89EF96-8CEA-46FF-86C4-4CE0E7609802}</a:tableStyleId>
              </a:tblPr>
              <a:tblGrid>
                <a:gridCol w="2010408">
                  <a:extLst>
                    <a:ext uri="{9D8B030D-6E8A-4147-A177-3AD203B41FA5}">
                      <a16:colId xmlns:a16="http://schemas.microsoft.com/office/drawing/2014/main" val="2546538636"/>
                    </a:ext>
                  </a:extLst>
                </a:gridCol>
                <a:gridCol w="5011225">
                  <a:extLst>
                    <a:ext uri="{9D8B030D-6E8A-4147-A177-3AD203B41FA5}">
                      <a16:colId xmlns:a16="http://schemas.microsoft.com/office/drawing/2014/main" val="2347452149"/>
                    </a:ext>
                  </a:extLst>
                </a:gridCol>
              </a:tblGrid>
              <a:tr h="194310">
                <a:tc>
                  <a:txBody>
                    <a:bodyPr/>
                    <a:lstStyle/>
                    <a:p>
                      <a:pPr marR="0" algn="l" rtl="0" fontAlgn="base">
                        <a:lnSpc>
                          <a:spcPct val="100000"/>
                        </a:lnSpc>
                        <a:spcBef>
                          <a:spcPts val="0"/>
                        </a:spcBef>
                        <a:spcAft>
                          <a:spcPts val="0"/>
                        </a:spcAft>
                        <a:buClr>
                          <a:srgbClr val="000000"/>
                        </a:buClr>
                        <a:buFont typeface="Arial"/>
                        <a:buNone/>
                      </a:pPr>
                      <a:r>
                        <a:rPr lang="en-GB" sz="1000" b="1" i="0" u="none" strike="noStrike" cap="none">
                          <a:solidFill>
                            <a:schemeClr val="tx1"/>
                          </a:solidFill>
                          <a:latin typeface="IBM Plex Sans" panose="020B0503050203000203" pitchFamily="34" charset="0"/>
                          <a:ea typeface="+mn-ea"/>
                          <a:cs typeface="+mn-cs"/>
                          <a:sym typeface="Arial"/>
                        </a:rPr>
                        <a:t>Data Classification</a:t>
                      </a:r>
                    </a:p>
                  </a:txBody>
                  <a:tcPr marL="117800" marR="11780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lumMod val="85000"/>
                      </a:schemeClr>
                    </a:solidFill>
                  </a:tcPr>
                </a:tc>
                <a:tc>
                  <a:txBody>
                    <a:bodyPr/>
                    <a:lstStyle/>
                    <a:p>
                      <a:pPr marR="0" algn="l" rtl="0" fontAlgn="base">
                        <a:lnSpc>
                          <a:spcPct val="100000"/>
                        </a:lnSpc>
                        <a:spcBef>
                          <a:spcPts val="0"/>
                        </a:spcBef>
                        <a:spcAft>
                          <a:spcPts val="0"/>
                        </a:spcAft>
                        <a:buClr>
                          <a:srgbClr val="000000"/>
                        </a:buClr>
                        <a:buFont typeface="Arial"/>
                        <a:buNone/>
                      </a:pPr>
                      <a:r>
                        <a:rPr lang="en-GB" sz="1000" b="1" i="0" u="none" strike="noStrike" cap="none">
                          <a:solidFill>
                            <a:schemeClr val="tx1"/>
                          </a:solidFill>
                          <a:latin typeface="IBM Plex Sans" panose="020B0503050203000203" pitchFamily="34" charset="0"/>
                          <a:ea typeface="+mn-ea"/>
                          <a:cs typeface="+mn-cs"/>
                          <a:sym typeface="Arial"/>
                        </a:rPr>
                        <a:t>Description</a:t>
                      </a:r>
                    </a:p>
                  </a:txBody>
                  <a:tcPr marL="117800" marR="11780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373111738"/>
                  </a:ext>
                </a:extLst>
              </a:tr>
              <a:tr h="194310">
                <a:tc>
                  <a:txBody>
                    <a:bodyPr/>
                    <a:lstStyle/>
                    <a:p>
                      <a:pPr marR="0" lvl="0" algn="l" rtl="0">
                        <a:lnSpc>
                          <a:spcPts val="1050"/>
                        </a:lnSpc>
                        <a:spcBef>
                          <a:spcPts val="0"/>
                        </a:spcBef>
                        <a:spcAft>
                          <a:spcPts val="0"/>
                        </a:spcAft>
                        <a:buClr>
                          <a:srgbClr val="000000"/>
                        </a:buClr>
                        <a:buFont typeface="Arial"/>
                        <a:buNone/>
                      </a:pPr>
                      <a:r>
                        <a:rPr lang="en-GB" sz="1000" b="0" i="0" u="none" strike="noStrike" cap="none">
                          <a:solidFill>
                            <a:srgbClr val="191919"/>
                          </a:solidFill>
                          <a:effectLst/>
                          <a:latin typeface="IBM Plex Sans" panose="020B0503050203000203" pitchFamily="34" charset="0"/>
                          <a:ea typeface="+mn-ea"/>
                          <a:cs typeface="+mn-cs"/>
                          <a:sym typeface="Arial"/>
                        </a:rPr>
                        <a:t>Low Risk</a:t>
                      </a:r>
                    </a:p>
                  </a:txBody>
                  <a:tcPr marL="117800" marR="11780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R="0" lvl="0" algn="l" rtl="0">
                        <a:lnSpc>
                          <a:spcPts val="1050"/>
                        </a:lnSpc>
                        <a:spcBef>
                          <a:spcPts val="0"/>
                        </a:spcBef>
                        <a:spcAft>
                          <a:spcPts val="0"/>
                        </a:spcAft>
                        <a:buClr>
                          <a:srgbClr val="000000"/>
                        </a:buClr>
                        <a:buFont typeface="Arial"/>
                        <a:buNone/>
                      </a:pPr>
                      <a:r>
                        <a:rPr lang="en-GB" sz="1000" b="0" i="0" u="none" strike="noStrike" cap="none">
                          <a:solidFill>
                            <a:srgbClr val="191919"/>
                          </a:solidFill>
                          <a:effectLst/>
                          <a:latin typeface="IBM Plex Sans" panose="020B0503050203000203" pitchFamily="34" charset="0"/>
                          <a:ea typeface="+mn-ea"/>
                          <a:cs typeface="+mn-cs"/>
                          <a:sym typeface="Arial"/>
                        </a:rPr>
                        <a:t>Data that if modified would have a minimal impact on the organization. E.G. </a:t>
                      </a:r>
                    </a:p>
                  </a:txBody>
                  <a:tcPr marL="117800" marR="11780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3934326346"/>
                  </a:ext>
                </a:extLst>
              </a:tr>
              <a:tr h="320040">
                <a:tc>
                  <a:txBody>
                    <a:bodyPr/>
                    <a:lstStyle/>
                    <a:p>
                      <a:pPr marR="0" lvl="0" algn="l" rtl="0">
                        <a:lnSpc>
                          <a:spcPts val="1050"/>
                        </a:lnSpc>
                        <a:spcBef>
                          <a:spcPts val="0"/>
                        </a:spcBef>
                        <a:spcAft>
                          <a:spcPts val="0"/>
                        </a:spcAft>
                        <a:buClr>
                          <a:srgbClr val="000000"/>
                        </a:buClr>
                        <a:buFont typeface="Arial"/>
                        <a:buNone/>
                      </a:pPr>
                      <a:r>
                        <a:rPr lang="en-GB" sz="1000" b="0" i="0" u="none" strike="noStrike" cap="none">
                          <a:solidFill>
                            <a:srgbClr val="191919"/>
                          </a:solidFill>
                          <a:effectLst/>
                          <a:latin typeface="IBM Plex Sans" panose="020B0503050203000203" pitchFamily="34" charset="0"/>
                          <a:ea typeface="+mn-ea"/>
                          <a:cs typeface="+mn-cs"/>
                          <a:sym typeface="Arial"/>
                        </a:rPr>
                        <a:t>Moderate Risk</a:t>
                      </a:r>
                    </a:p>
                  </a:txBody>
                  <a:tcPr marL="117800" marR="11780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R="0" lvl="0" algn="l" rtl="0">
                        <a:lnSpc>
                          <a:spcPts val="1050"/>
                        </a:lnSpc>
                        <a:spcBef>
                          <a:spcPts val="0"/>
                        </a:spcBef>
                        <a:spcAft>
                          <a:spcPts val="0"/>
                        </a:spcAft>
                        <a:buClr>
                          <a:srgbClr val="000000"/>
                        </a:buClr>
                        <a:buFont typeface="Arial"/>
                        <a:buNone/>
                      </a:pPr>
                      <a:r>
                        <a:rPr lang="en-GB" sz="1000" b="0" i="0" u="none" strike="noStrike" cap="none">
                          <a:solidFill>
                            <a:srgbClr val="191919"/>
                          </a:solidFill>
                          <a:effectLst/>
                          <a:latin typeface="IBM Plex Sans" panose="020B0503050203000203" pitchFamily="34" charset="0"/>
                          <a:ea typeface="+mn-ea"/>
                          <a:cs typeface="+mn-cs"/>
                          <a:sym typeface="Arial"/>
                        </a:rPr>
                        <a:t>Business data that if its integrity was compromised it would have a moderate impact. E.G. Application log files, metrics of internal projects</a:t>
                      </a:r>
                    </a:p>
                  </a:txBody>
                  <a:tcPr marL="117800" marR="11780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144364679"/>
                  </a:ext>
                </a:extLst>
              </a:tr>
              <a:tr h="320040">
                <a:tc>
                  <a:txBody>
                    <a:bodyPr/>
                    <a:lstStyle/>
                    <a:p>
                      <a:pPr marR="0" lvl="0" algn="l" rtl="0">
                        <a:lnSpc>
                          <a:spcPts val="1050"/>
                        </a:lnSpc>
                        <a:spcBef>
                          <a:spcPts val="0"/>
                        </a:spcBef>
                        <a:spcAft>
                          <a:spcPts val="0"/>
                        </a:spcAft>
                        <a:buClr>
                          <a:srgbClr val="000000"/>
                        </a:buClr>
                        <a:buFont typeface="Arial"/>
                        <a:buNone/>
                      </a:pPr>
                      <a:r>
                        <a:rPr lang="en-GB" sz="1000" b="0" i="0" u="none" strike="noStrike" cap="none">
                          <a:solidFill>
                            <a:srgbClr val="191919"/>
                          </a:solidFill>
                          <a:effectLst/>
                          <a:latin typeface="IBM Plex Sans" panose="020B0503050203000203" pitchFamily="34" charset="0"/>
                          <a:ea typeface="+mn-ea"/>
                          <a:cs typeface="+mn-cs"/>
                          <a:sym typeface="Arial"/>
                        </a:rPr>
                        <a:t>High Risk</a:t>
                      </a:r>
                    </a:p>
                  </a:txBody>
                  <a:tcPr marL="117800" marR="11780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R="0" lvl="0" algn="l" rtl="0">
                        <a:lnSpc>
                          <a:spcPts val="1050"/>
                        </a:lnSpc>
                        <a:spcBef>
                          <a:spcPts val="0"/>
                        </a:spcBef>
                        <a:spcAft>
                          <a:spcPts val="0"/>
                        </a:spcAft>
                        <a:buClr>
                          <a:srgbClr val="000000"/>
                        </a:buClr>
                        <a:buFont typeface="Arial"/>
                        <a:buNone/>
                      </a:pPr>
                      <a:r>
                        <a:rPr lang="en-GB" sz="1000" b="0" i="0" u="none" strike="noStrike" cap="none">
                          <a:solidFill>
                            <a:srgbClr val="191919"/>
                          </a:solidFill>
                          <a:effectLst/>
                          <a:latin typeface="IBM Plex Sans" panose="020B0503050203000203" pitchFamily="34" charset="0"/>
                          <a:ea typeface="+mn-ea"/>
                          <a:cs typeface="+mn-cs"/>
                          <a:sym typeface="Arial"/>
                        </a:rPr>
                        <a:t>Data that if compromised would have a significant impact on the business as this data must be accurate and consistent. E.G. customer data, transaction history, payment gateway records</a:t>
                      </a:r>
                    </a:p>
                  </a:txBody>
                  <a:tcPr marL="117800" marR="11780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3731140391"/>
                  </a:ext>
                </a:extLst>
              </a:tr>
              <a:tr h="320040">
                <a:tc>
                  <a:txBody>
                    <a:bodyPr/>
                    <a:lstStyle/>
                    <a:p>
                      <a:pPr marR="0" lvl="0" algn="l" rtl="0">
                        <a:lnSpc>
                          <a:spcPts val="1050"/>
                        </a:lnSpc>
                        <a:spcBef>
                          <a:spcPts val="0"/>
                        </a:spcBef>
                        <a:spcAft>
                          <a:spcPts val="0"/>
                        </a:spcAft>
                        <a:buClr>
                          <a:srgbClr val="000000"/>
                        </a:buClr>
                        <a:buFont typeface="Arial"/>
                        <a:buNone/>
                      </a:pPr>
                      <a:r>
                        <a:rPr lang="en-GB" sz="1000" b="0" i="0" u="none" strike="noStrike" cap="none">
                          <a:solidFill>
                            <a:srgbClr val="191919"/>
                          </a:solidFill>
                          <a:effectLst/>
                          <a:latin typeface="IBM Plex Sans" panose="020B0503050203000203" pitchFamily="34" charset="0"/>
                          <a:ea typeface="+mn-ea"/>
                          <a:cs typeface="+mn-cs"/>
                          <a:sym typeface="Arial"/>
                        </a:rPr>
                        <a:t>Critical Risk</a:t>
                      </a:r>
                    </a:p>
                  </a:txBody>
                  <a:tcPr marL="117800" marR="11780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R="0" lvl="0" algn="l" rtl="0">
                        <a:lnSpc>
                          <a:spcPts val="1050"/>
                        </a:lnSpc>
                        <a:spcBef>
                          <a:spcPts val="0"/>
                        </a:spcBef>
                        <a:spcAft>
                          <a:spcPts val="0"/>
                        </a:spcAft>
                        <a:buClr>
                          <a:srgbClr val="000000"/>
                        </a:buClr>
                        <a:buFont typeface="Arial"/>
                        <a:buNone/>
                      </a:pPr>
                      <a:r>
                        <a:rPr lang="en-GB" sz="1000" b="0" i="0" u="none" strike="noStrike" cap="none">
                          <a:solidFill>
                            <a:srgbClr val="191919"/>
                          </a:solidFill>
                          <a:effectLst/>
                          <a:latin typeface="IBM Plex Sans" panose="020B0503050203000203" pitchFamily="34" charset="0"/>
                          <a:ea typeface="+mn-ea"/>
                          <a:cs typeface="+mn-cs"/>
                          <a:sym typeface="Arial"/>
                        </a:rPr>
                        <a:t>Data that if compromised would have a critical impact on the organization. E.G. Financial transaction records, audit logs, compliance reports to regulators</a:t>
                      </a:r>
                    </a:p>
                  </a:txBody>
                  <a:tcPr marL="117800" marR="11780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2038855442"/>
                  </a:ext>
                </a:extLst>
              </a:tr>
            </a:tbl>
          </a:graphicData>
        </a:graphic>
      </p:graphicFrame>
      <p:sp>
        <p:nvSpPr>
          <p:cNvPr id="7" name="Title 1">
            <a:extLst>
              <a:ext uri="{FF2B5EF4-FFF2-40B4-BE49-F238E27FC236}">
                <a16:creationId xmlns:a16="http://schemas.microsoft.com/office/drawing/2014/main" id="{79B06F62-6467-794E-6D17-30061107FD43}"/>
              </a:ext>
            </a:extLst>
          </p:cNvPr>
          <p:cNvSpPr txBox="1">
            <a:spLocks/>
          </p:cNvSpPr>
          <p:nvPr/>
        </p:nvSpPr>
        <p:spPr>
          <a:xfrm>
            <a:off x="7888203" y="4772784"/>
            <a:ext cx="995276" cy="15474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2pPr>
            <a:lvl3pPr marR="0" lvl="2"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3pPr>
            <a:lvl4pPr marR="0" lvl="3"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4pPr>
            <a:lvl5pPr marR="0" lvl="4"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5pPr>
            <a:lvl6pPr marR="0" lvl="5"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6pPr>
            <a:lvl7pPr marR="0" lvl="6"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7pPr>
            <a:lvl8pPr marR="0" lvl="7"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8pPr>
            <a:lvl9pPr marR="0" lvl="8"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9pPr>
          </a:lstStyle>
          <a:p>
            <a:r>
              <a:rPr lang="en-GB" sz="900"/>
              <a:t>Onur </a:t>
            </a:r>
            <a:r>
              <a:rPr lang="en-GB" sz="900">
                <a:solidFill>
                  <a:srgbClr val="191919"/>
                </a:solidFill>
              </a:rPr>
              <a:t>Özkara</a:t>
            </a:r>
            <a:endParaRPr lang="en-US" err="1"/>
          </a:p>
        </p:txBody>
      </p:sp>
    </p:spTree>
    <p:extLst>
      <p:ext uri="{BB962C8B-B14F-4D97-AF65-F5344CB8AC3E}">
        <p14:creationId xmlns:p14="http://schemas.microsoft.com/office/powerpoint/2010/main" val="34149851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9">
          <a:extLst>
            <a:ext uri="{FF2B5EF4-FFF2-40B4-BE49-F238E27FC236}">
              <a16:creationId xmlns:a16="http://schemas.microsoft.com/office/drawing/2014/main" id="{E9FFD9BD-22D3-0A14-EB05-A83AA02A15C3}"/>
            </a:ext>
          </a:extLst>
        </p:cNvPr>
        <p:cNvGrpSpPr/>
        <p:nvPr/>
      </p:nvGrpSpPr>
      <p:grpSpPr>
        <a:xfrm>
          <a:off x="0" y="0"/>
          <a:ext cx="0" cy="0"/>
          <a:chOff x="0" y="0"/>
          <a:chExt cx="0" cy="0"/>
        </a:xfrm>
      </p:grpSpPr>
      <p:graphicFrame>
        <p:nvGraphicFramePr>
          <p:cNvPr id="2" name="Content Placeholder 4">
            <a:extLst>
              <a:ext uri="{FF2B5EF4-FFF2-40B4-BE49-F238E27FC236}">
                <a16:creationId xmlns:a16="http://schemas.microsoft.com/office/drawing/2014/main" id="{A7BCF85D-CD68-2ED0-3657-602B7BCF46B1}"/>
              </a:ext>
            </a:extLst>
          </p:cNvPr>
          <p:cNvGraphicFramePr>
            <a:graphicFrameLocks/>
          </p:cNvGraphicFramePr>
          <p:nvPr>
            <p:extLst>
              <p:ext uri="{D42A27DB-BD31-4B8C-83A1-F6EECF244321}">
                <p14:modId xmlns:p14="http://schemas.microsoft.com/office/powerpoint/2010/main" val="3480526062"/>
              </p:ext>
            </p:extLst>
          </p:nvPr>
        </p:nvGraphicFramePr>
        <p:xfrm>
          <a:off x="378071" y="1590056"/>
          <a:ext cx="7034333" cy="2032000"/>
        </p:xfrm>
        <a:graphic>
          <a:graphicData uri="http://schemas.openxmlformats.org/drawingml/2006/table">
            <a:tbl>
              <a:tblPr firstRow="1" bandRow="1">
                <a:tableStyleId>{BC89EF96-8CEA-46FF-86C4-4CE0E7609802}</a:tableStyleId>
              </a:tblPr>
              <a:tblGrid>
                <a:gridCol w="2003226">
                  <a:extLst>
                    <a:ext uri="{9D8B030D-6E8A-4147-A177-3AD203B41FA5}">
                      <a16:colId xmlns:a16="http://schemas.microsoft.com/office/drawing/2014/main" val="2546538636"/>
                    </a:ext>
                  </a:extLst>
                </a:gridCol>
                <a:gridCol w="5031107">
                  <a:extLst>
                    <a:ext uri="{9D8B030D-6E8A-4147-A177-3AD203B41FA5}">
                      <a16:colId xmlns:a16="http://schemas.microsoft.com/office/drawing/2014/main" val="2347452149"/>
                    </a:ext>
                  </a:extLst>
                </a:gridCol>
              </a:tblGrid>
              <a:tr h="194310">
                <a:tc>
                  <a:txBody>
                    <a:bodyPr/>
                    <a:lstStyle/>
                    <a:p>
                      <a:pPr marR="0" algn="l" rtl="0" fontAlgn="base">
                        <a:lnSpc>
                          <a:spcPct val="100000"/>
                        </a:lnSpc>
                        <a:spcBef>
                          <a:spcPts val="0"/>
                        </a:spcBef>
                        <a:spcAft>
                          <a:spcPts val="0"/>
                        </a:spcAft>
                        <a:buClr>
                          <a:srgbClr val="000000"/>
                        </a:buClr>
                        <a:buFont typeface="Arial"/>
                        <a:buNone/>
                      </a:pPr>
                      <a:r>
                        <a:rPr lang="en-GB" sz="1000" b="1" i="0" u="none" strike="noStrike" cap="none">
                          <a:solidFill>
                            <a:schemeClr val="tx1"/>
                          </a:solidFill>
                          <a:latin typeface="IBM Plex Sans" panose="020B0503050203000203" pitchFamily="34" charset="0"/>
                          <a:ea typeface="+mn-ea"/>
                          <a:cs typeface="+mn-cs"/>
                          <a:sym typeface="Arial"/>
                        </a:rPr>
                        <a:t>Data Classification</a:t>
                      </a:r>
                    </a:p>
                  </a:txBody>
                  <a:tcPr marL="117800" marR="11780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lumMod val="85000"/>
                      </a:schemeClr>
                    </a:solidFill>
                  </a:tcPr>
                </a:tc>
                <a:tc>
                  <a:txBody>
                    <a:bodyPr/>
                    <a:lstStyle/>
                    <a:p>
                      <a:pPr marR="0" algn="l" rtl="0" fontAlgn="base">
                        <a:lnSpc>
                          <a:spcPct val="100000"/>
                        </a:lnSpc>
                        <a:spcBef>
                          <a:spcPts val="0"/>
                        </a:spcBef>
                        <a:spcAft>
                          <a:spcPts val="0"/>
                        </a:spcAft>
                        <a:buClr>
                          <a:srgbClr val="000000"/>
                        </a:buClr>
                        <a:buFont typeface="Arial"/>
                        <a:buNone/>
                      </a:pPr>
                      <a:r>
                        <a:rPr lang="en-GB" sz="1000" b="1" i="0" u="none" strike="noStrike" cap="none">
                          <a:solidFill>
                            <a:schemeClr val="tx1"/>
                          </a:solidFill>
                          <a:latin typeface="IBM Plex Sans" panose="020B0503050203000203" pitchFamily="34" charset="0"/>
                          <a:ea typeface="+mn-ea"/>
                          <a:cs typeface="+mn-cs"/>
                          <a:sym typeface="Arial"/>
                        </a:rPr>
                        <a:t>Description</a:t>
                      </a:r>
                    </a:p>
                  </a:txBody>
                  <a:tcPr marL="117800" marR="11780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373111738"/>
                  </a:ext>
                </a:extLst>
              </a:tr>
              <a:tr h="320040">
                <a:tc>
                  <a:txBody>
                    <a:bodyPr/>
                    <a:lstStyle/>
                    <a:p>
                      <a:pPr marR="0" lvl="0" algn="l" rtl="0">
                        <a:lnSpc>
                          <a:spcPts val="1050"/>
                        </a:lnSpc>
                        <a:spcBef>
                          <a:spcPts val="0"/>
                        </a:spcBef>
                        <a:spcAft>
                          <a:spcPts val="0"/>
                        </a:spcAft>
                        <a:buClr>
                          <a:srgbClr val="000000"/>
                        </a:buClr>
                        <a:buFont typeface="Arial"/>
                        <a:buNone/>
                      </a:pPr>
                      <a:r>
                        <a:rPr lang="en-GB" sz="1000" b="0" i="0" u="none" strike="noStrike" cap="none">
                          <a:solidFill>
                            <a:srgbClr val="191919"/>
                          </a:solidFill>
                          <a:effectLst/>
                          <a:latin typeface="IBM Plex Sans" panose="020B0503050203000203" pitchFamily="34" charset="0"/>
                          <a:ea typeface="+mn-ea"/>
                          <a:cs typeface="+mn-cs"/>
                          <a:sym typeface="Arial"/>
                        </a:rPr>
                        <a:t>Category A</a:t>
                      </a:r>
                    </a:p>
                  </a:txBody>
                  <a:tcPr marL="117800" marR="11780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R="0" lvl="0" algn="l" rtl="0">
                        <a:lnSpc>
                          <a:spcPts val="1050"/>
                        </a:lnSpc>
                        <a:spcBef>
                          <a:spcPts val="0"/>
                        </a:spcBef>
                        <a:spcAft>
                          <a:spcPts val="0"/>
                        </a:spcAft>
                        <a:buClr>
                          <a:srgbClr val="000000"/>
                        </a:buClr>
                        <a:buFont typeface="Arial"/>
                        <a:buNone/>
                      </a:pPr>
                      <a:r>
                        <a:rPr lang="en-GB" sz="1000" b="0" i="0" u="none" strike="noStrike" cap="none">
                          <a:solidFill>
                            <a:srgbClr val="191919"/>
                          </a:solidFill>
                          <a:effectLst/>
                          <a:latin typeface="IBM Plex Sans" panose="020B0503050203000203" pitchFamily="34" charset="0"/>
                          <a:ea typeface="+mn-ea"/>
                          <a:cs typeface="+mn-cs"/>
                          <a:sym typeface="Arial"/>
                        </a:rPr>
                        <a:t>Business processes that have a critical impact on the organization if unavailable as it would halt business operations. E.G. Payment gateway, customer database, identity provider</a:t>
                      </a:r>
                    </a:p>
                  </a:txBody>
                  <a:tcPr marL="117800" marR="11780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3934326346"/>
                  </a:ext>
                </a:extLst>
              </a:tr>
              <a:tr h="320040">
                <a:tc>
                  <a:txBody>
                    <a:bodyPr/>
                    <a:lstStyle/>
                    <a:p>
                      <a:pPr marL="0" marR="0" lvl="0" indent="0" algn="l" defTabSz="914474" rtl="0" eaLnBrk="1" fontAlgn="auto" latinLnBrk="0" hangingPunct="1">
                        <a:lnSpc>
                          <a:spcPts val="1050"/>
                        </a:lnSpc>
                        <a:spcBef>
                          <a:spcPts val="0"/>
                        </a:spcBef>
                        <a:spcAft>
                          <a:spcPts val="0"/>
                        </a:spcAft>
                        <a:buClr>
                          <a:srgbClr val="000000"/>
                        </a:buClr>
                        <a:buSzTx/>
                        <a:buFont typeface="Arial"/>
                        <a:buNone/>
                        <a:tabLst/>
                        <a:defRPr/>
                      </a:pPr>
                      <a:r>
                        <a:rPr lang="en-GB" sz="1000" b="0" i="0" u="none" strike="noStrike" cap="none">
                          <a:solidFill>
                            <a:srgbClr val="191919"/>
                          </a:solidFill>
                          <a:effectLst/>
                          <a:latin typeface="IBM Plex Sans" panose="020B0503050203000203" pitchFamily="34" charset="0"/>
                          <a:ea typeface="+mn-ea"/>
                          <a:cs typeface="+mn-cs"/>
                          <a:sym typeface="Arial"/>
                        </a:rPr>
                        <a:t>Category B</a:t>
                      </a:r>
                    </a:p>
                  </a:txBody>
                  <a:tcPr marL="117800" marR="11780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R="0" lvl="0" algn="l" rtl="0">
                        <a:lnSpc>
                          <a:spcPts val="1050"/>
                        </a:lnSpc>
                        <a:spcBef>
                          <a:spcPts val="0"/>
                        </a:spcBef>
                        <a:spcAft>
                          <a:spcPts val="0"/>
                        </a:spcAft>
                        <a:buClr>
                          <a:srgbClr val="000000"/>
                        </a:buClr>
                        <a:buFont typeface="Arial"/>
                        <a:buNone/>
                      </a:pPr>
                      <a:r>
                        <a:rPr lang="en-GB" sz="1000" b="0" i="0" u="none" strike="noStrike" cap="none">
                          <a:solidFill>
                            <a:srgbClr val="191919"/>
                          </a:solidFill>
                          <a:effectLst/>
                          <a:latin typeface="IBM Plex Sans" panose="020B0503050203000203" pitchFamily="34" charset="0"/>
                          <a:ea typeface="+mn-ea"/>
                          <a:cs typeface="+mn-cs"/>
                          <a:sym typeface="Arial"/>
                        </a:rPr>
                        <a:t>Business processes that have a high impact on the operation if unavailable as they are core application components. E.G. API gateway, CRM application, customer support system</a:t>
                      </a:r>
                    </a:p>
                  </a:txBody>
                  <a:tcPr marL="117800" marR="11780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144364679"/>
                  </a:ext>
                </a:extLst>
              </a:tr>
              <a:tr h="320040">
                <a:tc>
                  <a:txBody>
                    <a:bodyPr/>
                    <a:lstStyle/>
                    <a:p>
                      <a:pPr marL="0" marR="0" lvl="0" indent="0" algn="l" defTabSz="914474" rtl="0" eaLnBrk="1" fontAlgn="auto" latinLnBrk="0" hangingPunct="1">
                        <a:lnSpc>
                          <a:spcPts val="1050"/>
                        </a:lnSpc>
                        <a:spcBef>
                          <a:spcPts val="0"/>
                        </a:spcBef>
                        <a:spcAft>
                          <a:spcPts val="0"/>
                        </a:spcAft>
                        <a:buClr>
                          <a:srgbClr val="000000"/>
                        </a:buClr>
                        <a:buSzTx/>
                        <a:buFont typeface="Arial"/>
                        <a:buNone/>
                        <a:tabLst/>
                        <a:defRPr/>
                      </a:pPr>
                      <a:r>
                        <a:rPr lang="en-GB" sz="1000" b="0" i="0" u="none" strike="noStrike" cap="none">
                          <a:solidFill>
                            <a:srgbClr val="191919"/>
                          </a:solidFill>
                          <a:effectLst/>
                          <a:latin typeface="IBM Plex Sans" panose="020B0503050203000203" pitchFamily="34" charset="0"/>
                          <a:ea typeface="+mn-ea"/>
                          <a:cs typeface="+mn-cs"/>
                          <a:sym typeface="Arial"/>
                        </a:rPr>
                        <a:t>Category C</a:t>
                      </a:r>
                    </a:p>
                  </a:txBody>
                  <a:tcPr marL="117800" marR="11780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R="0" lvl="0" algn="l" rtl="0">
                        <a:lnSpc>
                          <a:spcPts val="1050"/>
                        </a:lnSpc>
                        <a:spcBef>
                          <a:spcPts val="0"/>
                        </a:spcBef>
                        <a:spcAft>
                          <a:spcPts val="0"/>
                        </a:spcAft>
                        <a:buClr>
                          <a:srgbClr val="000000"/>
                        </a:buClr>
                        <a:buFont typeface="Arial"/>
                        <a:buNone/>
                      </a:pPr>
                      <a:r>
                        <a:rPr lang="en-GB" sz="1000" b="0" i="0" u="none" strike="noStrike" cap="none">
                          <a:solidFill>
                            <a:srgbClr val="191919"/>
                          </a:solidFill>
                          <a:effectLst/>
                          <a:latin typeface="IBM Plex Sans" panose="020B0503050203000203" pitchFamily="34" charset="0"/>
                          <a:ea typeface="+mn-ea"/>
                          <a:cs typeface="+mn-cs"/>
                          <a:sym typeface="Arial"/>
                        </a:rPr>
                        <a:t>Business processes that have a moderate impact on the organization as they are services that support operations. E.G. CRM test environments, employee remote access, developer tools</a:t>
                      </a:r>
                    </a:p>
                  </a:txBody>
                  <a:tcPr marL="117800" marR="11780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3731140391"/>
                  </a:ext>
                </a:extLst>
              </a:tr>
              <a:tr h="194310">
                <a:tc>
                  <a:txBody>
                    <a:bodyPr/>
                    <a:lstStyle/>
                    <a:p>
                      <a:pPr marL="0" marR="0" lvl="0" indent="0" algn="l" defTabSz="914474" rtl="0" eaLnBrk="1" fontAlgn="auto" latinLnBrk="0" hangingPunct="1">
                        <a:lnSpc>
                          <a:spcPts val="1050"/>
                        </a:lnSpc>
                        <a:spcBef>
                          <a:spcPts val="0"/>
                        </a:spcBef>
                        <a:spcAft>
                          <a:spcPts val="0"/>
                        </a:spcAft>
                        <a:buClr>
                          <a:srgbClr val="000000"/>
                        </a:buClr>
                        <a:buSzTx/>
                        <a:buFont typeface="Arial"/>
                        <a:buNone/>
                        <a:tabLst/>
                        <a:defRPr/>
                      </a:pPr>
                      <a:r>
                        <a:rPr lang="en-GB" sz="1000" b="0" i="0" u="none" strike="noStrike" cap="none">
                          <a:solidFill>
                            <a:srgbClr val="191919"/>
                          </a:solidFill>
                          <a:effectLst/>
                          <a:latin typeface="IBM Plex Sans" panose="020B0503050203000203" pitchFamily="34" charset="0"/>
                          <a:ea typeface="+mn-ea"/>
                          <a:cs typeface="+mn-cs"/>
                          <a:sym typeface="Arial"/>
                        </a:rPr>
                        <a:t>Category D</a:t>
                      </a:r>
                    </a:p>
                  </a:txBody>
                  <a:tcPr marL="117800" marR="11780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R="0" lvl="0" algn="l" rtl="0">
                        <a:lnSpc>
                          <a:spcPts val="1050"/>
                        </a:lnSpc>
                        <a:spcBef>
                          <a:spcPts val="0"/>
                        </a:spcBef>
                        <a:spcAft>
                          <a:spcPts val="0"/>
                        </a:spcAft>
                        <a:buClr>
                          <a:srgbClr val="000000"/>
                        </a:buClr>
                        <a:buFont typeface="Arial"/>
                        <a:buNone/>
                      </a:pPr>
                      <a:r>
                        <a:rPr lang="en-GB" sz="1000" b="0" i="0" u="none" strike="noStrike" cap="none">
                          <a:solidFill>
                            <a:srgbClr val="191919"/>
                          </a:solidFill>
                          <a:effectLst/>
                          <a:latin typeface="IBM Plex Sans" panose="020B0503050203000203" pitchFamily="34" charset="0"/>
                          <a:ea typeface="+mn-ea"/>
                          <a:cs typeface="+mn-cs"/>
                          <a:sym typeface="Arial"/>
                        </a:rPr>
                        <a:t>Business processes that if unavailable would cause minimal disruption to the company. E.G. Chatbot service</a:t>
                      </a:r>
                    </a:p>
                  </a:txBody>
                  <a:tcPr marL="117800" marR="11780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2038855442"/>
                  </a:ext>
                </a:extLst>
              </a:tr>
            </a:tbl>
          </a:graphicData>
        </a:graphic>
      </p:graphicFrame>
      <p:sp>
        <p:nvSpPr>
          <p:cNvPr id="240" name="Google Shape;240;p31">
            <a:extLst>
              <a:ext uri="{FF2B5EF4-FFF2-40B4-BE49-F238E27FC236}">
                <a16:creationId xmlns:a16="http://schemas.microsoft.com/office/drawing/2014/main" id="{C46C9030-8192-1A46-BE42-B5F12EED9F2C}"/>
              </a:ext>
            </a:extLst>
          </p:cNvPr>
          <p:cNvSpPr txBox="1">
            <a:spLocks noGrp="1"/>
          </p:cNvSpPr>
          <p:nvPr>
            <p:ph type="title"/>
          </p:nvPr>
        </p:nvSpPr>
        <p:spPr>
          <a:xfrm>
            <a:off x="643800" y="445025"/>
            <a:ext cx="5477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2400" noProof="0"/>
              <a:t>Data Classification Scheme</a:t>
            </a:r>
          </a:p>
        </p:txBody>
      </p:sp>
      <p:sp>
        <p:nvSpPr>
          <p:cNvPr id="5" name="Google Shape;240;p31">
            <a:extLst>
              <a:ext uri="{FF2B5EF4-FFF2-40B4-BE49-F238E27FC236}">
                <a16:creationId xmlns:a16="http://schemas.microsoft.com/office/drawing/2014/main" id="{C9607411-599E-0C4B-BFB4-692B6698E369}"/>
              </a:ext>
            </a:extLst>
          </p:cNvPr>
          <p:cNvSpPr txBox="1">
            <a:spLocks/>
          </p:cNvSpPr>
          <p:nvPr/>
        </p:nvSpPr>
        <p:spPr>
          <a:xfrm>
            <a:off x="643800" y="784645"/>
            <a:ext cx="1807300" cy="420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2pPr>
            <a:lvl3pPr marR="0" lvl="2"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3pPr>
            <a:lvl4pPr marR="0" lvl="3"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4pPr>
            <a:lvl5pPr marR="0" lvl="4"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5pPr>
            <a:lvl6pPr marR="0" lvl="5"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6pPr>
            <a:lvl7pPr marR="0" lvl="6"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7pPr>
            <a:lvl8pPr marR="0" lvl="7"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8pPr>
            <a:lvl9pPr marR="0" lvl="8"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9pPr>
          </a:lstStyle>
          <a:p>
            <a:r>
              <a:rPr lang="en-GB" sz="1600" i="1">
                <a:solidFill>
                  <a:schemeClr val="tx1">
                    <a:lumMod val="75000"/>
                    <a:lumOff val="25000"/>
                  </a:schemeClr>
                </a:solidFill>
              </a:rPr>
              <a:t>Availability</a:t>
            </a:r>
          </a:p>
        </p:txBody>
      </p:sp>
      <p:sp>
        <p:nvSpPr>
          <p:cNvPr id="7" name="Title 1">
            <a:extLst>
              <a:ext uri="{FF2B5EF4-FFF2-40B4-BE49-F238E27FC236}">
                <a16:creationId xmlns:a16="http://schemas.microsoft.com/office/drawing/2014/main" id="{4B17206C-3B6C-677C-FBA3-4B1991BF037D}"/>
              </a:ext>
            </a:extLst>
          </p:cNvPr>
          <p:cNvSpPr txBox="1">
            <a:spLocks/>
          </p:cNvSpPr>
          <p:nvPr/>
        </p:nvSpPr>
        <p:spPr>
          <a:xfrm>
            <a:off x="7888203" y="4772784"/>
            <a:ext cx="995276" cy="15474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2pPr>
            <a:lvl3pPr marR="0" lvl="2"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3pPr>
            <a:lvl4pPr marR="0" lvl="3"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4pPr>
            <a:lvl5pPr marR="0" lvl="4"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5pPr>
            <a:lvl6pPr marR="0" lvl="5"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6pPr>
            <a:lvl7pPr marR="0" lvl="6"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7pPr>
            <a:lvl8pPr marR="0" lvl="7"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8pPr>
            <a:lvl9pPr marR="0" lvl="8"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9pPr>
          </a:lstStyle>
          <a:p>
            <a:r>
              <a:rPr lang="en-GB" sz="900"/>
              <a:t>Onur </a:t>
            </a:r>
            <a:r>
              <a:rPr lang="en-GB" sz="900">
                <a:solidFill>
                  <a:srgbClr val="191919"/>
                </a:solidFill>
              </a:rPr>
              <a:t>Ö</a:t>
            </a:r>
            <a:r>
              <a:rPr lang="en-GB" sz="900"/>
              <a:t>zkara</a:t>
            </a:r>
            <a:endParaRPr lang="en-US" err="1"/>
          </a:p>
        </p:txBody>
      </p:sp>
    </p:spTree>
    <p:extLst>
      <p:ext uri="{BB962C8B-B14F-4D97-AF65-F5344CB8AC3E}">
        <p14:creationId xmlns:p14="http://schemas.microsoft.com/office/powerpoint/2010/main" val="18202496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9">
          <a:extLst>
            <a:ext uri="{FF2B5EF4-FFF2-40B4-BE49-F238E27FC236}">
              <a16:creationId xmlns:a16="http://schemas.microsoft.com/office/drawing/2014/main" id="{453B373C-EF67-EBBF-C401-D8B639809ED7}"/>
            </a:ext>
          </a:extLst>
        </p:cNvPr>
        <p:cNvGrpSpPr/>
        <p:nvPr/>
      </p:nvGrpSpPr>
      <p:grpSpPr>
        <a:xfrm>
          <a:off x="0" y="0"/>
          <a:ext cx="0" cy="0"/>
          <a:chOff x="0" y="0"/>
          <a:chExt cx="0" cy="0"/>
        </a:xfrm>
      </p:grpSpPr>
      <p:sp>
        <p:nvSpPr>
          <p:cNvPr id="240" name="Google Shape;240;p31">
            <a:extLst>
              <a:ext uri="{FF2B5EF4-FFF2-40B4-BE49-F238E27FC236}">
                <a16:creationId xmlns:a16="http://schemas.microsoft.com/office/drawing/2014/main" id="{2D42C488-6701-590F-5413-D398253D3CA8}"/>
              </a:ext>
            </a:extLst>
          </p:cNvPr>
          <p:cNvSpPr txBox="1">
            <a:spLocks noGrp="1"/>
          </p:cNvSpPr>
          <p:nvPr>
            <p:ph type="title"/>
          </p:nvPr>
        </p:nvSpPr>
        <p:spPr>
          <a:xfrm>
            <a:off x="643800" y="445025"/>
            <a:ext cx="5477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2400" noProof="0"/>
              <a:t>Asset Inventory</a:t>
            </a:r>
          </a:p>
        </p:txBody>
      </p:sp>
      <p:graphicFrame>
        <p:nvGraphicFramePr>
          <p:cNvPr id="3" name="Content Placeholder 4">
            <a:extLst>
              <a:ext uri="{FF2B5EF4-FFF2-40B4-BE49-F238E27FC236}">
                <a16:creationId xmlns:a16="http://schemas.microsoft.com/office/drawing/2014/main" id="{B6F3EB66-D5AD-2028-FEA3-0C53AF96F26E}"/>
              </a:ext>
            </a:extLst>
          </p:cNvPr>
          <p:cNvGraphicFramePr>
            <a:graphicFrameLocks/>
          </p:cNvGraphicFramePr>
          <p:nvPr>
            <p:extLst>
              <p:ext uri="{D42A27DB-BD31-4B8C-83A1-F6EECF244321}">
                <p14:modId xmlns:p14="http://schemas.microsoft.com/office/powerpoint/2010/main" val="1765338771"/>
              </p:ext>
            </p:extLst>
          </p:nvPr>
        </p:nvGraphicFramePr>
        <p:xfrm>
          <a:off x="391614" y="1399859"/>
          <a:ext cx="7034333" cy="2361347"/>
        </p:xfrm>
        <a:graphic>
          <a:graphicData uri="http://schemas.openxmlformats.org/drawingml/2006/table">
            <a:tbl>
              <a:tblPr firstRow="1" bandRow="1">
                <a:tableStyleId>{BC89EF96-8CEA-46FF-86C4-4CE0E7609802}</a:tableStyleId>
              </a:tblPr>
              <a:tblGrid>
                <a:gridCol w="2044451">
                  <a:extLst>
                    <a:ext uri="{9D8B030D-6E8A-4147-A177-3AD203B41FA5}">
                      <a16:colId xmlns:a16="http://schemas.microsoft.com/office/drawing/2014/main" val="2546538636"/>
                    </a:ext>
                  </a:extLst>
                </a:gridCol>
                <a:gridCol w="1460500">
                  <a:extLst>
                    <a:ext uri="{9D8B030D-6E8A-4147-A177-3AD203B41FA5}">
                      <a16:colId xmlns:a16="http://schemas.microsoft.com/office/drawing/2014/main" val="2347452149"/>
                    </a:ext>
                  </a:extLst>
                </a:gridCol>
                <a:gridCol w="1609499">
                  <a:extLst>
                    <a:ext uri="{9D8B030D-6E8A-4147-A177-3AD203B41FA5}">
                      <a16:colId xmlns:a16="http://schemas.microsoft.com/office/drawing/2014/main" val="214538106"/>
                    </a:ext>
                  </a:extLst>
                </a:gridCol>
                <a:gridCol w="1919883">
                  <a:extLst>
                    <a:ext uri="{9D8B030D-6E8A-4147-A177-3AD203B41FA5}">
                      <a16:colId xmlns:a16="http://schemas.microsoft.com/office/drawing/2014/main" val="3533624134"/>
                    </a:ext>
                  </a:extLst>
                </a:gridCol>
              </a:tblGrid>
              <a:tr h="248372">
                <a:tc>
                  <a:txBody>
                    <a:bodyPr/>
                    <a:lstStyle/>
                    <a:p>
                      <a:pPr marR="0" algn="l" rtl="0" fontAlgn="base">
                        <a:lnSpc>
                          <a:spcPct val="100000"/>
                        </a:lnSpc>
                        <a:spcBef>
                          <a:spcPts val="0"/>
                        </a:spcBef>
                        <a:spcAft>
                          <a:spcPts val="0"/>
                        </a:spcAft>
                        <a:buClr>
                          <a:srgbClr val="000000"/>
                        </a:buClr>
                        <a:buFont typeface="Arial"/>
                        <a:buNone/>
                      </a:pPr>
                      <a:r>
                        <a:rPr lang="en-GB" sz="1000" b="1" i="0" u="none" strike="noStrike" cap="none">
                          <a:solidFill>
                            <a:schemeClr val="tx1"/>
                          </a:solidFill>
                          <a:latin typeface="IBM Plex Sans" panose="020B0503050203000203" pitchFamily="34" charset="0"/>
                          <a:ea typeface="+mn-ea"/>
                          <a:cs typeface="+mn-cs"/>
                          <a:sym typeface="Arial"/>
                        </a:rPr>
                        <a:t>Data Type</a:t>
                      </a:r>
                    </a:p>
                  </a:txBody>
                  <a:tcPr marL="117800" marR="11780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lumMod val="85000"/>
                      </a:schemeClr>
                    </a:solidFill>
                  </a:tcPr>
                </a:tc>
                <a:tc>
                  <a:txBody>
                    <a:bodyPr/>
                    <a:lstStyle/>
                    <a:p>
                      <a:pPr marR="0" algn="l" rtl="0" fontAlgn="base">
                        <a:lnSpc>
                          <a:spcPct val="100000"/>
                        </a:lnSpc>
                        <a:spcBef>
                          <a:spcPts val="0"/>
                        </a:spcBef>
                        <a:spcAft>
                          <a:spcPts val="0"/>
                        </a:spcAft>
                        <a:buClr>
                          <a:srgbClr val="000000"/>
                        </a:buClr>
                        <a:buFont typeface="Arial"/>
                        <a:buNone/>
                      </a:pPr>
                      <a:r>
                        <a:rPr lang="en-GB" sz="1000" b="1" i="0" u="none" strike="noStrike" cap="none">
                          <a:solidFill>
                            <a:schemeClr val="tx1"/>
                          </a:solidFill>
                          <a:latin typeface="IBM Plex Sans" panose="020B0503050203000203" pitchFamily="34" charset="0"/>
                          <a:ea typeface="+mn-ea"/>
                          <a:cs typeface="+mn-cs"/>
                          <a:sym typeface="Arial"/>
                        </a:rPr>
                        <a:t>Data Fields</a:t>
                      </a:r>
                    </a:p>
                  </a:txBody>
                  <a:tcPr marL="117800" marR="11780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lumMod val="85000"/>
                      </a:schemeClr>
                    </a:solidFill>
                  </a:tcPr>
                </a:tc>
                <a:tc>
                  <a:txBody>
                    <a:bodyPr/>
                    <a:lstStyle/>
                    <a:p>
                      <a:pPr marR="0" algn="l" rtl="0" fontAlgn="base">
                        <a:lnSpc>
                          <a:spcPct val="100000"/>
                        </a:lnSpc>
                        <a:spcBef>
                          <a:spcPts val="0"/>
                        </a:spcBef>
                        <a:spcAft>
                          <a:spcPts val="0"/>
                        </a:spcAft>
                        <a:buClr>
                          <a:srgbClr val="000000"/>
                        </a:buClr>
                        <a:buFont typeface="Arial"/>
                        <a:buNone/>
                      </a:pPr>
                      <a:r>
                        <a:rPr lang="en-GB" sz="1000" b="1" i="0" u="none" strike="noStrike" cap="none">
                          <a:solidFill>
                            <a:schemeClr val="tx1"/>
                          </a:solidFill>
                          <a:latin typeface="IBM Plex Sans" panose="020B0503050203000203" pitchFamily="34" charset="0"/>
                          <a:ea typeface="+mn-ea"/>
                          <a:cs typeface="+mn-cs"/>
                          <a:sym typeface="Arial"/>
                        </a:rPr>
                        <a:t>Data Classification</a:t>
                      </a:r>
                    </a:p>
                  </a:txBody>
                  <a:tcPr marL="117800" marR="11780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lumMod val="85000"/>
                      </a:schemeClr>
                    </a:solidFill>
                  </a:tcPr>
                </a:tc>
                <a:tc>
                  <a:txBody>
                    <a:bodyPr/>
                    <a:lstStyle/>
                    <a:p>
                      <a:pPr marR="0" algn="l" rtl="0" fontAlgn="base">
                        <a:lnSpc>
                          <a:spcPct val="100000"/>
                        </a:lnSpc>
                        <a:spcBef>
                          <a:spcPts val="0"/>
                        </a:spcBef>
                        <a:spcAft>
                          <a:spcPts val="0"/>
                        </a:spcAft>
                        <a:buClr>
                          <a:srgbClr val="000000"/>
                        </a:buClr>
                        <a:buFont typeface="Arial"/>
                        <a:buNone/>
                      </a:pPr>
                      <a:r>
                        <a:rPr lang="en-GB" sz="1000" b="1" i="0" u="none" strike="noStrike" cap="none">
                          <a:solidFill>
                            <a:schemeClr val="tx1"/>
                          </a:solidFill>
                          <a:latin typeface="IBM Plex Sans" panose="020B0503050203000203" pitchFamily="34" charset="0"/>
                          <a:ea typeface="+mn-ea"/>
                          <a:cs typeface="+mn-cs"/>
                          <a:sym typeface="Arial"/>
                        </a:rPr>
                        <a:t>Legal and Regulatory</a:t>
                      </a:r>
                    </a:p>
                  </a:txBody>
                  <a:tcPr marL="117800" marR="11780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373111738"/>
                  </a:ext>
                </a:extLst>
              </a:tr>
              <a:tr h="391115">
                <a:tc>
                  <a:txBody>
                    <a:bodyPr/>
                    <a:lstStyle/>
                    <a:p>
                      <a:pPr marL="0" marR="0" lvl="0" indent="0" algn="l" defTabSz="914474" rtl="0" eaLnBrk="1" fontAlgn="auto" latinLnBrk="0" hangingPunct="1">
                        <a:lnSpc>
                          <a:spcPts val="1050"/>
                        </a:lnSpc>
                        <a:spcBef>
                          <a:spcPts val="0"/>
                        </a:spcBef>
                        <a:spcAft>
                          <a:spcPts val="0"/>
                        </a:spcAft>
                        <a:buClr>
                          <a:srgbClr val="000000"/>
                        </a:buClr>
                        <a:buSzTx/>
                        <a:buFont typeface="Arial"/>
                        <a:buNone/>
                        <a:tabLst/>
                        <a:defRPr/>
                      </a:pPr>
                      <a:r>
                        <a:rPr lang="en-GB" sz="1000" b="0" i="0" u="none" strike="noStrike" cap="none">
                          <a:solidFill>
                            <a:srgbClr val="191919"/>
                          </a:solidFill>
                          <a:effectLst/>
                          <a:latin typeface="IBM Plex Sans" panose="020B0503050203000203" pitchFamily="34" charset="0"/>
                          <a:ea typeface="+mn-ea"/>
                          <a:cs typeface="+mn-cs"/>
                          <a:sym typeface="Arial"/>
                        </a:rPr>
                        <a:t>Identification and Authentication</a:t>
                      </a:r>
                    </a:p>
                  </a:txBody>
                  <a:tcPr marL="117800" marR="11780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L="0" marR="0" lvl="0" indent="0" algn="l" defTabSz="914474" rtl="0" eaLnBrk="1" fontAlgn="auto" latinLnBrk="0" hangingPunct="1">
                        <a:lnSpc>
                          <a:spcPts val="1050"/>
                        </a:lnSpc>
                        <a:spcBef>
                          <a:spcPts val="0"/>
                        </a:spcBef>
                        <a:spcAft>
                          <a:spcPts val="0"/>
                        </a:spcAft>
                        <a:buClr>
                          <a:srgbClr val="000000"/>
                        </a:buClr>
                        <a:buSzTx/>
                        <a:buFont typeface="Arial"/>
                        <a:buNone/>
                        <a:tabLst/>
                        <a:defRPr/>
                      </a:pPr>
                      <a:r>
                        <a:rPr lang="en-GB" sz="1000" b="0" i="0" u="none" strike="noStrike" cap="none">
                          <a:solidFill>
                            <a:srgbClr val="191919"/>
                          </a:solidFill>
                          <a:effectLst/>
                          <a:latin typeface="IBM Plex Sans" panose="020B0503050203000203" pitchFamily="34" charset="0"/>
                          <a:ea typeface="+mn-ea"/>
                          <a:cs typeface="+mn-cs"/>
                          <a:sym typeface="Arial"/>
                        </a:rPr>
                        <a:t>Username</a:t>
                      </a:r>
                    </a:p>
                  </a:txBody>
                  <a:tcPr marL="117800" marR="11780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L="0" marR="0" lvl="0" indent="0" algn="l" defTabSz="914474" rtl="0" eaLnBrk="1" fontAlgn="auto" latinLnBrk="0" hangingPunct="1">
                        <a:lnSpc>
                          <a:spcPts val="1050"/>
                        </a:lnSpc>
                        <a:spcBef>
                          <a:spcPts val="0"/>
                        </a:spcBef>
                        <a:spcAft>
                          <a:spcPts val="0"/>
                        </a:spcAft>
                        <a:buClr>
                          <a:srgbClr val="000000"/>
                        </a:buClr>
                        <a:buSzTx/>
                        <a:buFont typeface="Arial"/>
                        <a:buNone/>
                        <a:tabLst/>
                        <a:defRPr/>
                      </a:pPr>
                      <a:r>
                        <a:rPr lang="en-GB" sz="1000" b="0" i="0" u="none" strike="noStrike" cap="none">
                          <a:solidFill>
                            <a:srgbClr val="191919"/>
                          </a:solidFill>
                          <a:effectLst/>
                          <a:latin typeface="IBM Plex Sans" panose="020B0503050203000203" pitchFamily="34" charset="0"/>
                          <a:ea typeface="+mn-ea"/>
                          <a:cs typeface="+mn-cs"/>
                          <a:sym typeface="Arial"/>
                        </a:rPr>
                        <a:t>Confidential</a:t>
                      </a:r>
                    </a:p>
                  </a:txBody>
                  <a:tcPr marL="117800" marR="11780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L="0" marR="0" lvl="0" indent="0" algn="l" defTabSz="914474" rtl="0" eaLnBrk="1" fontAlgn="auto" latinLnBrk="0" hangingPunct="1">
                        <a:lnSpc>
                          <a:spcPts val="1050"/>
                        </a:lnSpc>
                        <a:spcBef>
                          <a:spcPts val="0"/>
                        </a:spcBef>
                        <a:spcAft>
                          <a:spcPts val="0"/>
                        </a:spcAft>
                        <a:buClr>
                          <a:srgbClr val="000000"/>
                        </a:buClr>
                        <a:buSzTx/>
                        <a:buFont typeface="Arial"/>
                        <a:buNone/>
                        <a:tabLst/>
                        <a:defRPr/>
                      </a:pPr>
                      <a:r>
                        <a:rPr lang="en-GB" sz="1000" b="0" i="0" u="none" strike="noStrike" cap="none">
                          <a:solidFill>
                            <a:srgbClr val="191919"/>
                          </a:solidFill>
                          <a:effectLst/>
                          <a:latin typeface="IBM Plex Sans" panose="020B0503050203000203" pitchFamily="34" charset="0"/>
                          <a:ea typeface="+mn-ea"/>
                          <a:cs typeface="+mn-cs"/>
                          <a:sym typeface="Arial"/>
                        </a:rPr>
                        <a:t>PI</a:t>
                      </a:r>
                    </a:p>
                  </a:txBody>
                  <a:tcPr marL="117800" marR="11780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3934326346"/>
                  </a:ext>
                </a:extLst>
              </a:tr>
              <a:tr h="391115">
                <a:tc>
                  <a:txBody>
                    <a:bodyPr/>
                    <a:lstStyle/>
                    <a:p>
                      <a:pPr marL="0" marR="0" lvl="0" indent="0" algn="l" defTabSz="914474" rtl="0" eaLnBrk="1" fontAlgn="auto" latinLnBrk="0" hangingPunct="1">
                        <a:lnSpc>
                          <a:spcPts val="1050"/>
                        </a:lnSpc>
                        <a:spcBef>
                          <a:spcPts val="0"/>
                        </a:spcBef>
                        <a:spcAft>
                          <a:spcPts val="0"/>
                        </a:spcAft>
                        <a:buClr>
                          <a:srgbClr val="000000"/>
                        </a:buClr>
                        <a:buSzTx/>
                        <a:buFont typeface="Arial"/>
                        <a:buNone/>
                        <a:tabLst/>
                        <a:defRPr/>
                      </a:pPr>
                      <a:r>
                        <a:rPr lang="en-GB" sz="1000" b="0" i="0" u="none" strike="noStrike" cap="none">
                          <a:solidFill>
                            <a:srgbClr val="191919"/>
                          </a:solidFill>
                          <a:effectLst/>
                          <a:latin typeface="IBM Plex Sans" panose="020B0503050203000203" pitchFamily="34" charset="0"/>
                          <a:ea typeface="+mn-ea"/>
                          <a:cs typeface="+mn-cs"/>
                          <a:sym typeface="Arial"/>
                        </a:rPr>
                        <a:t>Identification and Authentication</a:t>
                      </a:r>
                    </a:p>
                  </a:txBody>
                  <a:tcPr marL="117800" marR="11780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L="0" marR="0" lvl="0" indent="0" algn="l" defTabSz="914474" rtl="0" eaLnBrk="1" fontAlgn="auto" latinLnBrk="0" hangingPunct="1">
                        <a:lnSpc>
                          <a:spcPts val="1050"/>
                        </a:lnSpc>
                        <a:spcBef>
                          <a:spcPts val="0"/>
                        </a:spcBef>
                        <a:spcAft>
                          <a:spcPts val="0"/>
                        </a:spcAft>
                        <a:buClr>
                          <a:srgbClr val="000000"/>
                        </a:buClr>
                        <a:buSzTx/>
                        <a:buFont typeface="Arial"/>
                        <a:buNone/>
                        <a:tabLst/>
                        <a:defRPr/>
                      </a:pPr>
                      <a:r>
                        <a:rPr lang="en-GB" sz="1000" b="0" i="0" u="none" strike="noStrike" cap="none">
                          <a:solidFill>
                            <a:srgbClr val="191919"/>
                          </a:solidFill>
                          <a:effectLst/>
                          <a:latin typeface="IBM Plex Sans" panose="020B0503050203000203" pitchFamily="34" charset="0"/>
                          <a:ea typeface="+mn-ea"/>
                          <a:cs typeface="+mn-cs"/>
                          <a:sym typeface="Arial"/>
                        </a:rPr>
                        <a:t>Password</a:t>
                      </a:r>
                    </a:p>
                  </a:txBody>
                  <a:tcPr marL="117800" marR="11780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L="0" marR="0" lvl="0" indent="0" algn="l" defTabSz="914474" rtl="0" eaLnBrk="1" fontAlgn="auto" latinLnBrk="0" hangingPunct="1">
                        <a:lnSpc>
                          <a:spcPts val="1050"/>
                        </a:lnSpc>
                        <a:spcBef>
                          <a:spcPts val="0"/>
                        </a:spcBef>
                        <a:spcAft>
                          <a:spcPts val="0"/>
                        </a:spcAft>
                        <a:buClr>
                          <a:srgbClr val="000000"/>
                        </a:buClr>
                        <a:buSzTx/>
                        <a:buFont typeface="Arial"/>
                        <a:buNone/>
                        <a:tabLst/>
                        <a:defRPr/>
                      </a:pPr>
                      <a:r>
                        <a:rPr lang="en-GB" sz="1000" b="0" i="0" u="none" strike="noStrike" cap="none">
                          <a:solidFill>
                            <a:srgbClr val="191919"/>
                          </a:solidFill>
                          <a:effectLst/>
                          <a:latin typeface="IBM Plex Sans" panose="020B0503050203000203" pitchFamily="34" charset="0"/>
                          <a:ea typeface="+mn-ea"/>
                          <a:cs typeface="+mn-cs"/>
                          <a:sym typeface="Arial"/>
                        </a:rPr>
                        <a:t>Highly Confidential</a:t>
                      </a:r>
                    </a:p>
                  </a:txBody>
                  <a:tcPr marL="117800" marR="11780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L="0" marR="0" lvl="0" indent="0" algn="l" defTabSz="914474" rtl="0" eaLnBrk="1" fontAlgn="auto" latinLnBrk="0" hangingPunct="1">
                        <a:lnSpc>
                          <a:spcPts val="1050"/>
                        </a:lnSpc>
                        <a:spcBef>
                          <a:spcPts val="0"/>
                        </a:spcBef>
                        <a:spcAft>
                          <a:spcPts val="0"/>
                        </a:spcAft>
                        <a:buClr>
                          <a:srgbClr val="000000"/>
                        </a:buClr>
                        <a:buSzTx/>
                        <a:buFont typeface="Arial"/>
                        <a:buNone/>
                        <a:tabLst/>
                        <a:defRPr/>
                      </a:pPr>
                      <a:r>
                        <a:rPr lang="en-GB" sz="1000" b="0" i="0" u="none" strike="noStrike" cap="none">
                          <a:solidFill>
                            <a:srgbClr val="191919"/>
                          </a:solidFill>
                          <a:effectLst/>
                          <a:latin typeface="IBM Plex Sans" panose="020B0503050203000203" pitchFamily="34" charset="0"/>
                          <a:ea typeface="+mn-ea"/>
                          <a:cs typeface="+mn-cs"/>
                          <a:sym typeface="Arial"/>
                        </a:rPr>
                        <a:t>PI</a:t>
                      </a:r>
                    </a:p>
                  </a:txBody>
                  <a:tcPr marL="117800" marR="11780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144364679"/>
                  </a:ext>
                </a:extLst>
              </a:tr>
              <a:tr h="293308">
                <a:tc>
                  <a:txBody>
                    <a:bodyPr/>
                    <a:lstStyle/>
                    <a:p>
                      <a:pPr marL="0" marR="0" lvl="0" indent="0" algn="l" defTabSz="914474" rtl="0" eaLnBrk="1" fontAlgn="auto" latinLnBrk="0" hangingPunct="1">
                        <a:lnSpc>
                          <a:spcPts val="1050"/>
                        </a:lnSpc>
                        <a:spcBef>
                          <a:spcPts val="0"/>
                        </a:spcBef>
                        <a:spcAft>
                          <a:spcPts val="0"/>
                        </a:spcAft>
                        <a:buClr>
                          <a:srgbClr val="000000"/>
                        </a:buClr>
                        <a:buSzTx/>
                        <a:buFont typeface="Arial"/>
                        <a:buNone/>
                        <a:tabLst/>
                        <a:defRPr/>
                      </a:pPr>
                      <a:r>
                        <a:rPr lang="en-GB" sz="1000" b="0" i="0" u="none" strike="noStrike" cap="none">
                          <a:solidFill>
                            <a:srgbClr val="191919"/>
                          </a:solidFill>
                          <a:effectLst/>
                          <a:latin typeface="IBM Plex Sans" panose="020B0503050203000203" pitchFamily="34" charset="0"/>
                          <a:ea typeface="+mn-ea"/>
                          <a:cs typeface="+mn-cs"/>
                          <a:sym typeface="Arial"/>
                        </a:rPr>
                        <a:t>Payment Details</a:t>
                      </a:r>
                    </a:p>
                  </a:txBody>
                  <a:tcPr marL="117800" marR="11780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L="0" marR="0" lvl="0" indent="0" algn="l" defTabSz="914474" rtl="0" eaLnBrk="1" fontAlgn="auto" latinLnBrk="0" hangingPunct="1">
                        <a:lnSpc>
                          <a:spcPts val="1050"/>
                        </a:lnSpc>
                        <a:spcBef>
                          <a:spcPts val="0"/>
                        </a:spcBef>
                        <a:spcAft>
                          <a:spcPts val="0"/>
                        </a:spcAft>
                        <a:buClr>
                          <a:srgbClr val="000000"/>
                        </a:buClr>
                        <a:buSzTx/>
                        <a:buFont typeface="Arial"/>
                        <a:buNone/>
                        <a:tabLst/>
                        <a:defRPr/>
                      </a:pPr>
                      <a:r>
                        <a:rPr lang="en-GB" sz="1000" b="0" i="0" u="none" strike="noStrike" cap="none">
                          <a:solidFill>
                            <a:srgbClr val="191919"/>
                          </a:solidFill>
                          <a:effectLst/>
                          <a:latin typeface="IBM Plex Sans" panose="020B0503050203000203" pitchFamily="34" charset="0"/>
                          <a:ea typeface="+mn-ea"/>
                          <a:cs typeface="+mn-cs"/>
                          <a:sym typeface="Arial"/>
                        </a:rPr>
                        <a:t>Card Name</a:t>
                      </a:r>
                    </a:p>
                  </a:txBody>
                  <a:tcPr marL="117800" marR="11780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L="0" marR="0" lvl="0" indent="0" algn="l" defTabSz="914474" rtl="0" eaLnBrk="1" fontAlgn="auto" latinLnBrk="0" hangingPunct="1">
                        <a:lnSpc>
                          <a:spcPts val="1050"/>
                        </a:lnSpc>
                        <a:spcBef>
                          <a:spcPts val="0"/>
                        </a:spcBef>
                        <a:spcAft>
                          <a:spcPts val="0"/>
                        </a:spcAft>
                        <a:buClr>
                          <a:srgbClr val="000000"/>
                        </a:buClr>
                        <a:buSzTx/>
                        <a:buFont typeface="Arial"/>
                        <a:buNone/>
                        <a:tabLst/>
                        <a:defRPr/>
                      </a:pPr>
                      <a:r>
                        <a:rPr lang="en-GB" sz="1000" b="0" i="0" u="none" strike="noStrike" cap="none">
                          <a:solidFill>
                            <a:srgbClr val="191919"/>
                          </a:solidFill>
                          <a:effectLst/>
                          <a:latin typeface="IBM Plex Sans" panose="020B0503050203000203" pitchFamily="34" charset="0"/>
                          <a:ea typeface="+mn-ea"/>
                          <a:cs typeface="+mn-cs"/>
                          <a:sym typeface="Arial"/>
                        </a:rPr>
                        <a:t>Confidential</a:t>
                      </a:r>
                    </a:p>
                  </a:txBody>
                  <a:tcPr marL="117800" marR="11780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L="0" marR="0" lvl="0" indent="0" algn="l" defTabSz="914474" rtl="0" eaLnBrk="1" fontAlgn="auto" latinLnBrk="0" hangingPunct="1">
                        <a:lnSpc>
                          <a:spcPts val="1050"/>
                        </a:lnSpc>
                        <a:spcBef>
                          <a:spcPts val="0"/>
                        </a:spcBef>
                        <a:spcAft>
                          <a:spcPts val="0"/>
                        </a:spcAft>
                        <a:buClr>
                          <a:srgbClr val="000000"/>
                        </a:buClr>
                        <a:buSzTx/>
                        <a:buFont typeface="Arial"/>
                        <a:buNone/>
                        <a:tabLst/>
                        <a:defRPr/>
                      </a:pPr>
                      <a:r>
                        <a:rPr lang="en-GB" sz="1000" b="0" i="0" u="none" strike="noStrike" cap="none">
                          <a:solidFill>
                            <a:srgbClr val="191919"/>
                          </a:solidFill>
                          <a:effectLst/>
                          <a:latin typeface="IBM Plex Sans" panose="020B0503050203000203" pitchFamily="34" charset="0"/>
                          <a:ea typeface="+mn-ea"/>
                          <a:cs typeface="+mn-cs"/>
                          <a:sym typeface="Arial"/>
                        </a:rPr>
                        <a:t>PI &amp; PCI DSS</a:t>
                      </a:r>
                    </a:p>
                  </a:txBody>
                  <a:tcPr marL="117800" marR="11780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3731140391"/>
                  </a:ext>
                </a:extLst>
              </a:tr>
              <a:tr h="300510">
                <a:tc>
                  <a:txBody>
                    <a:bodyPr/>
                    <a:lstStyle/>
                    <a:p>
                      <a:pPr marL="0" marR="0" lvl="0" indent="0" algn="l" defTabSz="914474" rtl="0" eaLnBrk="1" fontAlgn="auto" latinLnBrk="0" hangingPunct="1">
                        <a:lnSpc>
                          <a:spcPts val="1050"/>
                        </a:lnSpc>
                        <a:spcBef>
                          <a:spcPts val="0"/>
                        </a:spcBef>
                        <a:spcAft>
                          <a:spcPts val="0"/>
                        </a:spcAft>
                        <a:buClr>
                          <a:srgbClr val="000000"/>
                        </a:buClr>
                        <a:buSzTx/>
                        <a:buFont typeface="Arial"/>
                        <a:buNone/>
                        <a:tabLst/>
                        <a:defRPr/>
                      </a:pPr>
                      <a:r>
                        <a:rPr lang="en-GB" sz="1000" b="0" i="0" u="none" strike="noStrike" cap="none">
                          <a:solidFill>
                            <a:srgbClr val="191919"/>
                          </a:solidFill>
                          <a:effectLst/>
                          <a:latin typeface="IBM Plex Sans" panose="020B0503050203000203" pitchFamily="34" charset="0"/>
                          <a:ea typeface="+mn-ea"/>
                          <a:cs typeface="+mn-cs"/>
                          <a:sym typeface="Arial"/>
                        </a:rPr>
                        <a:t>Payment Details</a:t>
                      </a:r>
                    </a:p>
                  </a:txBody>
                  <a:tcPr marL="117800" marR="11780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L="0" marR="0" lvl="0" indent="0" algn="l" defTabSz="914474" rtl="0" eaLnBrk="1" fontAlgn="auto" latinLnBrk="0" hangingPunct="1">
                        <a:lnSpc>
                          <a:spcPts val="1050"/>
                        </a:lnSpc>
                        <a:spcBef>
                          <a:spcPts val="0"/>
                        </a:spcBef>
                        <a:spcAft>
                          <a:spcPts val="0"/>
                        </a:spcAft>
                        <a:buClr>
                          <a:srgbClr val="000000"/>
                        </a:buClr>
                        <a:buSzTx/>
                        <a:buFont typeface="Arial"/>
                        <a:buNone/>
                        <a:tabLst/>
                        <a:defRPr/>
                      </a:pPr>
                      <a:r>
                        <a:rPr lang="en-GB" sz="1000" b="0" i="0" u="none" strike="noStrike" cap="none">
                          <a:solidFill>
                            <a:srgbClr val="191919"/>
                          </a:solidFill>
                          <a:effectLst/>
                          <a:latin typeface="IBM Plex Sans" panose="020B0503050203000203" pitchFamily="34" charset="0"/>
                          <a:ea typeface="+mn-ea"/>
                          <a:cs typeface="+mn-cs"/>
                          <a:sym typeface="Arial"/>
                        </a:rPr>
                        <a:t>Card Number</a:t>
                      </a:r>
                    </a:p>
                  </a:txBody>
                  <a:tcPr marL="117800" marR="11780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L="0" marR="0" lvl="0" indent="0" algn="l" defTabSz="914474" rtl="0" eaLnBrk="1" fontAlgn="auto" latinLnBrk="0" hangingPunct="1">
                        <a:lnSpc>
                          <a:spcPts val="1050"/>
                        </a:lnSpc>
                        <a:spcBef>
                          <a:spcPts val="0"/>
                        </a:spcBef>
                        <a:spcAft>
                          <a:spcPts val="0"/>
                        </a:spcAft>
                        <a:buClr>
                          <a:srgbClr val="000000"/>
                        </a:buClr>
                        <a:buSzTx/>
                        <a:buFont typeface="Arial"/>
                        <a:buNone/>
                        <a:tabLst/>
                        <a:defRPr/>
                      </a:pPr>
                      <a:r>
                        <a:rPr lang="en-GB" sz="1000" b="0" i="0" u="none" strike="noStrike" cap="none">
                          <a:solidFill>
                            <a:srgbClr val="191919"/>
                          </a:solidFill>
                          <a:effectLst/>
                          <a:latin typeface="IBM Plex Sans" panose="020B0503050203000203" pitchFamily="34" charset="0"/>
                          <a:ea typeface="+mn-ea"/>
                          <a:cs typeface="+mn-cs"/>
                          <a:sym typeface="Arial"/>
                        </a:rPr>
                        <a:t>Confidential</a:t>
                      </a:r>
                    </a:p>
                  </a:txBody>
                  <a:tcPr marL="117800" marR="11780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L="0" marR="0" lvl="0" indent="0" algn="l" defTabSz="914474" rtl="0" eaLnBrk="1" fontAlgn="auto" latinLnBrk="0" hangingPunct="1">
                        <a:lnSpc>
                          <a:spcPts val="1050"/>
                        </a:lnSpc>
                        <a:spcBef>
                          <a:spcPts val="0"/>
                        </a:spcBef>
                        <a:spcAft>
                          <a:spcPts val="0"/>
                        </a:spcAft>
                        <a:buClr>
                          <a:srgbClr val="000000"/>
                        </a:buClr>
                        <a:buSzTx/>
                        <a:buFont typeface="Arial"/>
                        <a:buNone/>
                        <a:tabLst/>
                        <a:defRPr/>
                      </a:pPr>
                      <a:r>
                        <a:rPr lang="en-GB" sz="1000" b="0" i="0" u="none" strike="noStrike" cap="none">
                          <a:solidFill>
                            <a:srgbClr val="191919"/>
                          </a:solidFill>
                          <a:effectLst/>
                          <a:latin typeface="IBM Plex Sans" panose="020B0503050203000203" pitchFamily="34" charset="0"/>
                          <a:ea typeface="+mn-ea"/>
                          <a:cs typeface="+mn-cs"/>
                          <a:sym typeface="Arial"/>
                        </a:rPr>
                        <a:t>PCI DSS</a:t>
                      </a:r>
                    </a:p>
                  </a:txBody>
                  <a:tcPr marL="117800" marR="11780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2038855442"/>
                  </a:ext>
                </a:extLst>
              </a:tr>
              <a:tr h="345812">
                <a:tc>
                  <a:txBody>
                    <a:bodyPr/>
                    <a:lstStyle/>
                    <a:p>
                      <a:pPr marL="0" marR="0" lvl="0" indent="0" algn="l" defTabSz="914474" rtl="0" eaLnBrk="1" fontAlgn="auto" latinLnBrk="0" hangingPunct="1">
                        <a:lnSpc>
                          <a:spcPts val="1050"/>
                        </a:lnSpc>
                        <a:spcBef>
                          <a:spcPts val="0"/>
                        </a:spcBef>
                        <a:spcAft>
                          <a:spcPts val="0"/>
                        </a:spcAft>
                        <a:buClr>
                          <a:srgbClr val="000000"/>
                        </a:buClr>
                        <a:buSzTx/>
                        <a:buFont typeface="Arial"/>
                        <a:buNone/>
                        <a:tabLst/>
                        <a:defRPr/>
                      </a:pPr>
                      <a:r>
                        <a:rPr lang="en-GB" sz="1000" b="0" i="0" u="none" strike="noStrike" cap="none">
                          <a:solidFill>
                            <a:srgbClr val="191919"/>
                          </a:solidFill>
                          <a:effectLst/>
                          <a:latin typeface="IBM Plex Sans" panose="020B0503050203000203" pitchFamily="34" charset="0"/>
                          <a:ea typeface="+mn-ea"/>
                          <a:cs typeface="+mn-cs"/>
                          <a:sym typeface="Arial"/>
                        </a:rPr>
                        <a:t>Payment Details</a:t>
                      </a:r>
                    </a:p>
                  </a:txBody>
                  <a:tcPr marL="117800" marR="11780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L="0" marR="0" lvl="0" indent="0" algn="l" defTabSz="914474" rtl="0" eaLnBrk="1" fontAlgn="auto" latinLnBrk="0" hangingPunct="1">
                        <a:lnSpc>
                          <a:spcPts val="1050"/>
                        </a:lnSpc>
                        <a:spcBef>
                          <a:spcPts val="0"/>
                        </a:spcBef>
                        <a:spcAft>
                          <a:spcPts val="0"/>
                        </a:spcAft>
                        <a:buClr>
                          <a:srgbClr val="000000"/>
                        </a:buClr>
                        <a:buSzTx/>
                        <a:buFont typeface="Arial"/>
                        <a:buNone/>
                        <a:tabLst/>
                        <a:defRPr/>
                      </a:pPr>
                      <a:r>
                        <a:rPr lang="en-GB" sz="1000" b="0" i="0" u="none" strike="noStrike" cap="none">
                          <a:solidFill>
                            <a:srgbClr val="191919"/>
                          </a:solidFill>
                          <a:effectLst/>
                          <a:latin typeface="IBM Plex Sans" panose="020B0503050203000203" pitchFamily="34" charset="0"/>
                          <a:ea typeface="+mn-ea"/>
                          <a:cs typeface="+mn-cs"/>
                          <a:sym typeface="Arial"/>
                        </a:rPr>
                        <a:t>Expiry Date</a:t>
                      </a:r>
                    </a:p>
                  </a:txBody>
                  <a:tcPr marL="117800" marR="11780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L="0" marR="0" lvl="0" indent="0" algn="l" defTabSz="914474" rtl="0" eaLnBrk="1" fontAlgn="auto" latinLnBrk="0" hangingPunct="1">
                        <a:lnSpc>
                          <a:spcPts val="1050"/>
                        </a:lnSpc>
                        <a:spcBef>
                          <a:spcPts val="0"/>
                        </a:spcBef>
                        <a:spcAft>
                          <a:spcPts val="0"/>
                        </a:spcAft>
                        <a:buClr>
                          <a:srgbClr val="000000"/>
                        </a:buClr>
                        <a:buSzTx/>
                        <a:buFont typeface="Arial"/>
                        <a:buNone/>
                        <a:tabLst/>
                        <a:defRPr/>
                      </a:pPr>
                      <a:r>
                        <a:rPr lang="en-GB" sz="1000" b="0" i="0" u="none" strike="noStrike" cap="none">
                          <a:solidFill>
                            <a:srgbClr val="191919"/>
                          </a:solidFill>
                          <a:effectLst/>
                          <a:latin typeface="IBM Plex Sans" panose="020B0503050203000203" pitchFamily="34" charset="0"/>
                          <a:ea typeface="+mn-ea"/>
                          <a:cs typeface="+mn-cs"/>
                          <a:sym typeface="Arial"/>
                        </a:rPr>
                        <a:t>Confidential</a:t>
                      </a:r>
                    </a:p>
                  </a:txBody>
                  <a:tcPr marL="117800" marR="11780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L="0" marR="0" lvl="0" indent="0" algn="l" defTabSz="914474" rtl="0" eaLnBrk="1" fontAlgn="auto" latinLnBrk="0" hangingPunct="1">
                        <a:lnSpc>
                          <a:spcPts val="1050"/>
                        </a:lnSpc>
                        <a:spcBef>
                          <a:spcPts val="0"/>
                        </a:spcBef>
                        <a:spcAft>
                          <a:spcPts val="0"/>
                        </a:spcAft>
                        <a:buClr>
                          <a:srgbClr val="000000"/>
                        </a:buClr>
                        <a:buSzTx/>
                        <a:buFont typeface="Arial"/>
                        <a:buNone/>
                        <a:tabLst/>
                        <a:defRPr/>
                      </a:pPr>
                      <a:r>
                        <a:rPr lang="en-GB" sz="1000" b="0" i="0" u="none" strike="noStrike" cap="none">
                          <a:solidFill>
                            <a:srgbClr val="191919"/>
                          </a:solidFill>
                          <a:effectLst/>
                          <a:latin typeface="IBM Plex Sans" panose="020B0503050203000203" pitchFamily="34" charset="0"/>
                          <a:ea typeface="+mn-ea"/>
                          <a:cs typeface="+mn-cs"/>
                          <a:sym typeface="Arial"/>
                        </a:rPr>
                        <a:t>PCI DSS</a:t>
                      </a:r>
                    </a:p>
                  </a:txBody>
                  <a:tcPr marL="117800" marR="11780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262276973"/>
                  </a:ext>
                </a:extLst>
              </a:tr>
              <a:tr h="391115">
                <a:tc>
                  <a:txBody>
                    <a:bodyPr/>
                    <a:lstStyle/>
                    <a:p>
                      <a:pPr marL="0" marR="0" lvl="0" indent="0" algn="l" defTabSz="914474" rtl="0" eaLnBrk="1" fontAlgn="auto" latinLnBrk="0" hangingPunct="1">
                        <a:lnSpc>
                          <a:spcPts val="1050"/>
                        </a:lnSpc>
                        <a:spcBef>
                          <a:spcPts val="0"/>
                        </a:spcBef>
                        <a:spcAft>
                          <a:spcPts val="0"/>
                        </a:spcAft>
                        <a:buClr>
                          <a:srgbClr val="000000"/>
                        </a:buClr>
                        <a:buSzTx/>
                        <a:buFont typeface="Arial"/>
                        <a:buNone/>
                        <a:tabLst/>
                        <a:defRPr/>
                      </a:pPr>
                      <a:r>
                        <a:rPr lang="en-GB" sz="1000" b="0" i="0" u="none" strike="noStrike" cap="none">
                          <a:solidFill>
                            <a:srgbClr val="191919"/>
                          </a:solidFill>
                          <a:effectLst/>
                          <a:latin typeface="IBM Plex Sans" panose="020B0503050203000203" pitchFamily="34" charset="0"/>
                          <a:ea typeface="+mn-ea"/>
                          <a:cs typeface="+mn-cs"/>
                          <a:sym typeface="Arial"/>
                        </a:rPr>
                        <a:t>Payment Transaction</a:t>
                      </a:r>
                    </a:p>
                  </a:txBody>
                  <a:tcPr marL="117800" marR="11780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L="0" marR="0" lvl="0" indent="0" algn="l" defTabSz="914474" rtl="0" eaLnBrk="1" fontAlgn="auto" latinLnBrk="0" hangingPunct="1">
                        <a:lnSpc>
                          <a:spcPts val="1050"/>
                        </a:lnSpc>
                        <a:spcBef>
                          <a:spcPts val="0"/>
                        </a:spcBef>
                        <a:spcAft>
                          <a:spcPts val="0"/>
                        </a:spcAft>
                        <a:buClr>
                          <a:srgbClr val="000000"/>
                        </a:buClr>
                        <a:buSzTx/>
                        <a:buFont typeface="Arial"/>
                        <a:buNone/>
                        <a:tabLst/>
                        <a:defRPr/>
                      </a:pPr>
                      <a:r>
                        <a:rPr lang="en-GB" sz="1000" b="0" i="0" u="none" strike="noStrike" cap="none">
                          <a:solidFill>
                            <a:srgbClr val="191919"/>
                          </a:solidFill>
                          <a:effectLst/>
                          <a:latin typeface="IBM Plex Sans" panose="020B0503050203000203" pitchFamily="34" charset="0"/>
                          <a:ea typeface="+mn-ea"/>
                          <a:cs typeface="+mn-cs"/>
                          <a:sym typeface="Arial"/>
                        </a:rPr>
                        <a:t>Payment Log Event</a:t>
                      </a:r>
                    </a:p>
                  </a:txBody>
                  <a:tcPr marL="117800" marR="11780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L="0" marR="0" lvl="0" indent="0" algn="l" defTabSz="914474" rtl="0" eaLnBrk="1" fontAlgn="auto" latinLnBrk="0" hangingPunct="1">
                        <a:lnSpc>
                          <a:spcPts val="1050"/>
                        </a:lnSpc>
                        <a:spcBef>
                          <a:spcPts val="0"/>
                        </a:spcBef>
                        <a:spcAft>
                          <a:spcPts val="0"/>
                        </a:spcAft>
                        <a:buClr>
                          <a:srgbClr val="000000"/>
                        </a:buClr>
                        <a:buSzTx/>
                        <a:buFont typeface="Arial"/>
                        <a:buNone/>
                        <a:tabLst/>
                        <a:defRPr/>
                      </a:pPr>
                      <a:r>
                        <a:rPr lang="en-GB" sz="1000" b="0" i="0" u="none" strike="noStrike" cap="none">
                          <a:solidFill>
                            <a:srgbClr val="191919"/>
                          </a:solidFill>
                          <a:effectLst/>
                          <a:latin typeface="IBM Plex Sans" panose="020B0503050203000203" pitchFamily="34" charset="0"/>
                          <a:ea typeface="+mn-ea"/>
                          <a:cs typeface="+mn-cs"/>
                          <a:sym typeface="Arial"/>
                        </a:rPr>
                        <a:t>Confidential</a:t>
                      </a:r>
                    </a:p>
                  </a:txBody>
                  <a:tcPr marL="117800" marR="11780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L="0" marR="0" lvl="0" indent="0" algn="l" defTabSz="914474" rtl="0" eaLnBrk="1" fontAlgn="auto" latinLnBrk="0" hangingPunct="1">
                        <a:lnSpc>
                          <a:spcPts val="1050"/>
                        </a:lnSpc>
                        <a:spcBef>
                          <a:spcPts val="0"/>
                        </a:spcBef>
                        <a:spcAft>
                          <a:spcPts val="0"/>
                        </a:spcAft>
                        <a:buClr>
                          <a:srgbClr val="000000"/>
                        </a:buClr>
                        <a:buSzTx/>
                        <a:buFont typeface="Arial"/>
                        <a:buNone/>
                        <a:tabLst/>
                        <a:defRPr/>
                      </a:pPr>
                      <a:r>
                        <a:rPr lang="en-GB" sz="1000" b="0" i="0" u="none" strike="noStrike" cap="none" dirty="0">
                          <a:solidFill>
                            <a:srgbClr val="191919"/>
                          </a:solidFill>
                          <a:effectLst/>
                          <a:latin typeface="IBM Plex Sans" panose="020B0503050203000203" pitchFamily="34" charset="0"/>
                          <a:ea typeface="+mn-ea"/>
                          <a:cs typeface="+mn-cs"/>
                          <a:sym typeface="Arial"/>
                        </a:rPr>
                        <a:t>PCI DSS</a:t>
                      </a:r>
                    </a:p>
                  </a:txBody>
                  <a:tcPr marL="117800" marR="11780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3829639911"/>
                  </a:ext>
                </a:extLst>
              </a:tr>
            </a:tbl>
          </a:graphicData>
        </a:graphic>
      </p:graphicFrame>
      <p:sp>
        <p:nvSpPr>
          <p:cNvPr id="8" name="Title 1">
            <a:extLst>
              <a:ext uri="{FF2B5EF4-FFF2-40B4-BE49-F238E27FC236}">
                <a16:creationId xmlns:a16="http://schemas.microsoft.com/office/drawing/2014/main" id="{AE6CDDC0-52E3-8951-A462-3B03F44DD60C}"/>
              </a:ext>
            </a:extLst>
          </p:cNvPr>
          <p:cNvSpPr txBox="1">
            <a:spLocks/>
          </p:cNvSpPr>
          <p:nvPr/>
        </p:nvSpPr>
        <p:spPr>
          <a:xfrm>
            <a:off x="7888203" y="4772784"/>
            <a:ext cx="995276" cy="15474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2pPr>
            <a:lvl3pPr marR="0" lvl="2"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3pPr>
            <a:lvl4pPr marR="0" lvl="3"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4pPr>
            <a:lvl5pPr marR="0" lvl="4"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5pPr>
            <a:lvl6pPr marR="0" lvl="5"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6pPr>
            <a:lvl7pPr marR="0" lvl="6"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7pPr>
            <a:lvl8pPr marR="0" lvl="7"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8pPr>
            <a:lvl9pPr marR="0" lvl="8"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9pPr>
          </a:lstStyle>
          <a:p>
            <a:r>
              <a:rPr lang="en-GB" sz="900"/>
              <a:t>Onur </a:t>
            </a:r>
            <a:r>
              <a:rPr lang="en-GB" sz="900">
                <a:solidFill>
                  <a:srgbClr val="191919"/>
                </a:solidFill>
              </a:rPr>
              <a:t>Ö</a:t>
            </a:r>
            <a:r>
              <a:rPr lang="en-GB" sz="900"/>
              <a:t>zkara</a:t>
            </a:r>
            <a:endParaRPr lang="en-US" err="1"/>
          </a:p>
        </p:txBody>
      </p:sp>
    </p:spTree>
    <p:extLst>
      <p:ext uri="{BB962C8B-B14F-4D97-AF65-F5344CB8AC3E}">
        <p14:creationId xmlns:p14="http://schemas.microsoft.com/office/powerpoint/2010/main" val="36847682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F8E35-92DE-6F29-7901-18762FBCD6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CAC0AA-B74B-4053-61B1-D9B2E5C42F12}"/>
              </a:ext>
            </a:extLst>
          </p:cNvPr>
          <p:cNvSpPr>
            <a:spLocks noGrp="1"/>
          </p:cNvSpPr>
          <p:nvPr>
            <p:ph type="title"/>
          </p:nvPr>
        </p:nvSpPr>
        <p:spPr/>
        <p:txBody>
          <a:bodyPr/>
          <a:lstStyle/>
          <a:p>
            <a:r>
              <a:rPr lang="en-GB" sz="3600" noProof="0"/>
              <a:t>Component Architecture</a:t>
            </a:r>
          </a:p>
        </p:txBody>
      </p:sp>
      <p:sp>
        <p:nvSpPr>
          <p:cNvPr id="6" name="Title 1">
            <a:extLst>
              <a:ext uri="{FF2B5EF4-FFF2-40B4-BE49-F238E27FC236}">
                <a16:creationId xmlns:a16="http://schemas.microsoft.com/office/drawing/2014/main" id="{848A7DD4-0A3D-AB8F-2382-04BBD226ECBD}"/>
              </a:ext>
            </a:extLst>
          </p:cNvPr>
          <p:cNvSpPr txBox="1">
            <a:spLocks/>
          </p:cNvSpPr>
          <p:nvPr/>
        </p:nvSpPr>
        <p:spPr>
          <a:xfrm>
            <a:off x="7346559" y="4559537"/>
            <a:ext cx="1234111" cy="13768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2pPr>
            <a:lvl3pPr marR="0" lvl="2"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3pPr>
            <a:lvl4pPr marR="0" lvl="3"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4pPr>
            <a:lvl5pPr marR="0" lvl="4"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5pPr>
            <a:lvl6pPr marR="0" lvl="5"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6pPr>
            <a:lvl7pPr marR="0" lvl="6"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7pPr>
            <a:lvl8pPr marR="0" lvl="7"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8pPr>
            <a:lvl9pPr marR="0" lvl="8"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9pPr>
          </a:lstStyle>
          <a:p>
            <a:r>
              <a:rPr lang="en-GB" sz="900"/>
              <a:t>Jasmin Williams</a:t>
            </a:r>
            <a:endParaRPr lang="en-US"/>
          </a:p>
        </p:txBody>
      </p:sp>
    </p:spTree>
    <p:extLst>
      <p:ext uri="{BB962C8B-B14F-4D97-AF65-F5344CB8AC3E}">
        <p14:creationId xmlns:p14="http://schemas.microsoft.com/office/powerpoint/2010/main" val="31820061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AC530-6E36-24F6-8656-B1020A16EAF4}"/>
              </a:ext>
            </a:extLst>
          </p:cNvPr>
          <p:cNvSpPr>
            <a:spLocks noGrp="1"/>
          </p:cNvSpPr>
          <p:nvPr>
            <p:ph type="title"/>
          </p:nvPr>
        </p:nvSpPr>
        <p:spPr/>
        <p:txBody>
          <a:bodyPr/>
          <a:lstStyle/>
          <a:p>
            <a:r>
              <a:rPr lang="en-US"/>
              <a:t>Component Architecture Diagram</a:t>
            </a:r>
            <a:endParaRPr lang="en-BM"/>
          </a:p>
        </p:txBody>
      </p:sp>
      <p:pic>
        <p:nvPicPr>
          <p:cNvPr id="3" name="Picture 2">
            <a:extLst>
              <a:ext uri="{FF2B5EF4-FFF2-40B4-BE49-F238E27FC236}">
                <a16:creationId xmlns:a16="http://schemas.microsoft.com/office/drawing/2014/main" id="{A5A2A747-CE57-29D8-B481-8DA8C2913AF6}"/>
              </a:ext>
            </a:extLst>
          </p:cNvPr>
          <p:cNvPicPr>
            <a:picLocks noChangeAspect="1"/>
          </p:cNvPicPr>
          <p:nvPr/>
        </p:nvPicPr>
        <p:blipFill>
          <a:blip r:embed="rId2"/>
          <a:stretch>
            <a:fillRect/>
          </a:stretch>
        </p:blipFill>
        <p:spPr>
          <a:xfrm>
            <a:off x="7434" y="901703"/>
            <a:ext cx="9144000" cy="3761362"/>
          </a:xfrm>
          <a:prstGeom prst="rect">
            <a:avLst/>
          </a:prstGeom>
        </p:spPr>
      </p:pic>
      <p:sp>
        <p:nvSpPr>
          <p:cNvPr id="10" name="Title 1">
            <a:extLst>
              <a:ext uri="{FF2B5EF4-FFF2-40B4-BE49-F238E27FC236}">
                <a16:creationId xmlns:a16="http://schemas.microsoft.com/office/drawing/2014/main" id="{4E90FD89-8D10-1F80-AABC-E4E0343B6C37}"/>
              </a:ext>
            </a:extLst>
          </p:cNvPr>
          <p:cNvSpPr txBox="1">
            <a:spLocks/>
          </p:cNvSpPr>
          <p:nvPr/>
        </p:nvSpPr>
        <p:spPr>
          <a:xfrm>
            <a:off x="7777316" y="4755724"/>
            <a:ext cx="1234111" cy="13768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2pPr>
            <a:lvl3pPr marR="0" lvl="2"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3pPr>
            <a:lvl4pPr marR="0" lvl="3"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4pPr>
            <a:lvl5pPr marR="0" lvl="4"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5pPr>
            <a:lvl6pPr marR="0" lvl="5"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6pPr>
            <a:lvl7pPr marR="0" lvl="6"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7pPr>
            <a:lvl8pPr marR="0" lvl="7"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8pPr>
            <a:lvl9pPr marR="0" lvl="8"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9pPr>
          </a:lstStyle>
          <a:p>
            <a:r>
              <a:rPr lang="en-GB" sz="900"/>
              <a:t>Jasmin Williams</a:t>
            </a:r>
            <a:endParaRPr lang="en-US"/>
          </a:p>
        </p:txBody>
      </p:sp>
    </p:spTree>
    <p:extLst>
      <p:ext uri="{BB962C8B-B14F-4D97-AF65-F5344CB8AC3E}">
        <p14:creationId xmlns:p14="http://schemas.microsoft.com/office/powerpoint/2010/main" val="2364090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8B128-4CAF-B1C0-5755-8CC486145C40}"/>
              </a:ext>
            </a:extLst>
          </p:cNvPr>
          <p:cNvSpPr>
            <a:spLocks noGrp="1"/>
          </p:cNvSpPr>
          <p:nvPr>
            <p:ph type="title"/>
          </p:nvPr>
        </p:nvSpPr>
        <p:spPr>
          <a:xfrm>
            <a:off x="214902" y="125707"/>
            <a:ext cx="7717500" cy="572700"/>
          </a:xfrm>
        </p:spPr>
        <p:txBody>
          <a:bodyPr/>
          <a:lstStyle/>
          <a:p>
            <a:r>
              <a:rPr lang="en-GB" noProof="0"/>
              <a:t>Threat Risk</a:t>
            </a:r>
          </a:p>
        </p:txBody>
      </p:sp>
      <p:graphicFrame>
        <p:nvGraphicFramePr>
          <p:cNvPr id="3" name="Table 2">
            <a:extLst>
              <a:ext uri="{FF2B5EF4-FFF2-40B4-BE49-F238E27FC236}">
                <a16:creationId xmlns:a16="http://schemas.microsoft.com/office/drawing/2014/main" id="{38758829-0667-E66A-6ED0-D4B8979999F2}"/>
              </a:ext>
            </a:extLst>
          </p:cNvPr>
          <p:cNvGraphicFramePr>
            <a:graphicFrameLocks noGrp="1"/>
          </p:cNvGraphicFramePr>
          <p:nvPr>
            <p:extLst>
              <p:ext uri="{D42A27DB-BD31-4B8C-83A1-F6EECF244321}">
                <p14:modId xmlns:p14="http://schemas.microsoft.com/office/powerpoint/2010/main" val="3082164844"/>
              </p:ext>
            </p:extLst>
          </p:nvPr>
        </p:nvGraphicFramePr>
        <p:xfrm>
          <a:off x="253970" y="672946"/>
          <a:ext cx="8361084" cy="4080872"/>
        </p:xfrm>
        <a:graphic>
          <a:graphicData uri="http://schemas.openxmlformats.org/drawingml/2006/table">
            <a:tbl>
              <a:tblPr firstRow="1" bandRow="1">
                <a:tableStyleId>{5C22544A-7EE6-4342-B048-85BDC9FD1C3A}</a:tableStyleId>
              </a:tblPr>
              <a:tblGrid>
                <a:gridCol w="1028730">
                  <a:extLst>
                    <a:ext uri="{9D8B030D-6E8A-4147-A177-3AD203B41FA5}">
                      <a16:colId xmlns:a16="http://schemas.microsoft.com/office/drawing/2014/main" val="2794204064"/>
                    </a:ext>
                  </a:extLst>
                </a:gridCol>
                <a:gridCol w="1765300">
                  <a:extLst>
                    <a:ext uri="{9D8B030D-6E8A-4147-A177-3AD203B41FA5}">
                      <a16:colId xmlns:a16="http://schemas.microsoft.com/office/drawing/2014/main" val="3001241360"/>
                    </a:ext>
                  </a:extLst>
                </a:gridCol>
                <a:gridCol w="1181100">
                  <a:extLst>
                    <a:ext uri="{9D8B030D-6E8A-4147-A177-3AD203B41FA5}">
                      <a16:colId xmlns:a16="http://schemas.microsoft.com/office/drawing/2014/main" val="2693737673"/>
                    </a:ext>
                  </a:extLst>
                </a:gridCol>
                <a:gridCol w="526221">
                  <a:extLst>
                    <a:ext uri="{9D8B030D-6E8A-4147-A177-3AD203B41FA5}">
                      <a16:colId xmlns:a16="http://schemas.microsoft.com/office/drawing/2014/main" val="4276059986"/>
                    </a:ext>
                  </a:extLst>
                </a:gridCol>
                <a:gridCol w="221803">
                  <a:extLst>
                    <a:ext uri="{9D8B030D-6E8A-4147-A177-3AD203B41FA5}">
                      <a16:colId xmlns:a16="http://schemas.microsoft.com/office/drawing/2014/main" val="3340167697"/>
                    </a:ext>
                  </a:extLst>
                </a:gridCol>
                <a:gridCol w="221803">
                  <a:extLst>
                    <a:ext uri="{9D8B030D-6E8A-4147-A177-3AD203B41FA5}">
                      <a16:colId xmlns:a16="http://schemas.microsoft.com/office/drawing/2014/main" val="2404448318"/>
                    </a:ext>
                  </a:extLst>
                </a:gridCol>
                <a:gridCol w="221803">
                  <a:extLst>
                    <a:ext uri="{9D8B030D-6E8A-4147-A177-3AD203B41FA5}">
                      <a16:colId xmlns:a16="http://schemas.microsoft.com/office/drawing/2014/main" val="3049575979"/>
                    </a:ext>
                  </a:extLst>
                </a:gridCol>
                <a:gridCol w="859725">
                  <a:extLst>
                    <a:ext uri="{9D8B030D-6E8A-4147-A177-3AD203B41FA5}">
                      <a16:colId xmlns:a16="http://schemas.microsoft.com/office/drawing/2014/main" val="2750492318"/>
                    </a:ext>
                  </a:extLst>
                </a:gridCol>
                <a:gridCol w="831891">
                  <a:extLst>
                    <a:ext uri="{9D8B030D-6E8A-4147-A177-3AD203B41FA5}">
                      <a16:colId xmlns:a16="http://schemas.microsoft.com/office/drawing/2014/main" val="599203703"/>
                    </a:ext>
                  </a:extLst>
                </a:gridCol>
                <a:gridCol w="814649">
                  <a:extLst>
                    <a:ext uri="{9D8B030D-6E8A-4147-A177-3AD203B41FA5}">
                      <a16:colId xmlns:a16="http://schemas.microsoft.com/office/drawing/2014/main" val="2107969049"/>
                    </a:ext>
                  </a:extLst>
                </a:gridCol>
                <a:gridCol w="229353">
                  <a:extLst>
                    <a:ext uri="{9D8B030D-6E8A-4147-A177-3AD203B41FA5}">
                      <a16:colId xmlns:a16="http://schemas.microsoft.com/office/drawing/2014/main" val="1198426864"/>
                    </a:ext>
                  </a:extLst>
                </a:gridCol>
                <a:gridCol w="229353">
                  <a:extLst>
                    <a:ext uri="{9D8B030D-6E8A-4147-A177-3AD203B41FA5}">
                      <a16:colId xmlns:a16="http://schemas.microsoft.com/office/drawing/2014/main" val="1544235768"/>
                    </a:ext>
                  </a:extLst>
                </a:gridCol>
                <a:gridCol w="229353">
                  <a:extLst>
                    <a:ext uri="{9D8B030D-6E8A-4147-A177-3AD203B41FA5}">
                      <a16:colId xmlns:a16="http://schemas.microsoft.com/office/drawing/2014/main" val="3905170678"/>
                    </a:ext>
                  </a:extLst>
                </a:gridCol>
              </a:tblGrid>
              <a:tr h="320662">
                <a:tc rowSpan="2">
                  <a:txBody>
                    <a:bodyPr/>
                    <a:lstStyle/>
                    <a:p>
                      <a:pPr algn="ctr">
                        <a:spcAft>
                          <a:spcPts val="0"/>
                        </a:spcAft>
                      </a:pPr>
                      <a:r>
                        <a:rPr lang="en-GB" sz="800" b="1" noProof="0" dirty="0">
                          <a:solidFill>
                            <a:schemeClr val="tx1"/>
                          </a:solidFill>
                          <a:effectLst/>
                          <a:latin typeface="IBM Plex Sans" panose="020B0503050203000203" pitchFamily="34" charset="0"/>
                        </a:rPr>
                        <a:t>Threat Target</a:t>
                      </a:r>
                      <a:endParaRPr lang="en-GB" sz="800" b="1" noProof="0" dirty="0">
                        <a:solidFill>
                          <a:schemeClr val="tx1"/>
                        </a:solidFill>
                        <a:effectLst/>
                        <a:latin typeface="IBM Plex Sans" panose="020B0503050203000203" pitchFamily="34" charset="0"/>
                        <a:ea typeface="Times New Roman" panose="02020603050405020304" pitchFamily="18" charset="0"/>
                        <a:cs typeface="Times New Roman" panose="02020603050405020304" pitchFamily="18" charset="0"/>
                      </a:endParaRPr>
                    </a:p>
                  </a:txBody>
                  <a:tcPr marL="41148" marR="41148" marT="41148" marB="41148" anchor="ctr">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T w="12700" cap="flat" cmpd="sng" algn="ctr">
                      <a:solidFill>
                        <a:srgbClr val="325CBE"/>
                      </a:solidFill>
                      <a:prstDash val="solid"/>
                      <a:round/>
                      <a:headEnd type="none" w="med" len="med"/>
                      <a:tailEnd type="none" w="med" len="med"/>
                    </a:lnT>
                    <a:lnB w="12700" cap="flat" cmpd="sng" algn="ctr">
                      <a:solidFill>
                        <a:srgbClr val="325CBE"/>
                      </a:solidFill>
                      <a:prstDash val="solid"/>
                      <a:round/>
                      <a:headEnd type="none" w="med" len="med"/>
                      <a:tailEnd type="none" w="med" len="med"/>
                    </a:lnB>
                    <a:solidFill>
                      <a:srgbClr val="D4DEF4"/>
                    </a:solidFill>
                  </a:tcPr>
                </a:tc>
                <a:tc rowSpan="2">
                  <a:txBody>
                    <a:bodyPr/>
                    <a:lstStyle/>
                    <a:p>
                      <a:pPr algn="ctr">
                        <a:spcAft>
                          <a:spcPts val="0"/>
                        </a:spcAft>
                      </a:pPr>
                      <a:r>
                        <a:rPr lang="en-GB" sz="800" b="1" noProof="0" dirty="0">
                          <a:solidFill>
                            <a:schemeClr val="tx1"/>
                          </a:solidFill>
                          <a:effectLst/>
                          <a:latin typeface="IBM Plex Sans" panose="020B0503050203000203" pitchFamily="34" charset="0"/>
                        </a:rPr>
                        <a:t>Attack Technique</a:t>
                      </a:r>
                      <a:endParaRPr lang="en-GB" sz="800" b="1" noProof="0" dirty="0">
                        <a:solidFill>
                          <a:schemeClr val="tx1"/>
                        </a:solidFill>
                        <a:effectLst/>
                        <a:latin typeface="IBM Plex Sans" panose="020B0503050203000203" pitchFamily="34" charset="0"/>
                        <a:ea typeface="Times New Roman" panose="02020603050405020304" pitchFamily="18" charset="0"/>
                        <a:cs typeface="Times New Roman" panose="02020603050405020304" pitchFamily="18" charset="0"/>
                      </a:endParaRPr>
                    </a:p>
                  </a:txBody>
                  <a:tcPr marL="41148" marR="41148" marT="41148" marB="41148" anchor="ctr">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T w="12700" cap="flat" cmpd="sng" algn="ctr">
                      <a:solidFill>
                        <a:srgbClr val="325CBE"/>
                      </a:solidFill>
                      <a:prstDash val="solid"/>
                      <a:round/>
                      <a:headEnd type="none" w="med" len="med"/>
                      <a:tailEnd type="none" w="med" len="med"/>
                    </a:lnT>
                    <a:lnB w="12700" cap="flat" cmpd="sng" algn="ctr">
                      <a:solidFill>
                        <a:srgbClr val="325CBE"/>
                      </a:solidFill>
                      <a:prstDash val="solid"/>
                      <a:round/>
                      <a:headEnd type="none" w="med" len="med"/>
                      <a:tailEnd type="none" w="med" len="med"/>
                    </a:lnB>
                    <a:solidFill>
                      <a:srgbClr val="D4DEF4"/>
                    </a:solidFill>
                  </a:tcPr>
                </a:tc>
                <a:tc rowSpan="2">
                  <a:txBody>
                    <a:bodyPr/>
                    <a:lstStyle/>
                    <a:p>
                      <a:pPr algn="ctr">
                        <a:spcAft>
                          <a:spcPts val="0"/>
                        </a:spcAft>
                      </a:pPr>
                      <a:r>
                        <a:rPr lang="en-GB" sz="800" b="1" noProof="0">
                          <a:solidFill>
                            <a:schemeClr val="tx1"/>
                          </a:solidFill>
                          <a:effectLst/>
                          <a:latin typeface="IBM Plex Sans" panose="020B0503050203000203" pitchFamily="34" charset="0"/>
                        </a:rPr>
                        <a:t>Threat Actor</a:t>
                      </a:r>
                      <a:endParaRPr lang="en-GB" sz="800" b="1" noProof="0">
                        <a:solidFill>
                          <a:schemeClr val="tx1"/>
                        </a:solidFill>
                        <a:effectLst/>
                        <a:latin typeface="IBM Plex Sans" panose="020B0503050203000203" pitchFamily="34" charset="0"/>
                        <a:ea typeface="Times New Roman" panose="02020603050405020304" pitchFamily="18" charset="0"/>
                        <a:cs typeface="Times New Roman" panose="02020603050405020304" pitchFamily="18" charset="0"/>
                      </a:endParaRPr>
                    </a:p>
                  </a:txBody>
                  <a:tcPr marL="41148" marR="41148" marT="41148" marB="41148" anchor="ctr">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T w="12700" cap="flat" cmpd="sng" algn="ctr">
                      <a:solidFill>
                        <a:srgbClr val="325CBE"/>
                      </a:solidFill>
                      <a:prstDash val="solid"/>
                      <a:round/>
                      <a:headEnd type="none" w="med" len="med"/>
                      <a:tailEnd type="none" w="med" len="med"/>
                    </a:lnT>
                    <a:lnB w="12700" cap="flat" cmpd="sng" algn="ctr">
                      <a:solidFill>
                        <a:srgbClr val="325CBE"/>
                      </a:solidFill>
                      <a:prstDash val="solid"/>
                      <a:round/>
                      <a:headEnd type="none" w="med" len="med"/>
                      <a:tailEnd type="none" w="med" len="med"/>
                    </a:lnB>
                    <a:solidFill>
                      <a:srgbClr val="D4DEF4"/>
                    </a:solidFill>
                  </a:tcPr>
                </a:tc>
                <a:tc rowSpan="2">
                  <a:txBody>
                    <a:bodyPr/>
                    <a:lstStyle/>
                    <a:p>
                      <a:pPr algn="ctr">
                        <a:spcAft>
                          <a:spcPts val="0"/>
                        </a:spcAft>
                      </a:pPr>
                      <a:r>
                        <a:rPr lang="en-GB" sz="800" b="1" noProof="0">
                          <a:solidFill>
                            <a:schemeClr val="tx1"/>
                          </a:solidFill>
                          <a:effectLst/>
                          <a:latin typeface="IBM Plex Sans" panose="020B0503050203000203" pitchFamily="34" charset="0"/>
                          <a:ea typeface="Times New Roman" panose="02020603050405020304" pitchFamily="18" charset="0"/>
                          <a:cs typeface="Times New Roman"/>
                        </a:rPr>
                        <a:t>STRIDE</a:t>
                      </a:r>
                    </a:p>
                  </a:txBody>
                  <a:tcPr marL="36000" marR="36000" marT="41148" marB="41148" anchor="ctr">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T w="12700" cap="flat" cmpd="sng" algn="ctr">
                      <a:solidFill>
                        <a:srgbClr val="325CBE"/>
                      </a:solidFill>
                      <a:prstDash val="solid"/>
                      <a:round/>
                      <a:headEnd type="none" w="med" len="med"/>
                      <a:tailEnd type="none" w="med" len="med"/>
                    </a:lnT>
                    <a:lnB w="12700" cap="flat" cmpd="sng" algn="ctr">
                      <a:solidFill>
                        <a:srgbClr val="325CBE"/>
                      </a:solidFill>
                      <a:prstDash val="solid"/>
                      <a:round/>
                      <a:headEnd type="none" w="med" len="med"/>
                      <a:tailEnd type="none" w="med" len="med"/>
                    </a:lnB>
                    <a:solidFill>
                      <a:srgbClr val="D4DEF4"/>
                    </a:solidFill>
                  </a:tcPr>
                </a:tc>
                <a:tc gridSpan="3">
                  <a:txBody>
                    <a:bodyPr/>
                    <a:lstStyle/>
                    <a:p>
                      <a:pPr algn="ctr">
                        <a:spcAft>
                          <a:spcPts val="0"/>
                        </a:spcAft>
                      </a:pPr>
                      <a:r>
                        <a:rPr lang="en-GB" sz="800" b="1" noProof="0">
                          <a:solidFill>
                            <a:schemeClr val="tx1"/>
                          </a:solidFill>
                          <a:effectLst/>
                          <a:latin typeface="IBM Plex Sans" panose="020B0503050203000203" pitchFamily="34" charset="0"/>
                          <a:ea typeface="Times New Roman" panose="02020603050405020304" pitchFamily="18" charset="0"/>
                          <a:cs typeface="Times New Roman"/>
                        </a:rPr>
                        <a:t>Inherent Risk</a:t>
                      </a:r>
                    </a:p>
                  </a:txBody>
                  <a:tcPr marL="41148" marR="41148" marT="41148" marB="41148">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T w="12700" cap="flat" cmpd="sng" algn="ctr">
                      <a:solidFill>
                        <a:srgbClr val="325CBE"/>
                      </a:solidFill>
                      <a:prstDash val="solid"/>
                      <a:round/>
                      <a:headEnd type="none" w="med" len="med"/>
                      <a:tailEnd type="none" w="med" len="med"/>
                    </a:lnT>
                    <a:lnB w="12700" cap="flat" cmpd="sng" algn="ctr">
                      <a:solidFill>
                        <a:srgbClr val="325CBE"/>
                      </a:solidFill>
                      <a:prstDash val="solid"/>
                      <a:round/>
                      <a:headEnd type="none" w="med" len="med"/>
                      <a:tailEnd type="none" w="med" len="med"/>
                    </a:lnB>
                    <a:solidFill>
                      <a:srgbClr val="D4DEF4"/>
                    </a:solidFill>
                  </a:tcPr>
                </a:tc>
                <a:tc hMerge="1">
                  <a:txBody>
                    <a:bodyPr/>
                    <a:lstStyle/>
                    <a:p>
                      <a:pPr algn="ctr">
                        <a:spcAft>
                          <a:spcPts val="0"/>
                        </a:spcAft>
                      </a:pPr>
                      <a:endParaRPr lang="da-DK"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54441" marR="54441" marT="0" marB="0">
                    <a:lnL w="12700" cap="flat" cmpd="sng" algn="ctr">
                      <a:solidFill>
                        <a:srgbClr val="325CBE"/>
                      </a:solidFill>
                      <a:prstDash val="solid"/>
                      <a:round/>
                      <a:headEnd type="none" w="med" len="med"/>
                      <a:tailEnd type="none" w="med" len="med"/>
                    </a:lnL>
                  </a:tcPr>
                </a:tc>
                <a:tc hMerge="1">
                  <a:txBody>
                    <a:bodyPr/>
                    <a:lstStyle/>
                    <a:p>
                      <a:pPr algn="ctr">
                        <a:spcAft>
                          <a:spcPts val="0"/>
                        </a:spcAft>
                      </a:pPr>
                      <a:endParaRPr lang="da-DK"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54441" marR="54441" marT="0" marB="0"/>
                </a:tc>
                <a:tc gridSpan="3">
                  <a:txBody>
                    <a:bodyPr/>
                    <a:lstStyle/>
                    <a:p>
                      <a:pPr algn="ctr">
                        <a:spcAft>
                          <a:spcPts val="0"/>
                        </a:spcAft>
                      </a:pPr>
                      <a:r>
                        <a:rPr lang="en-GB" sz="800" b="1" noProof="0">
                          <a:solidFill>
                            <a:schemeClr val="tx1"/>
                          </a:solidFill>
                          <a:effectLst/>
                          <a:latin typeface="IBM Plex Sans" panose="020B0503050203000203" pitchFamily="34" charset="0"/>
                          <a:ea typeface="Times New Roman" panose="02020603050405020304" pitchFamily="18" charset="0"/>
                          <a:cs typeface="Times New Roman"/>
                        </a:rPr>
                        <a:t>Risk Mitigation</a:t>
                      </a:r>
                    </a:p>
                  </a:txBody>
                  <a:tcPr marL="41148" marR="41148" marT="41148" marB="41148" anchor="ctr">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T w="12700" cap="flat" cmpd="sng" algn="ctr">
                      <a:solidFill>
                        <a:srgbClr val="325CBE"/>
                      </a:solidFill>
                      <a:prstDash val="solid"/>
                      <a:round/>
                      <a:headEnd type="none" w="med" len="med"/>
                      <a:tailEnd type="none" w="med" len="med"/>
                    </a:lnT>
                    <a:lnB w="12700" cap="flat" cmpd="sng" algn="ctr">
                      <a:solidFill>
                        <a:srgbClr val="325CBE"/>
                      </a:solidFill>
                      <a:prstDash val="solid"/>
                      <a:round/>
                      <a:headEnd type="none" w="med" len="med"/>
                      <a:tailEnd type="none" w="med" len="med"/>
                    </a:lnB>
                    <a:solidFill>
                      <a:srgbClr val="D4DEF4"/>
                    </a:solidFill>
                  </a:tcPr>
                </a:tc>
                <a:tc hMerge="1">
                  <a:txBody>
                    <a:bodyPr/>
                    <a:lstStyle/>
                    <a:p>
                      <a:pPr algn="ctr">
                        <a:spcAft>
                          <a:spcPts val="0"/>
                        </a:spcAft>
                      </a:pPr>
                      <a:endParaRPr lang="da-DK"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54441" marR="54441" marT="0" marB="0"/>
                </a:tc>
                <a:tc hMerge="1">
                  <a:txBody>
                    <a:bodyPr/>
                    <a:lstStyle/>
                    <a:p>
                      <a:pPr algn="ctr">
                        <a:spcAft>
                          <a:spcPts val="0"/>
                        </a:spcAft>
                      </a:pPr>
                      <a:endParaRPr lang="da-DK"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54441" marR="54441" marT="0" marB="0"/>
                </a:tc>
                <a:tc gridSpan="3">
                  <a:txBody>
                    <a:bodyPr/>
                    <a:lstStyle/>
                    <a:p>
                      <a:pPr algn="ctr">
                        <a:spcAft>
                          <a:spcPts val="0"/>
                        </a:spcAft>
                      </a:pPr>
                      <a:r>
                        <a:rPr lang="en-GB" sz="800" b="1" noProof="0">
                          <a:solidFill>
                            <a:schemeClr val="tx1"/>
                          </a:solidFill>
                          <a:effectLst/>
                          <a:latin typeface="IBM Plex Sans" panose="020B0503050203000203" pitchFamily="34" charset="0"/>
                          <a:ea typeface="Times New Roman" panose="02020603050405020304" pitchFamily="18" charset="0"/>
                          <a:cs typeface="Times New Roman"/>
                        </a:rPr>
                        <a:t>Residual Risk</a:t>
                      </a:r>
                    </a:p>
                  </a:txBody>
                  <a:tcPr marL="41148" marR="41148" marT="41148" marB="41148">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T w="12700" cap="flat" cmpd="sng" algn="ctr">
                      <a:solidFill>
                        <a:srgbClr val="325CBE"/>
                      </a:solidFill>
                      <a:prstDash val="solid"/>
                      <a:round/>
                      <a:headEnd type="none" w="med" len="med"/>
                      <a:tailEnd type="none" w="med" len="med"/>
                    </a:lnT>
                    <a:lnB w="12700" cap="flat" cmpd="sng" algn="ctr">
                      <a:solidFill>
                        <a:srgbClr val="325CBE"/>
                      </a:solidFill>
                      <a:prstDash val="solid"/>
                      <a:round/>
                      <a:headEnd type="none" w="med" len="med"/>
                      <a:tailEnd type="none" w="med" len="med"/>
                    </a:lnB>
                    <a:solidFill>
                      <a:srgbClr val="D4DEF4"/>
                    </a:solidFill>
                  </a:tcPr>
                </a:tc>
                <a:tc hMerge="1">
                  <a:txBody>
                    <a:bodyPr/>
                    <a:lstStyle/>
                    <a:p>
                      <a:pPr algn="ctr">
                        <a:spcAft>
                          <a:spcPts val="0"/>
                        </a:spcAft>
                      </a:pPr>
                      <a:endParaRPr lang="da-DK"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54441" marR="54441" marT="0" marB="0">
                    <a:lnL w="12700" cap="flat" cmpd="sng" algn="ctr">
                      <a:solidFill>
                        <a:srgbClr val="325CBE"/>
                      </a:solidFill>
                      <a:prstDash val="solid"/>
                      <a:round/>
                      <a:headEnd type="none" w="med" len="med"/>
                      <a:tailEnd type="none" w="med" len="med"/>
                    </a:lnL>
                  </a:tcPr>
                </a:tc>
                <a:tc hMerge="1">
                  <a:txBody>
                    <a:bodyPr/>
                    <a:lstStyle/>
                    <a:p>
                      <a:pPr algn="ctr">
                        <a:spcAft>
                          <a:spcPts val="0"/>
                        </a:spcAft>
                      </a:pPr>
                      <a:endParaRPr lang="da-DK"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54441" marR="54441" marT="0" marB="0"/>
                </a:tc>
                <a:extLst>
                  <a:ext uri="{0D108BD9-81ED-4DB2-BD59-A6C34878D82A}">
                    <a16:rowId xmlns:a16="http://schemas.microsoft.com/office/drawing/2014/main" val="2751349883"/>
                  </a:ext>
                </a:extLst>
              </a:tr>
              <a:tr h="728118">
                <a:tc vMerge="1">
                  <a:txBody>
                    <a:bodyPr/>
                    <a:lstStyle/>
                    <a:p>
                      <a:pPr>
                        <a:spcAft>
                          <a:spcPts val="0"/>
                        </a:spcAft>
                      </a:pPr>
                      <a:endParaRPr lang="da-DK"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54441" marR="54441" marT="0" marB="0"/>
                </a:tc>
                <a:tc vMerge="1">
                  <a:txBody>
                    <a:bodyPr/>
                    <a:lstStyle/>
                    <a:p>
                      <a:pPr>
                        <a:spcAft>
                          <a:spcPts val="0"/>
                        </a:spcAft>
                      </a:pPr>
                      <a:endParaRPr lang="da-DK"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54441" marR="54441" marT="0" marB="0"/>
                </a:tc>
                <a:tc vMerge="1">
                  <a:txBody>
                    <a:bodyPr/>
                    <a:lstStyle/>
                    <a:p>
                      <a:pPr algn="ctr">
                        <a:spcAft>
                          <a:spcPts val="0"/>
                        </a:spcAft>
                      </a:pPr>
                      <a:endParaRPr lang="da-DK" sz="800">
                        <a:effectLst/>
                        <a:latin typeface="Verdana" panose="020B0604030504040204" pitchFamily="34" charset="0"/>
                        <a:ea typeface="Times New Roman" panose="02020603050405020304" pitchFamily="18" charset="0"/>
                        <a:cs typeface="Times New Roman" panose="02020603050405020304" pitchFamily="18" charset="0"/>
                      </a:endParaRPr>
                    </a:p>
                  </a:txBody>
                  <a:tcPr marL="54441" marR="54441" marT="0" marB="0"/>
                </a:tc>
                <a:tc vMerge="1">
                  <a:txBody>
                    <a:bodyPr/>
                    <a:lstStyle/>
                    <a:p>
                      <a:endParaRPr lang="en-US"/>
                    </a:p>
                  </a:txBody>
                  <a:tcPr/>
                </a:tc>
                <a:tc>
                  <a:txBody>
                    <a:bodyPr/>
                    <a:lstStyle/>
                    <a:p>
                      <a:pPr marL="0" algn="l" defTabSz="685800" rtl="0" eaLnBrk="1" latinLnBrk="0" hangingPunct="1">
                        <a:spcAft>
                          <a:spcPts val="0"/>
                        </a:spcAft>
                      </a:pPr>
                      <a:r>
                        <a:rPr lang="en-GB" sz="800" b="1" i="0" kern="1200" noProof="0">
                          <a:solidFill>
                            <a:schemeClr val="tx1"/>
                          </a:solidFill>
                          <a:effectLst/>
                          <a:latin typeface="IBM Plex Sans" panose="020B0503050203000203" pitchFamily="34" charset="0"/>
                          <a:cs typeface="Times New Roman"/>
                        </a:rPr>
                        <a:t>Likelihood</a:t>
                      </a:r>
                      <a:endParaRPr lang="en-GB" sz="800" b="1" i="0" kern="1200" noProof="0">
                        <a:solidFill>
                          <a:schemeClr val="tx1"/>
                        </a:solidFill>
                        <a:effectLst/>
                        <a:latin typeface="IBM Plex Sans" panose="020B0503050203000203" pitchFamily="34" charset="0"/>
                        <a:ea typeface="Times New Roman" panose="02020603050405020304" pitchFamily="18" charset="0"/>
                        <a:cs typeface="Times New Roman"/>
                      </a:endParaRPr>
                    </a:p>
                  </a:txBody>
                  <a:tcPr marL="41148" marR="41148" marT="41148" marB="41148" vert="vert270">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T w="12700" cap="flat" cmpd="sng" algn="ctr">
                      <a:solidFill>
                        <a:srgbClr val="325CBE"/>
                      </a:solidFill>
                      <a:prstDash val="solid"/>
                      <a:round/>
                      <a:headEnd type="none" w="med" len="med"/>
                      <a:tailEnd type="none" w="med" len="med"/>
                    </a:lnT>
                    <a:lnB w="12700" cap="flat" cmpd="sng" algn="ctr">
                      <a:solidFill>
                        <a:srgbClr val="325CBE"/>
                      </a:solidFill>
                      <a:prstDash val="solid"/>
                      <a:round/>
                      <a:headEnd type="none" w="med" len="med"/>
                      <a:tailEnd type="none" w="med" len="med"/>
                    </a:lnB>
                    <a:solidFill>
                      <a:srgbClr val="D4DEF4"/>
                    </a:solidFill>
                  </a:tcPr>
                </a:tc>
                <a:tc>
                  <a:txBody>
                    <a:bodyPr/>
                    <a:lstStyle/>
                    <a:p>
                      <a:pPr marL="0" algn="l" defTabSz="685800" rtl="0" eaLnBrk="1" latinLnBrk="0" hangingPunct="1">
                        <a:spcAft>
                          <a:spcPts val="0"/>
                        </a:spcAft>
                      </a:pPr>
                      <a:r>
                        <a:rPr lang="en-GB" sz="800" b="1" kern="1200" noProof="0">
                          <a:solidFill>
                            <a:schemeClr val="tx1"/>
                          </a:solidFill>
                          <a:effectLst/>
                          <a:latin typeface="IBM Plex Sans" panose="020B0503050203000203" pitchFamily="34" charset="0"/>
                          <a:cs typeface="Times New Roman"/>
                        </a:rPr>
                        <a:t>Impact</a:t>
                      </a:r>
                      <a:endParaRPr lang="en-GB" sz="800" b="1" kern="1200" noProof="0">
                        <a:solidFill>
                          <a:schemeClr val="tx1"/>
                        </a:solidFill>
                        <a:effectLst/>
                        <a:latin typeface="IBM Plex Sans" panose="020B0503050203000203" pitchFamily="34" charset="0"/>
                        <a:ea typeface="Times New Roman" panose="02020603050405020304" pitchFamily="18" charset="0"/>
                        <a:cs typeface="Times New Roman"/>
                      </a:endParaRPr>
                    </a:p>
                  </a:txBody>
                  <a:tcPr marL="41148" marR="41148" marT="41148" marB="41148" vert="vert270">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B w="12700" cap="flat" cmpd="sng" algn="ctr">
                      <a:solidFill>
                        <a:srgbClr val="325CBE"/>
                      </a:solidFill>
                      <a:prstDash val="solid"/>
                      <a:round/>
                      <a:headEnd type="none" w="med" len="med"/>
                      <a:tailEnd type="none" w="med" len="med"/>
                    </a:lnB>
                    <a:solidFill>
                      <a:srgbClr val="D4DEF4"/>
                    </a:solidFill>
                  </a:tcPr>
                </a:tc>
                <a:tc>
                  <a:txBody>
                    <a:bodyPr/>
                    <a:lstStyle/>
                    <a:p>
                      <a:pPr marL="0" algn="l" defTabSz="685800" rtl="0" eaLnBrk="1" latinLnBrk="0" hangingPunct="1">
                        <a:spcAft>
                          <a:spcPts val="0"/>
                        </a:spcAft>
                      </a:pPr>
                      <a:r>
                        <a:rPr lang="en-GB" sz="800" b="1" kern="1200" noProof="0">
                          <a:solidFill>
                            <a:schemeClr val="tx1"/>
                          </a:solidFill>
                          <a:effectLst/>
                          <a:latin typeface="IBM Plex Sans" panose="020B0503050203000203" pitchFamily="34" charset="0"/>
                          <a:ea typeface="Times New Roman" panose="02020603050405020304" pitchFamily="18" charset="0"/>
                          <a:cs typeface="Times New Roman"/>
                        </a:rPr>
                        <a:t>Overall Risk</a:t>
                      </a:r>
                    </a:p>
                  </a:txBody>
                  <a:tcPr marL="41148" marR="41148" marT="41148" marB="41148" vert="vert270">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T w="12700" cap="flat" cmpd="sng" algn="ctr">
                      <a:solidFill>
                        <a:srgbClr val="325CBE"/>
                      </a:solidFill>
                      <a:prstDash val="solid"/>
                      <a:round/>
                      <a:headEnd type="none" w="med" len="med"/>
                      <a:tailEnd type="none" w="med" len="med"/>
                    </a:lnT>
                    <a:lnB w="12700" cap="flat" cmpd="sng" algn="ctr">
                      <a:solidFill>
                        <a:srgbClr val="325CBE"/>
                      </a:solidFill>
                      <a:prstDash val="solid"/>
                      <a:round/>
                      <a:headEnd type="none" w="med" len="med"/>
                      <a:tailEnd type="none" w="med" len="med"/>
                    </a:lnB>
                    <a:solidFill>
                      <a:srgbClr val="D4DEF4"/>
                    </a:solidFill>
                  </a:tcPr>
                </a:tc>
                <a:tc>
                  <a:txBody>
                    <a:bodyPr/>
                    <a:lstStyle/>
                    <a:p>
                      <a:pPr marL="0" algn="ctr" defTabSz="685800" rtl="0" eaLnBrk="1" latinLnBrk="0" hangingPunct="1">
                        <a:spcAft>
                          <a:spcPts val="0"/>
                        </a:spcAft>
                      </a:pPr>
                      <a:r>
                        <a:rPr lang="en-GB" sz="800" b="1" kern="1200" noProof="0">
                          <a:solidFill>
                            <a:schemeClr val="tx1"/>
                          </a:solidFill>
                          <a:effectLst/>
                          <a:latin typeface="IBM Plex Sans" panose="020B0503050203000203" pitchFamily="34" charset="0"/>
                          <a:ea typeface="Times New Roman" panose="02020603050405020304" pitchFamily="18" charset="0"/>
                          <a:cs typeface="Times New Roman"/>
                        </a:rPr>
                        <a:t>Preventive</a:t>
                      </a:r>
                    </a:p>
                  </a:txBody>
                  <a:tcPr marL="41148" marR="41148" marT="41148" marB="41148" anchor="ctr">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T w="12700" cap="flat" cmpd="sng" algn="ctr">
                      <a:solidFill>
                        <a:srgbClr val="325CBE"/>
                      </a:solidFill>
                      <a:prstDash val="solid"/>
                      <a:round/>
                      <a:headEnd type="none" w="med" len="med"/>
                      <a:tailEnd type="none" w="med" len="med"/>
                    </a:lnT>
                    <a:lnB w="12700" cap="flat" cmpd="sng" algn="ctr">
                      <a:solidFill>
                        <a:srgbClr val="325CBE"/>
                      </a:solidFill>
                      <a:prstDash val="solid"/>
                      <a:round/>
                      <a:headEnd type="none" w="med" len="med"/>
                      <a:tailEnd type="none" w="med" len="med"/>
                    </a:lnB>
                    <a:solidFill>
                      <a:srgbClr val="D4DEF4"/>
                    </a:solidFill>
                  </a:tcPr>
                </a:tc>
                <a:tc>
                  <a:txBody>
                    <a:bodyPr/>
                    <a:lstStyle/>
                    <a:p>
                      <a:pPr marL="0" algn="ctr" defTabSz="685800" rtl="0" eaLnBrk="1" latinLnBrk="0" hangingPunct="1">
                        <a:spcAft>
                          <a:spcPts val="0"/>
                        </a:spcAft>
                      </a:pPr>
                      <a:r>
                        <a:rPr lang="en-GB" sz="800" b="1" kern="1200" noProof="0">
                          <a:solidFill>
                            <a:schemeClr val="tx1"/>
                          </a:solidFill>
                          <a:effectLst/>
                          <a:latin typeface="IBM Plex Sans" panose="020B0503050203000203" pitchFamily="34" charset="0"/>
                          <a:ea typeface="Times New Roman" panose="02020603050405020304" pitchFamily="18" charset="0"/>
                          <a:cs typeface="Times New Roman"/>
                        </a:rPr>
                        <a:t>Detective</a:t>
                      </a:r>
                    </a:p>
                  </a:txBody>
                  <a:tcPr marL="41148" marR="41148" marT="41148" marB="41148" anchor="ctr">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T w="12700" cap="flat" cmpd="sng" algn="ctr">
                      <a:solidFill>
                        <a:srgbClr val="325CBE"/>
                      </a:solidFill>
                      <a:prstDash val="solid"/>
                      <a:round/>
                      <a:headEnd type="none" w="med" len="med"/>
                      <a:tailEnd type="none" w="med" len="med"/>
                    </a:lnT>
                    <a:lnB w="12700" cap="flat" cmpd="sng" algn="ctr">
                      <a:solidFill>
                        <a:srgbClr val="325CBE"/>
                      </a:solidFill>
                      <a:prstDash val="solid"/>
                      <a:round/>
                      <a:headEnd type="none" w="med" len="med"/>
                      <a:tailEnd type="none" w="med" len="med"/>
                    </a:lnB>
                    <a:solidFill>
                      <a:srgbClr val="D4DEF4"/>
                    </a:solidFill>
                  </a:tcPr>
                </a:tc>
                <a:tc>
                  <a:txBody>
                    <a:bodyPr/>
                    <a:lstStyle/>
                    <a:p>
                      <a:pPr marL="0" algn="ctr" defTabSz="685800" rtl="0" eaLnBrk="1" latinLnBrk="0" hangingPunct="1">
                        <a:spcAft>
                          <a:spcPts val="0"/>
                        </a:spcAft>
                      </a:pPr>
                      <a:r>
                        <a:rPr lang="en-GB" sz="800" b="1" kern="1200" noProof="0">
                          <a:solidFill>
                            <a:schemeClr val="tx1"/>
                          </a:solidFill>
                          <a:effectLst/>
                          <a:latin typeface="IBM Plex Sans" panose="020B0503050203000203" pitchFamily="34" charset="0"/>
                          <a:ea typeface="Times New Roman" panose="02020603050405020304" pitchFamily="18" charset="0"/>
                          <a:cs typeface="Times New Roman"/>
                        </a:rPr>
                        <a:t>Corrective</a:t>
                      </a:r>
                    </a:p>
                  </a:txBody>
                  <a:tcPr marL="41148" marR="41148" marT="41148" marB="41148" anchor="ctr">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T w="12700" cap="flat" cmpd="sng" algn="ctr">
                      <a:solidFill>
                        <a:srgbClr val="325CBE"/>
                      </a:solidFill>
                      <a:prstDash val="solid"/>
                      <a:round/>
                      <a:headEnd type="none" w="med" len="med"/>
                      <a:tailEnd type="none" w="med" len="med"/>
                    </a:lnT>
                    <a:lnB w="12700" cap="flat" cmpd="sng" algn="ctr">
                      <a:solidFill>
                        <a:srgbClr val="325CBE"/>
                      </a:solidFill>
                      <a:prstDash val="solid"/>
                      <a:round/>
                      <a:headEnd type="none" w="med" len="med"/>
                      <a:tailEnd type="none" w="med" len="med"/>
                    </a:lnB>
                    <a:solidFill>
                      <a:srgbClr val="D4DEF4"/>
                    </a:solidFill>
                  </a:tcPr>
                </a:tc>
                <a:tc>
                  <a:txBody>
                    <a:bodyPr/>
                    <a:lstStyle/>
                    <a:p>
                      <a:pPr marL="0" algn="l" defTabSz="685800" rtl="0" eaLnBrk="1" latinLnBrk="0" hangingPunct="1">
                        <a:spcAft>
                          <a:spcPts val="0"/>
                        </a:spcAft>
                      </a:pPr>
                      <a:r>
                        <a:rPr lang="en-GB" sz="800" b="1" kern="1200" noProof="0">
                          <a:solidFill>
                            <a:schemeClr val="tx1"/>
                          </a:solidFill>
                          <a:effectLst/>
                          <a:latin typeface="IBM Plex Sans" panose="020B0503050203000203" pitchFamily="34" charset="0"/>
                          <a:cs typeface="Times New Roman"/>
                        </a:rPr>
                        <a:t>Likelihood</a:t>
                      </a:r>
                      <a:endParaRPr lang="en-GB" sz="800" b="1" kern="1200" noProof="0">
                        <a:solidFill>
                          <a:schemeClr val="tx1"/>
                        </a:solidFill>
                        <a:effectLst/>
                        <a:latin typeface="IBM Plex Sans" panose="020B0503050203000203" pitchFamily="34" charset="0"/>
                        <a:ea typeface="Times New Roman" panose="02020603050405020304" pitchFamily="18" charset="0"/>
                        <a:cs typeface="Times New Roman"/>
                      </a:endParaRPr>
                    </a:p>
                  </a:txBody>
                  <a:tcPr marL="41148" marR="41148" marT="41148" marB="41148" vert="vert270">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T w="12700" cap="flat" cmpd="sng" algn="ctr">
                      <a:solidFill>
                        <a:srgbClr val="325CBE"/>
                      </a:solidFill>
                      <a:prstDash val="solid"/>
                      <a:round/>
                      <a:headEnd type="none" w="med" len="med"/>
                      <a:tailEnd type="none" w="med" len="med"/>
                    </a:lnT>
                    <a:lnB w="12700" cap="flat" cmpd="sng" algn="ctr">
                      <a:solidFill>
                        <a:srgbClr val="325CBE"/>
                      </a:solidFill>
                      <a:prstDash val="solid"/>
                      <a:round/>
                      <a:headEnd type="none" w="med" len="med"/>
                      <a:tailEnd type="none" w="med" len="med"/>
                    </a:lnB>
                    <a:solidFill>
                      <a:srgbClr val="D4DEF4"/>
                    </a:solidFill>
                  </a:tcPr>
                </a:tc>
                <a:tc>
                  <a:txBody>
                    <a:bodyPr/>
                    <a:lstStyle/>
                    <a:p>
                      <a:pPr marL="0" algn="l" defTabSz="685800" rtl="0" eaLnBrk="1" latinLnBrk="0" hangingPunct="1">
                        <a:spcAft>
                          <a:spcPts val="0"/>
                        </a:spcAft>
                      </a:pPr>
                      <a:r>
                        <a:rPr lang="en-GB" sz="800" b="1" kern="1200" noProof="0">
                          <a:solidFill>
                            <a:schemeClr val="tx1"/>
                          </a:solidFill>
                          <a:effectLst/>
                          <a:latin typeface="IBM Plex Sans" panose="020B0503050203000203" pitchFamily="34" charset="0"/>
                          <a:cs typeface="Times New Roman"/>
                        </a:rPr>
                        <a:t>Impact</a:t>
                      </a:r>
                      <a:endParaRPr lang="en-GB" sz="800" b="1" kern="1200" noProof="0">
                        <a:solidFill>
                          <a:schemeClr val="tx1"/>
                        </a:solidFill>
                        <a:effectLst/>
                        <a:latin typeface="IBM Plex Sans" panose="020B0503050203000203" pitchFamily="34" charset="0"/>
                        <a:ea typeface="Times New Roman" panose="02020603050405020304" pitchFamily="18" charset="0"/>
                        <a:cs typeface="Times New Roman"/>
                      </a:endParaRPr>
                    </a:p>
                  </a:txBody>
                  <a:tcPr marL="41148" marR="41148" marT="41148" marB="41148" vert="vert270">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B w="12700" cap="flat" cmpd="sng" algn="ctr">
                      <a:solidFill>
                        <a:srgbClr val="325CBE"/>
                      </a:solidFill>
                      <a:prstDash val="solid"/>
                      <a:round/>
                      <a:headEnd type="none" w="med" len="med"/>
                      <a:tailEnd type="none" w="med" len="med"/>
                    </a:lnB>
                    <a:solidFill>
                      <a:srgbClr val="D4DEF4"/>
                    </a:solidFill>
                  </a:tcPr>
                </a:tc>
                <a:tc>
                  <a:txBody>
                    <a:bodyPr/>
                    <a:lstStyle/>
                    <a:p>
                      <a:pPr marL="0" algn="l" defTabSz="685800" rtl="0" eaLnBrk="1" latinLnBrk="0" hangingPunct="1">
                        <a:spcAft>
                          <a:spcPts val="0"/>
                        </a:spcAft>
                      </a:pPr>
                      <a:r>
                        <a:rPr lang="en-GB" sz="800" b="1" kern="1200" noProof="0">
                          <a:solidFill>
                            <a:schemeClr val="tx1"/>
                          </a:solidFill>
                          <a:effectLst/>
                          <a:latin typeface="IBM Plex Sans" panose="020B0503050203000203" pitchFamily="34" charset="0"/>
                          <a:ea typeface="Times New Roman" panose="02020603050405020304" pitchFamily="18" charset="0"/>
                          <a:cs typeface="Times New Roman"/>
                        </a:rPr>
                        <a:t>Overall Risk</a:t>
                      </a:r>
                    </a:p>
                  </a:txBody>
                  <a:tcPr marL="41148" marR="41148" marT="41148" marB="41148" vert="vert270">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T w="12700" cap="flat" cmpd="sng" algn="ctr">
                      <a:solidFill>
                        <a:srgbClr val="325CBE"/>
                      </a:solidFill>
                      <a:prstDash val="solid"/>
                      <a:round/>
                      <a:headEnd type="none" w="med" len="med"/>
                      <a:tailEnd type="none" w="med" len="med"/>
                    </a:lnT>
                    <a:lnB w="12700" cap="flat" cmpd="sng" algn="ctr">
                      <a:solidFill>
                        <a:srgbClr val="325CBE"/>
                      </a:solidFill>
                      <a:prstDash val="solid"/>
                      <a:round/>
                      <a:headEnd type="none" w="med" len="med"/>
                      <a:tailEnd type="none" w="med" len="med"/>
                    </a:lnB>
                    <a:solidFill>
                      <a:srgbClr val="D4DEF4"/>
                    </a:solidFill>
                  </a:tcPr>
                </a:tc>
                <a:extLst>
                  <a:ext uri="{0D108BD9-81ED-4DB2-BD59-A6C34878D82A}">
                    <a16:rowId xmlns:a16="http://schemas.microsoft.com/office/drawing/2014/main" val="4017152315"/>
                  </a:ext>
                </a:extLst>
              </a:tr>
              <a:tr h="950930">
                <a:tc>
                  <a:txBody>
                    <a:bodyPr/>
                    <a:lstStyle/>
                    <a:p>
                      <a:pPr lvl="0" algn="l">
                        <a:lnSpc>
                          <a:spcPct val="100000"/>
                        </a:lnSpc>
                        <a:spcBef>
                          <a:spcPts val="0"/>
                        </a:spcBef>
                        <a:spcAft>
                          <a:spcPts val="0"/>
                        </a:spcAft>
                        <a:buNone/>
                      </a:pPr>
                      <a:r>
                        <a:rPr lang="en-GB" sz="800" b="0" i="0" u="none" strike="noStrike" noProof="0">
                          <a:solidFill>
                            <a:srgbClr val="000000"/>
                          </a:solidFill>
                          <a:effectLst/>
                          <a:latin typeface="IBM Plex Sans" panose="020B0503050203000203" pitchFamily="34" charset="0"/>
                        </a:rPr>
                        <a:t>User Data (Chat logs, inputs) </a:t>
                      </a:r>
                      <a:endParaRPr lang="en-GB" noProof="0">
                        <a:latin typeface="IBM Plex Sans" panose="020B0503050203000203" pitchFamily="34" charset="0"/>
                      </a:endParaRPr>
                    </a:p>
                    <a:p>
                      <a:pPr lvl="0">
                        <a:spcAft>
                          <a:spcPts val="0"/>
                        </a:spcAft>
                        <a:buNone/>
                      </a:pPr>
                      <a:endParaRPr lang="en-GB" sz="800" b="0" noProof="0">
                        <a:effectLst/>
                        <a:latin typeface="IBM Plex Sans" panose="020B0503050203000203" pitchFamily="34" charset="0"/>
                        <a:ea typeface="Times New Roman" panose="02020603050405020304" pitchFamily="18" charset="0"/>
                        <a:cs typeface="Times New Roman"/>
                      </a:endParaRPr>
                    </a:p>
                  </a:txBody>
                  <a:tcPr marL="41148" marR="41148" marT="41148" marB="41148">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T w="12700" cap="flat" cmpd="sng" algn="ctr">
                      <a:solidFill>
                        <a:srgbClr val="325CBE"/>
                      </a:solidFill>
                      <a:prstDash val="solid"/>
                      <a:round/>
                      <a:headEnd type="none" w="med" len="med"/>
                      <a:tailEnd type="none" w="med" len="med"/>
                    </a:lnT>
                    <a:lnB w="12700" cap="flat" cmpd="sng" algn="ctr">
                      <a:solidFill>
                        <a:srgbClr val="325CBE"/>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GB" sz="800" b="0" i="0" u="none" strike="noStrike" noProof="0">
                          <a:solidFill>
                            <a:srgbClr val="000000"/>
                          </a:solidFill>
                          <a:effectLst/>
                          <a:latin typeface="IBM Plex Sans" panose="020B0503050203000203" pitchFamily="34" charset="0"/>
                        </a:rPr>
                        <a:t>Data exfiltration via insecure API</a:t>
                      </a:r>
                      <a:endParaRPr lang="en-GB" noProof="0">
                        <a:latin typeface="IBM Plex Sans" panose="020B0503050203000203" pitchFamily="34" charset="0"/>
                      </a:endParaRPr>
                    </a:p>
                    <a:p>
                      <a:pPr lvl="0">
                        <a:spcAft>
                          <a:spcPts val="0"/>
                        </a:spcAft>
                        <a:buNone/>
                      </a:pPr>
                      <a:endParaRPr lang="en-GB" sz="800" b="0" noProof="0">
                        <a:effectLst/>
                        <a:latin typeface="IBM Plex Sans" panose="020B0503050203000203" pitchFamily="34" charset="0"/>
                        <a:ea typeface="Times New Roman" panose="02020603050405020304" pitchFamily="18" charset="0"/>
                        <a:cs typeface="Times New Roman"/>
                      </a:endParaRPr>
                    </a:p>
                  </a:txBody>
                  <a:tcPr marL="41148" marR="41148" marT="41148" marB="41148">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T w="12700" cap="flat" cmpd="sng" algn="ctr">
                      <a:solidFill>
                        <a:srgbClr val="325CBE"/>
                      </a:solidFill>
                      <a:prstDash val="solid"/>
                      <a:round/>
                      <a:headEnd type="none" w="med" len="med"/>
                      <a:tailEnd type="none" w="med" len="med"/>
                    </a:lnT>
                    <a:lnB w="12700" cap="flat" cmpd="sng" algn="ctr">
                      <a:solidFill>
                        <a:srgbClr val="325CBE"/>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GB" sz="800" b="0" i="0" u="none" strike="noStrike" noProof="0" dirty="0">
                          <a:solidFill>
                            <a:srgbClr val="000000"/>
                          </a:solidFill>
                          <a:effectLst/>
                          <a:latin typeface="IBM Plex Sans" panose="020B0503050203000203" pitchFamily="34" charset="0"/>
                        </a:rPr>
                        <a:t>External Unauthorised</a:t>
                      </a:r>
                      <a:endParaRPr lang="en-GB" noProof="0" dirty="0">
                        <a:latin typeface="IBM Plex Sans" panose="020B0503050203000203" pitchFamily="34" charset="0"/>
                      </a:endParaRPr>
                    </a:p>
                    <a:p>
                      <a:pPr lvl="0" algn="ctr">
                        <a:spcAft>
                          <a:spcPts val="0"/>
                        </a:spcAft>
                        <a:buNone/>
                      </a:pPr>
                      <a:endParaRPr lang="en-GB" sz="800" b="0" noProof="0" dirty="0">
                        <a:effectLst/>
                        <a:latin typeface="IBM Plex Sans" panose="020B0503050203000203" pitchFamily="34" charset="0"/>
                        <a:ea typeface="Times New Roman" panose="02020603050405020304" pitchFamily="18" charset="0"/>
                        <a:cs typeface="Times New Roman"/>
                      </a:endParaRPr>
                    </a:p>
                  </a:txBody>
                  <a:tcPr marL="41148" marR="41148" marT="41148" marB="41148">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T w="12700" cap="flat" cmpd="sng" algn="ctr">
                      <a:solidFill>
                        <a:srgbClr val="325CBE"/>
                      </a:solidFill>
                      <a:prstDash val="solid"/>
                      <a:round/>
                      <a:headEnd type="none" w="med" len="med"/>
                      <a:tailEnd type="none" w="med" len="med"/>
                    </a:lnT>
                    <a:lnB w="12700" cap="flat" cmpd="sng" algn="ctr">
                      <a:solidFill>
                        <a:srgbClr val="325CBE"/>
                      </a:solidFill>
                      <a:prstDash val="solid"/>
                      <a:round/>
                      <a:headEnd type="none" w="med" len="med"/>
                      <a:tailEnd type="none" w="med" len="med"/>
                    </a:lnB>
                    <a:solidFill>
                      <a:schemeClr val="bg1"/>
                    </a:solidFill>
                  </a:tcPr>
                </a:tc>
                <a:tc>
                  <a:txBody>
                    <a:bodyPr/>
                    <a:lstStyle/>
                    <a:p>
                      <a:pPr lvl="0" algn="ctr">
                        <a:lnSpc>
                          <a:spcPct val="100000"/>
                        </a:lnSpc>
                        <a:spcBef>
                          <a:spcPts val="0"/>
                        </a:spcBef>
                        <a:spcAft>
                          <a:spcPts val="0"/>
                        </a:spcAft>
                        <a:buNone/>
                      </a:pPr>
                      <a:r>
                        <a:rPr lang="en-GB" sz="800" b="0" i="0" u="none" strike="noStrike" noProof="0" dirty="0">
                          <a:solidFill>
                            <a:srgbClr val="000000"/>
                          </a:solidFill>
                          <a:effectLst/>
                          <a:latin typeface="IBM Plex Sans" panose="020B0503050203000203" pitchFamily="34" charset="0"/>
                        </a:rPr>
                        <a:t>I</a:t>
                      </a:r>
                      <a:endParaRPr lang="en-GB" noProof="0" dirty="0">
                        <a:latin typeface="IBM Plex Sans" panose="020B0503050203000203" pitchFamily="34" charset="0"/>
                      </a:endParaRPr>
                    </a:p>
                    <a:p>
                      <a:pPr lvl="0" algn="ctr">
                        <a:spcAft>
                          <a:spcPts val="0"/>
                        </a:spcAft>
                        <a:buNone/>
                      </a:pPr>
                      <a:endParaRPr lang="en-GB" sz="800" b="0" noProof="0" dirty="0">
                        <a:effectLst/>
                        <a:latin typeface="IBM Plex Sans" panose="020B0503050203000203" pitchFamily="34" charset="0"/>
                        <a:ea typeface="Times New Roman" panose="02020603050405020304" pitchFamily="18" charset="0"/>
                        <a:cs typeface="Times New Roman"/>
                      </a:endParaRPr>
                    </a:p>
                  </a:txBody>
                  <a:tcPr marL="41148" marR="41148" marT="41148" marB="41148">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T w="12700" cap="flat" cmpd="sng" algn="ctr">
                      <a:solidFill>
                        <a:srgbClr val="325CBE"/>
                      </a:solidFill>
                      <a:prstDash val="solid"/>
                      <a:round/>
                      <a:headEnd type="none" w="med" len="med"/>
                      <a:tailEnd type="none" w="med" len="med"/>
                    </a:lnT>
                    <a:lnB w="12700" cap="flat" cmpd="sng" algn="ctr">
                      <a:solidFill>
                        <a:srgbClr val="325CBE"/>
                      </a:solidFill>
                      <a:prstDash val="solid"/>
                      <a:round/>
                      <a:headEnd type="none" w="med" len="med"/>
                      <a:tailEnd type="none" w="med" len="med"/>
                    </a:lnB>
                    <a:solidFill>
                      <a:schemeClr val="bg1"/>
                    </a:solidFill>
                  </a:tcPr>
                </a:tc>
                <a:tc>
                  <a:txBody>
                    <a:bodyPr/>
                    <a:lstStyle/>
                    <a:p>
                      <a:pPr algn="ctr">
                        <a:spcAft>
                          <a:spcPts val="0"/>
                        </a:spcAft>
                      </a:pPr>
                      <a:r>
                        <a:rPr lang="en-GB" sz="800" b="0" noProof="0" dirty="0">
                          <a:effectLst/>
                          <a:latin typeface="IBM Plex Sans" panose="020B0503050203000203" pitchFamily="34" charset="0"/>
                          <a:ea typeface="Times New Roman" panose="02020603050405020304" pitchFamily="18" charset="0"/>
                          <a:cs typeface="Times New Roman"/>
                        </a:rPr>
                        <a:t>M</a:t>
                      </a:r>
                    </a:p>
                  </a:txBody>
                  <a:tcPr marL="41148" marR="41148" marT="41148" marB="41148">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T w="12700" cap="flat" cmpd="sng" algn="ctr">
                      <a:solidFill>
                        <a:srgbClr val="325CBE"/>
                      </a:solidFill>
                      <a:prstDash val="solid"/>
                      <a:round/>
                      <a:headEnd type="none" w="med" len="med"/>
                      <a:tailEnd type="none" w="med" len="med"/>
                    </a:lnT>
                    <a:lnB w="12700" cap="flat" cmpd="sng" algn="ctr">
                      <a:solidFill>
                        <a:srgbClr val="325CBE"/>
                      </a:solidFill>
                      <a:prstDash val="solid"/>
                      <a:round/>
                      <a:headEnd type="none" w="med" len="med"/>
                      <a:tailEnd type="none" w="med" len="med"/>
                    </a:lnB>
                    <a:solidFill>
                      <a:schemeClr val="bg1"/>
                    </a:solidFill>
                  </a:tcPr>
                </a:tc>
                <a:tc>
                  <a:txBody>
                    <a:bodyPr/>
                    <a:lstStyle/>
                    <a:p>
                      <a:pPr algn="ctr">
                        <a:spcAft>
                          <a:spcPts val="0"/>
                        </a:spcAft>
                      </a:pPr>
                      <a:r>
                        <a:rPr lang="en-GB" sz="800" b="0" noProof="0">
                          <a:effectLst/>
                          <a:latin typeface="IBM Plex Sans" panose="020B0503050203000203" pitchFamily="34" charset="0"/>
                          <a:ea typeface="Times New Roman" panose="02020603050405020304" pitchFamily="18" charset="0"/>
                          <a:cs typeface="Times New Roman"/>
                        </a:rPr>
                        <a:t>H</a:t>
                      </a:r>
                    </a:p>
                  </a:txBody>
                  <a:tcPr marL="41148" marR="41148" marT="41148" marB="41148">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T w="12700" cap="flat" cmpd="sng" algn="ctr">
                      <a:solidFill>
                        <a:srgbClr val="325CBE"/>
                      </a:solidFill>
                      <a:prstDash val="solid"/>
                      <a:round/>
                      <a:headEnd type="none" w="med" len="med"/>
                      <a:tailEnd type="none" w="med" len="med"/>
                    </a:lnT>
                    <a:lnB w="12700" cap="flat" cmpd="sng" algn="ctr">
                      <a:solidFill>
                        <a:srgbClr val="325CBE"/>
                      </a:solidFill>
                      <a:prstDash val="solid"/>
                      <a:round/>
                      <a:headEnd type="none" w="med" len="med"/>
                      <a:tailEnd type="none" w="med" len="med"/>
                    </a:lnB>
                    <a:solidFill>
                      <a:schemeClr val="bg1"/>
                    </a:solidFill>
                  </a:tcPr>
                </a:tc>
                <a:tc>
                  <a:txBody>
                    <a:bodyPr/>
                    <a:lstStyle/>
                    <a:p>
                      <a:pPr algn="ctr">
                        <a:spcAft>
                          <a:spcPts val="0"/>
                        </a:spcAft>
                      </a:pPr>
                      <a:r>
                        <a:rPr lang="en-GB" sz="800" b="0" noProof="0">
                          <a:effectLst/>
                          <a:latin typeface="IBM Plex Sans" panose="020B0503050203000203" pitchFamily="34" charset="0"/>
                          <a:ea typeface="Times New Roman" panose="02020603050405020304" pitchFamily="18" charset="0"/>
                          <a:cs typeface="Times New Roman"/>
                        </a:rPr>
                        <a:t>H</a:t>
                      </a:r>
                    </a:p>
                  </a:txBody>
                  <a:tcPr marL="41148" marR="41148" marT="41148" marB="41148">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T w="12700" cap="flat" cmpd="sng" algn="ctr">
                      <a:solidFill>
                        <a:srgbClr val="325CBE"/>
                      </a:solidFill>
                      <a:prstDash val="solid"/>
                      <a:round/>
                      <a:headEnd type="none" w="med" len="med"/>
                      <a:tailEnd type="none" w="med" len="med"/>
                    </a:lnT>
                    <a:lnB w="12700" cap="flat" cmpd="sng" algn="ctr">
                      <a:solidFill>
                        <a:srgbClr val="325CBE"/>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GB" sz="800" b="0" i="0" u="none" strike="noStrike" noProof="0">
                          <a:solidFill>
                            <a:srgbClr val="000000"/>
                          </a:solidFill>
                          <a:effectLst/>
                          <a:latin typeface="IBM Plex Sans" panose="020B0503050203000203" pitchFamily="34" charset="0"/>
                        </a:rPr>
                        <a:t>Encrypt data in transit and at rest, enable strict RBAC &amp; MFA</a:t>
                      </a:r>
                      <a:endParaRPr lang="en-GB" noProof="0">
                        <a:latin typeface="IBM Plex Sans" panose="020B0503050203000203" pitchFamily="34" charset="0"/>
                      </a:endParaRPr>
                    </a:p>
                    <a:p>
                      <a:pPr lvl="0" algn="l">
                        <a:spcAft>
                          <a:spcPts val="0"/>
                        </a:spcAft>
                        <a:buNone/>
                      </a:pPr>
                      <a:endParaRPr lang="en-GB" sz="800" b="0" noProof="0">
                        <a:effectLst/>
                        <a:latin typeface="IBM Plex Sans" panose="020B0503050203000203" pitchFamily="34" charset="0"/>
                        <a:ea typeface="Times New Roman" panose="02020603050405020304" pitchFamily="18" charset="0"/>
                        <a:cs typeface="Times New Roman"/>
                      </a:endParaRPr>
                    </a:p>
                  </a:txBody>
                  <a:tcPr marL="41148" marR="41148" marT="41148" marB="41148">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T w="12700" cap="flat" cmpd="sng" algn="ctr">
                      <a:solidFill>
                        <a:srgbClr val="325CBE"/>
                      </a:solidFill>
                      <a:prstDash val="solid"/>
                      <a:round/>
                      <a:headEnd type="none" w="med" len="med"/>
                      <a:tailEnd type="none" w="med" len="med"/>
                    </a:lnT>
                    <a:lnB w="12700" cap="flat" cmpd="sng" algn="ctr">
                      <a:solidFill>
                        <a:srgbClr val="325CBE"/>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GB" sz="800" b="0" i="0" u="none" strike="noStrike" noProof="0">
                          <a:solidFill>
                            <a:srgbClr val="000000"/>
                          </a:solidFill>
                          <a:effectLst/>
                          <a:latin typeface="IBM Plex Sans" panose="020B0503050203000203" pitchFamily="34" charset="0"/>
                        </a:rPr>
                        <a:t>Monitor access logs for anomalies, set automated alerts for large data exports</a:t>
                      </a:r>
                      <a:endParaRPr lang="en-GB" noProof="0">
                        <a:latin typeface="IBM Plex Sans" panose="020B0503050203000203" pitchFamily="34" charset="0"/>
                      </a:endParaRPr>
                    </a:p>
                    <a:p>
                      <a:pPr lvl="0" algn="ctr">
                        <a:spcAft>
                          <a:spcPts val="0"/>
                        </a:spcAft>
                        <a:buNone/>
                      </a:pPr>
                      <a:endParaRPr lang="en-GB" sz="800" b="0" noProof="0">
                        <a:effectLst/>
                        <a:latin typeface="IBM Plex Sans" panose="020B0503050203000203" pitchFamily="34" charset="0"/>
                        <a:ea typeface="Times New Roman" panose="02020603050405020304" pitchFamily="18" charset="0"/>
                        <a:cs typeface="Times New Roman"/>
                      </a:endParaRPr>
                    </a:p>
                  </a:txBody>
                  <a:tcPr marL="41148" marR="41148" marT="41148" marB="41148">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T w="12700" cap="flat" cmpd="sng" algn="ctr">
                      <a:solidFill>
                        <a:srgbClr val="325CBE"/>
                      </a:solidFill>
                      <a:prstDash val="solid"/>
                      <a:round/>
                      <a:headEnd type="none" w="med" len="med"/>
                      <a:tailEnd type="none" w="med" len="med"/>
                    </a:lnT>
                    <a:lnB w="12700" cap="flat" cmpd="sng" algn="ctr">
                      <a:solidFill>
                        <a:srgbClr val="325CBE"/>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GB" sz="800" b="0" i="0" u="none" strike="noStrike" noProof="0">
                          <a:solidFill>
                            <a:srgbClr val="000000"/>
                          </a:solidFill>
                          <a:effectLst/>
                          <a:latin typeface="IBM Plex Sans" panose="020B0503050203000203" pitchFamily="34" charset="0"/>
                        </a:rPr>
                        <a:t>Revoke compromised tokens, notify affected users, patch exploited components</a:t>
                      </a:r>
                      <a:endParaRPr lang="en-GB" noProof="0">
                        <a:latin typeface="IBM Plex Sans" panose="020B0503050203000203" pitchFamily="34" charset="0"/>
                      </a:endParaRPr>
                    </a:p>
                    <a:p>
                      <a:pPr lvl="0" algn="ctr">
                        <a:spcAft>
                          <a:spcPts val="0"/>
                        </a:spcAft>
                        <a:buNone/>
                      </a:pPr>
                      <a:endParaRPr lang="en-GB" sz="800" b="0" noProof="0">
                        <a:effectLst/>
                        <a:latin typeface="IBM Plex Sans" panose="020B0503050203000203" pitchFamily="34" charset="0"/>
                        <a:ea typeface="Times New Roman" panose="02020603050405020304" pitchFamily="18" charset="0"/>
                        <a:cs typeface="Times New Roman"/>
                      </a:endParaRPr>
                    </a:p>
                  </a:txBody>
                  <a:tcPr marL="41148" marR="41148" marT="41148" marB="41148">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T w="12700" cap="flat" cmpd="sng" algn="ctr">
                      <a:solidFill>
                        <a:srgbClr val="325CBE"/>
                      </a:solidFill>
                      <a:prstDash val="solid"/>
                      <a:round/>
                      <a:headEnd type="none" w="med" len="med"/>
                      <a:tailEnd type="none" w="med" len="med"/>
                    </a:lnT>
                    <a:lnB w="12700" cap="flat" cmpd="sng" algn="ctr">
                      <a:solidFill>
                        <a:srgbClr val="325CBE"/>
                      </a:solidFill>
                      <a:prstDash val="solid"/>
                      <a:round/>
                      <a:headEnd type="none" w="med" len="med"/>
                      <a:tailEnd type="none" w="med" len="med"/>
                    </a:lnB>
                    <a:solidFill>
                      <a:schemeClr val="bg1"/>
                    </a:solidFill>
                  </a:tcPr>
                </a:tc>
                <a:tc>
                  <a:txBody>
                    <a:bodyPr/>
                    <a:lstStyle/>
                    <a:p>
                      <a:pPr algn="ctr">
                        <a:spcAft>
                          <a:spcPts val="0"/>
                        </a:spcAft>
                      </a:pPr>
                      <a:r>
                        <a:rPr lang="en-GB" sz="800" b="0" noProof="0">
                          <a:effectLst/>
                          <a:latin typeface="IBM Plex Sans" panose="020B0503050203000203" pitchFamily="34" charset="0"/>
                          <a:ea typeface="Times New Roman" panose="02020603050405020304" pitchFamily="18" charset="0"/>
                          <a:cs typeface="Times New Roman"/>
                        </a:rPr>
                        <a:t>M</a:t>
                      </a:r>
                    </a:p>
                  </a:txBody>
                  <a:tcPr marL="41148" marR="41148" marT="41148" marB="41148">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T w="12700" cap="flat" cmpd="sng" algn="ctr">
                      <a:solidFill>
                        <a:srgbClr val="325CBE"/>
                      </a:solidFill>
                      <a:prstDash val="solid"/>
                      <a:round/>
                      <a:headEnd type="none" w="med" len="med"/>
                      <a:tailEnd type="none" w="med" len="med"/>
                    </a:lnT>
                    <a:lnB w="12700" cap="flat" cmpd="sng" algn="ctr">
                      <a:solidFill>
                        <a:srgbClr val="325CBE"/>
                      </a:solidFill>
                      <a:prstDash val="solid"/>
                      <a:round/>
                      <a:headEnd type="none" w="med" len="med"/>
                      <a:tailEnd type="none" w="med" len="med"/>
                    </a:lnB>
                    <a:solidFill>
                      <a:schemeClr val="bg1"/>
                    </a:solidFill>
                  </a:tcPr>
                </a:tc>
                <a:tc>
                  <a:txBody>
                    <a:bodyPr/>
                    <a:lstStyle/>
                    <a:p>
                      <a:pPr algn="ctr">
                        <a:spcAft>
                          <a:spcPts val="0"/>
                        </a:spcAft>
                      </a:pPr>
                      <a:r>
                        <a:rPr lang="en-GB" sz="800" b="0" noProof="0">
                          <a:effectLst/>
                          <a:latin typeface="IBM Plex Sans" panose="020B0503050203000203" pitchFamily="34" charset="0"/>
                          <a:ea typeface="Times New Roman" panose="02020603050405020304" pitchFamily="18" charset="0"/>
                          <a:cs typeface="Times New Roman"/>
                        </a:rPr>
                        <a:t>L</a:t>
                      </a:r>
                    </a:p>
                  </a:txBody>
                  <a:tcPr marL="41148" marR="41148" marT="41148" marB="41148">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T w="12700" cap="flat" cmpd="sng" algn="ctr">
                      <a:solidFill>
                        <a:srgbClr val="325CBE"/>
                      </a:solidFill>
                      <a:prstDash val="solid"/>
                      <a:round/>
                      <a:headEnd type="none" w="med" len="med"/>
                      <a:tailEnd type="none" w="med" len="med"/>
                    </a:lnT>
                    <a:lnB w="12700" cap="flat" cmpd="sng" algn="ctr">
                      <a:solidFill>
                        <a:srgbClr val="325CBE"/>
                      </a:solidFill>
                      <a:prstDash val="solid"/>
                      <a:round/>
                      <a:headEnd type="none" w="med" len="med"/>
                      <a:tailEnd type="none" w="med" len="med"/>
                    </a:lnB>
                    <a:solidFill>
                      <a:schemeClr val="bg1"/>
                    </a:solidFill>
                  </a:tcPr>
                </a:tc>
                <a:tc>
                  <a:txBody>
                    <a:bodyPr/>
                    <a:lstStyle/>
                    <a:p>
                      <a:pPr lvl="0" algn="ctr">
                        <a:spcAft>
                          <a:spcPts val="0"/>
                        </a:spcAft>
                        <a:buNone/>
                      </a:pPr>
                      <a:r>
                        <a:rPr lang="en-GB" sz="800" b="0" noProof="0">
                          <a:effectLst/>
                          <a:latin typeface="IBM Plex Sans" panose="020B0503050203000203" pitchFamily="34" charset="0"/>
                          <a:ea typeface="Times New Roman" panose="02020603050405020304" pitchFamily="18" charset="0"/>
                          <a:cs typeface="Times New Roman"/>
                        </a:rPr>
                        <a:t>L</a:t>
                      </a:r>
                    </a:p>
                  </a:txBody>
                  <a:tcPr marL="41148" marR="41148" marT="41148" marB="41148">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T w="12700" cap="flat" cmpd="sng" algn="ctr">
                      <a:solidFill>
                        <a:srgbClr val="325CBE"/>
                      </a:solidFill>
                      <a:prstDash val="solid"/>
                      <a:round/>
                      <a:headEnd type="none" w="med" len="med"/>
                      <a:tailEnd type="none" w="med" len="med"/>
                    </a:lnT>
                    <a:lnB w="12700" cap="flat" cmpd="sng" algn="ctr">
                      <a:solidFill>
                        <a:srgbClr val="325CBE"/>
                      </a:solidFill>
                      <a:prstDash val="solid"/>
                      <a:round/>
                      <a:headEnd type="none" w="med" len="med"/>
                      <a:tailEnd type="none" w="med" len="med"/>
                    </a:lnB>
                    <a:solidFill>
                      <a:schemeClr val="bg1"/>
                    </a:solidFill>
                  </a:tcPr>
                </a:tc>
                <a:extLst>
                  <a:ext uri="{0D108BD9-81ED-4DB2-BD59-A6C34878D82A}">
                    <a16:rowId xmlns:a16="http://schemas.microsoft.com/office/drawing/2014/main" val="3226597766"/>
                  </a:ext>
                </a:extLst>
              </a:tr>
              <a:tr h="442293">
                <a:tc>
                  <a:txBody>
                    <a:bodyPr/>
                    <a:lstStyle/>
                    <a:p>
                      <a:pPr>
                        <a:spcAft>
                          <a:spcPts val="0"/>
                        </a:spcAft>
                      </a:pPr>
                      <a:r>
                        <a:rPr lang="en-GB" sz="800" b="0" noProof="0">
                          <a:effectLst/>
                          <a:latin typeface="IBM Plex Sans" panose="020B0503050203000203" pitchFamily="34" charset="0"/>
                          <a:ea typeface="Times New Roman" panose="02020603050405020304" pitchFamily="18" charset="0"/>
                          <a:cs typeface="Times New Roman"/>
                        </a:rPr>
                        <a:t>System Availability</a:t>
                      </a:r>
                      <a:endParaRPr lang="en-GB" sz="800" b="0" noProof="0">
                        <a:effectLst/>
                        <a:latin typeface="IBM Plex Sans" panose="020B0503050203000203" pitchFamily="34" charset="0"/>
                        <a:ea typeface="Times New Roman" panose="02020603050405020304" pitchFamily="18" charset="0"/>
                        <a:cs typeface="Times New Roman" panose="02020603050405020304" pitchFamily="18" charset="0"/>
                      </a:endParaRPr>
                    </a:p>
                  </a:txBody>
                  <a:tcPr marL="41148" marR="41148" marT="41148" marB="41148">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T w="12700" cap="flat" cmpd="sng" algn="ctr">
                      <a:solidFill>
                        <a:srgbClr val="325CBE"/>
                      </a:solidFill>
                      <a:prstDash val="solid"/>
                      <a:round/>
                      <a:headEnd type="none" w="med" len="med"/>
                      <a:tailEnd type="none" w="med" len="med"/>
                    </a:lnT>
                    <a:lnB w="12700" cap="flat" cmpd="sng" algn="ctr">
                      <a:solidFill>
                        <a:srgbClr val="325CBE"/>
                      </a:solidFill>
                      <a:prstDash val="solid"/>
                      <a:round/>
                      <a:headEnd type="none" w="med" len="med"/>
                      <a:tailEnd type="none" w="med" len="med"/>
                    </a:lnB>
                    <a:solidFill>
                      <a:schemeClr val="bg1"/>
                    </a:solidFill>
                  </a:tcPr>
                </a:tc>
                <a:tc>
                  <a:txBody>
                    <a:bodyPr/>
                    <a:lstStyle/>
                    <a:p>
                      <a:pPr>
                        <a:spcAft>
                          <a:spcPts val="0"/>
                        </a:spcAft>
                      </a:pPr>
                      <a:r>
                        <a:rPr lang="en-GB" sz="800" b="0" noProof="0">
                          <a:effectLst/>
                          <a:latin typeface="IBM Plex Sans" panose="020B0503050203000203" pitchFamily="34" charset="0"/>
                          <a:ea typeface="Times New Roman" panose="02020603050405020304" pitchFamily="18" charset="0"/>
                          <a:cs typeface="Times New Roman"/>
                        </a:rPr>
                        <a:t>DDoS / API Abuse</a:t>
                      </a:r>
                    </a:p>
                  </a:txBody>
                  <a:tcPr marL="41148" marR="41148" marT="41148" marB="41148">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T w="12700" cap="flat" cmpd="sng" algn="ctr">
                      <a:solidFill>
                        <a:srgbClr val="325CBE"/>
                      </a:solidFill>
                      <a:prstDash val="solid"/>
                      <a:round/>
                      <a:headEnd type="none" w="med" len="med"/>
                      <a:tailEnd type="none" w="med" len="med"/>
                    </a:lnT>
                    <a:lnB w="12700" cap="flat" cmpd="sng" algn="ctr">
                      <a:solidFill>
                        <a:srgbClr val="325CBE"/>
                      </a:solidFill>
                      <a:prstDash val="solid"/>
                      <a:round/>
                      <a:headEnd type="none" w="med" len="med"/>
                      <a:tailEnd type="none" w="med" len="med"/>
                    </a:lnB>
                    <a:solidFill>
                      <a:schemeClr val="bg1"/>
                    </a:solidFill>
                  </a:tcPr>
                </a:tc>
                <a:tc>
                  <a:txBody>
                    <a:bodyPr/>
                    <a:lstStyle/>
                    <a:p>
                      <a:pPr algn="l">
                        <a:spcAft>
                          <a:spcPts val="0"/>
                        </a:spcAft>
                      </a:pPr>
                      <a:r>
                        <a:rPr lang="en-GB" sz="800" b="0" noProof="0">
                          <a:effectLst/>
                          <a:latin typeface="IBM Plex Sans" panose="020B0503050203000203" pitchFamily="34" charset="0"/>
                          <a:ea typeface="Times New Roman" panose="02020603050405020304" pitchFamily="18" charset="0"/>
                          <a:cs typeface="Times New Roman"/>
                        </a:rPr>
                        <a:t>Automated Botnet</a:t>
                      </a:r>
                    </a:p>
                  </a:txBody>
                  <a:tcPr marL="41148" marR="41148" marT="41148" marB="41148">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T w="12700" cap="flat" cmpd="sng" algn="ctr">
                      <a:solidFill>
                        <a:srgbClr val="325CBE"/>
                      </a:solidFill>
                      <a:prstDash val="solid"/>
                      <a:round/>
                      <a:headEnd type="none" w="med" len="med"/>
                      <a:tailEnd type="none" w="med" len="med"/>
                    </a:lnT>
                    <a:lnB w="12700" cap="flat" cmpd="sng" algn="ctr">
                      <a:solidFill>
                        <a:srgbClr val="325CBE"/>
                      </a:solidFill>
                      <a:prstDash val="solid"/>
                      <a:round/>
                      <a:headEnd type="none" w="med" len="med"/>
                      <a:tailEnd type="none" w="med" len="med"/>
                    </a:lnB>
                    <a:solidFill>
                      <a:schemeClr val="bg1"/>
                    </a:solidFill>
                  </a:tcPr>
                </a:tc>
                <a:tc>
                  <a:txBody>
                    <a:bodyPr/>
                    <a:lstStyle/>
                    <a:p>
                      <a:pPr algn="ctr">
                        <a:spcAft>
                          <a:spcPts val="0"/>
                        </a:spcAft>
                      </a:pPr>
                      <a:r>
                        <a:rPr lang="en-GB" sz="800" b="0" noProof="0">
                          <a:effectLst/>
                          <a:latin typeface="IBM Plex Sans" panose="020B0503050203000203" pitchFamily="34" charset="0"/>
                          <a:ea typeface="Times New Roman" panose="02020603050405020304" pitchFamily="18" charset="0"/>
                          <a:cs typeface="Times New Roman"/>
                        </a:rPr>
                        <a:t>D</a:t>
                      </a:r>
                      <a:endParaRPr lang="en-GB" sz="800" b="0" noProof="0">
                        <a:effectLst/>
                        <a:latin typeface="IBM Plex Sans" panose="020B0503050203000203" pitchFamily="34" charset="0"/>
                        <a:ea typeface="Times New Roman" panose="02020603050405020304" pitchFamily="18" charset="0"/>
                        <a:cs typeface="Times New Roman" panose="02020603050405020304" pitchFamily="18" charset="0"/>
                      </a:endParaRPr>
                    </a:p>
                  </a:txBody>
                  <a:tcPr marL="41148" marR="41148" marT="41148" marB="41148">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T w="12700" cap="flat" cmpd="sng" algn="ctr">
                      <a:solidFill>
                        <a:srgbClr val="325CBE"/>
                      </a:solidFill>
                      <a:prstDash val="solid"/>
                      <a:round/>
                      <a:headEnd type="none" w="med" len="med"/>
                      <a:tailEnd type="none" w="med" len="med"/>
                    </a:lnT>
                    <a:lnB w="12700" cap="flat" cmpd="sng" algn="ctr">
                      <a:solidFill>
                        <a:srgbClr val="325CBE"/>
                      </a:solidFill>
                      <a:prstDash val="solid"/>
                      <a:round/>
                      <a:headEnd type="none" w="med" len="med"/>
                      <a:tailEnd type="none" w="med" len="med"/>
                    </a:lnB>
                    <a:solidFill>
                      <a:schemeClr val="bg1"/>
                    </a:solidFill>
                  </a:tcPr>
                </a:tc>
                <a:tc>
                  <a:txBody>
                    <a:bodyPr/>
                    <a:lstStyle/>
                    <a:p>
                      <a:pPr algn="ctr">
                        <a:spcAft>
                          <a:spcPts val="0"/>
                        </a:spcAft>
                      </a:pPr>
                      <a:r>
                        <a:rPr lang="en-GB" sz="800" b="0" noProof="0">
                          <a:effectLst/>
                          <a:latin typeface="IBM Plex Sans" panose="020B0503050203000203" pitchFamily="34" charset="0"/>
                          <a:ea typeface="Times New Roman" panose="02020603050405020304" pitchFamily="18" charset="0"/>
                          <a:cs typeface="Times New Roman"/>
                        </a:rPr>
                        <a:t>H</a:t>
                      </a:r>
                    </a:p>
                  </a:txBody>
                  <a:tcPr marL="41148" marR="41148" marT="41148" marB="41148">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T w="12700" cap="flat" cmpd="sng" algn="ctr">
                      <a:solidFill>
                        <a:srgbClr val="325CBE"/>
                      </a:solidFill>
                      <a:prstDash val="solid"/>
                      <a:round/>
                      <a:headEnd type="none" w="med" len="med"/>
                      <a:tailEnd type="none" w="med" len="med"/>
                    </a:lnT>
                    <a:lnB w="12700" cap="flat" cmpd="sng" algn="ctr">
                      <a:solidFill>
                        <a:srgbClr val="325CBE"/>
                      </a:solidFill>
                      <a:prstDash val="solid"/>
                      <a:round/>
                      <a:headEnd type="none" w="med" len="med"/>
                      <a:tailEnd type="none" w="med" len="med"/>
                    </a:lnB>
                    <a:solidFill>
                      <a:schemeClr val="bg1"/>
                    </a:solidFill>
                  </a:tcPr>
                </a:tc>
                <a:tc>
                  <a:txBody>
                    <a:bodyPr/>
                    <a:lstStyle/>
                    <a:p>
                      <a:pPr algn="ctr">
                        <a:spcAft>
                          <a:spcPts val="0"/>
                        </a:spcAft>
                      </a:pPr>
                      <a:r>
                        <a:rPr lang="en-GB" sz="800" b="0" noProof="0">
                          <a:effectLst/>
                          <a:latin typeface="IBM Plex Sans" panose="020B0503050203000203" pitchFamily="34" charset="0"/>
                          <a:ea typeface="Times New Roman" panose="02020603050405020304" pitchFamily="18" charset="0"/>
                          <a:cs typeface="Times New Roman"/>
                        </a:rPr>
                        <a:t>H</a:t>
                      </a:r>
                    </a:p>
                  </a:txBody>
                  <a:tcPr marL="41148" marR="41148" marT="41148" marB="41148">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T w="12700" cap="flat" cmpd="sng" algn="ctr">
                      <a:solidFill>
                        <a:srgbClr val="325CBE"/>
                      </a:solidFill>
                      <a:prstDash val="solid"/>
                      <a:round/>
                      <a:headEnd type="none" w="med" len="med"/>
                      <a:tailEnd type="none" w="med" len="med"/>
                    </a:lnT>
                    <a:lnB w="12700" cap="flat" cmpd="sng" algn="ctr">
                      <a:solidFill>
                        <a:srgbClr val="325CBE"/>
                      </a:solidFill>
                      <a:prstDash val="solid"/>
                      <a:round/>
                      <a:headEnd type="none" w="med" len="med"/>
                      <a:tailEnd type="none" w="med" len="med"/>
                    </a:lnB>
                    <a:solidFill>
                      <a:schemeClr val="bg1"/>
                    </a:solidFill>
                  </a:tcPr>
                </a:tc>
                <a:tc>
                  <a:txBody>
                    <a:bodyPr/>
                    <a:lstStyle/>
                    <a:p>
                      <a:pPr algn="ctr">
                        <a:spcAft>
                          <a:spcPts val="0"/>
                        </a:spcAft>
                      </a:pPr>
                      <a:r>
                        <a:rPr lang="en-GB" sz="800" b="0" noProof="0" dirty="0">
                          <a:effectLst/>
                          <a:latin typeface="IBM Plex Sans" panose="020B0503050203000203" pitchFamily="34" charset="0"/>
                          <a:ea typeface="Times New Roman" panose="02020603050405020304" pitchFamily="18" charset="0"/>
                          <a:cs typeface="Times New Roman"/>
                        </a:rPr>
                        <a:t>H</a:t>
                      </a:r>
                    </a:p>
                  </a:txBody>
                  <a:tcPr marL="41148" marR="41148" marT="41148" marB="41148">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T w="12700" cap="flat" cmpd="sng" algn="ctr">
                      <a:solidFill>
                        <a:srgbClr val="325CBE"/>
                      </a:solidFill>
                      <a:prstDash val="solid"/>
                      <a:round/>
                      <a:headEnd type="none" w="med" len="med"/>
                      <a:tailEnd type="none" w="med" len="med"/>
                    </a:lnT>
                    <a:lnB w="12700" cap="flat" cmpd="sng" algn="ctr">
                      <a:solidFill>
                        <a:srgbClr val="325CBE"/>
                      </a:solidFill>
                      <a:prstDash val="solid"/>
                      <a:round/>
                      <a:headEnd type="none" w="med" len="med"/>
                      <a:tailEnd type="none" w="med" len="med"/>
                    </a:lnB>
                    <a:solidFill>
                      <a:schemeClr val="bg1"/>
                    </a:solidFill>
                  </a:tcPr>
                </a:tc>
                <a:tc>
                  <a:txBody>
                    <a:bodyPr/>
                    <a:lstStyle/>
                    <a:p>
                      <a:pPr algn="l">
                        <a:spcAft>
                          <a:spcPts val="0"/>
                        </a:spcAft>
                      </a:pPr>
                      <a:r>
                        <a:rPr lang="en-GB" sz="800" b="0" noProof="0" dirty="0">
                          <a:effectLst/>
                          <a:latin typeface="IBM Plex Sans" panose="020B0503050203000203" pitchFamily="34" charset="0"/>
                          <a:ea typeface="Times New Roman" panose="02020603050405020304" pitchFamily="18" charset="0"/>
                          <a:cs typeface="Times New Roman"/>
                        </a:rPr>
                        <a:t>Deploy rate limiting &amp; throttling, use WAF &amp; CDN protection</a:t>
                      </a:r>
                    </a:p>
                  </a:txBody>
                  <a:tcPr marL="41148" marR="41148" marT="41148" marB="41148">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T w="12700" cap="flat" cmpd="sng" algn="ctr">
                      <a:solidFill>
                        <a:srgbClr val="325CBE"/>
                      </a:solidFill>
                      <a:prstDash val="solid"/>
                      <a:round/>
                      <a:headEnd type="none" w="med" len="med"/>
                      <a:tailEnd type="none" w="med" len="med"/>
                    </a:lnT>
                    <a:lnB w="12700" cap="flat" cmpd="sng" algn="ctr">
                      <a:solidFill>
                        <a:srgbClr val="325CBE"/>
                      </a:solidFill>
                      <a:prstDash val="solid"/>
                      <a:round/>
                      <a:headEnd type="none" w="med" len="med"/>
                      <a:tailEnd type="none" w="med" len="med"/>
                    </a:lnB>
                    <a:solidFill>
                      <a:schemeClr val="bg1"/>
                    </a:solidFill>
                  </a:tcPr>
                </a:tc>
                <a:tc>
                  <a:txBody>
                    <a:bodyPr/>
                    <a:lstStyle/>
                    <a:p>
                      <a:pPr algn="l">
                        <a:spcAft>
                          <a:spcPts val="0"/>
                        </a:spcAft>
                      </a:pPr>
                      <a:r>
                        <a:rPr lang="en-GB" sz="800" b="0" noProof="0" dirty="0">
                          <a:effectLst/>
                          <a:latin typeface="IBM Plex Sans" panose="020B0503050203000203" pitchFamily="34" charset="0"/>
                          <a:ea typeface="Times New Roman" panose="02020603050405020304" pitchFamily="18" charset="0"/>
                          <a:cs typeface="Times New Roman"/>
                        </a:rPr>
                        <a:t>Monitor traffic volume &amp; latency, automated anomaly alerts</a:t>
                      </a:r>
                      <a:endParaRPr lang="en-GB" sz="800" b="0" noProof="0" dirty="0">
                        <a:effectLst/>
                        <a:latin typeface="IBM Plex Sans" panose="020B0503050203000203" pitchFamily="34" charset="0"/>
                        <a:ea typeface="Times New Roman" panose="02020603050405020304" pitchFamily="18" charset="0"/>
                        <a:cs typeface="Times New Roman" panose="02020603050405020304" pitchFamily="18" charset="0"/>
                      </a:endParaRPr>
                    </a:p>
                  </a:txBody>
                  <a:tcPr marL="41148" marR="41148" marT="41148" marB="41148">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T w="12700" cap="flat" cmpd="sng" algn="ctr">
                      <a:solidFill>
                        <a:srgbClr val="325CBE"/>
                      </a:solidFill>
                      <a:prstDash val="solid"/>
                      <a:round/>
                      <a:headEnd type="none" w="med" len="med"/>
                      <a:tailEnd type="none" w="med" len="med"/>
                    </a:lnT>
                    <a:lnB w="12700" cap="flat" cmpd="sng" algn="ctr">
                      <a:solidFill>
                        <a:srgbClr val="325CBE"/>
                      </a:solidFill>
                      <a:prstDash val="solid"/>
                      <a:round/>
                      <a:headEnd type="none" w="med" len="med"/>
                      <a:tailEnd type="none" w="med" len="med"/>
                    </a:lnB>
                    <a:solidFill>
                      <a:schemeClr val="bg1"/>
                    </a:solidFill>
                  </a:tcPr>
                </a:tc>
                <a:tc>
                  <a:txBody>
                    <a:bodyPr/>
                    <a:lstStyle/>
                    <a:p>
                      <a:pPr algn="l">
                        <a:spcAft>
                          <a:spcPts val="0"/>
                        </a:spcAft>
                      </a:pPr>
                      <a:r>
                        <a:rPr lang="en-GB" sz="800" b="0" noProof="0">
                          <a:effectLst/>
                          <a:latin typeface="IBM Plex Sans" panose="020B0503050203000203" pitchFamily="34" charset="0"/>
                          <a:ea typeface="Times New Roman" panose="02020603050405020304" pitchFamily="18" charset="0"/>
                          <a:cs typeface="Times New Roman"/>
                        </a:rPr>
                        <a:t>Activate backup servers, block offending IP ranges</a:t>
                      </a:r>
                      <a:endParaRPr lang="en-GB" sz="800" b="0" noProof="0">
                        <a:effectLst/>
                        <a:latin typeface="IBM Plex Sans" panose="020B0503050203000203" pitchFamily="34" charset="0"/>
                        <a:ea typeface="Times New Roman" panose="02020603050405020304" pitchFamily="18" charset="0"/>
                        <a:cs typeface="Times New Roman" panose="02020603050405020304" pitchFamily="18" charset="0"/>
                      </a:endParaRPr>
                    </a:p>
                  </a:txBody>
                  <a:tcPr marL="41148" marR="41148" marT="41148" marB="41148">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T w="12700" cap="flat" cmpd="sng" algn="ctr">
                      <a:solidFill>
                        <a:srgbClr val="325CBE"/>
                      </a:solidFill>
                      <a:prstDash val="solid"/>
                      <a:round/>
                      <a:headEnd type="none" w="med" len="med"/>
                      <a:tailEnd type="none" w="med" len="med"/>
                    </a:lnT>
                    <a:lnB w="12700" cap="flat" cmpd="sng" algn="ctr">
                      <a:solidFill>
                        <a:srgbClr val="325CBE"/>
                      </a:solidFill>
                      <a:prstDash val="solid"/>
                      <a:round/>
                      <a:headEnd type="none" w="med" len="med"/>
                      <a:tailEnd type="none" w="med" len="med"/>
                    </a:lnB>
                    <a:solidFill>
                      <a:schemeClr val="bg1"/>
                    </a:solidFill>
                  </a:tcPr>
                </a:tc>
                <a:tc>
                  <a:txBody>
                    <a:bodyPr/>
                    <a:lstStyle/>
                    <a:p>
                      <a:pPr algn="ctr">
                        <a:spcAft>
                          <a:spcPts val="0"/>
                        </a:spcAft>
                      </a:pPr>
                      <a:r>
                        <a:rPr lang="en-GB" sz="800" b="0" noProof="0">
                          <a:effectLst/>
                          <a:latin typeface="IBM Plex Sans" panose="020B0503050203000203" pitchFamily="34" charset="0"/>
                          <a:ea typeface="Times New Roman" panose="02020603050405020304" pitchFamily="18" charset="0"/>
                          <a:cs typeface="Times New Roman"/>
                        </a:rPr>
                        <a:t>M</a:t>
                      </a:r>
                    </a:p>
                  </a:txBody>
                  <a:tcPr marL="41148" marR="41148" marT="41148" marB="41148">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T w="12700" cap="flat" cmpd="sng" algn="ctr">
                      <a:solidFill>
                        <a:srgbClr val="325CBE"/>
                      </a:solidFill>
                      <a:prstDash val="solid"/>
                      <a:round/>
                      <a:headEnd type="none" w="med" len="med"/>
                      <a:tailEnd type="none" w="med" len="med"/>
                    </a:lnT>
                    <a:lnB w="12700" cap="flat" cmpd="sng" algn="ctr">
                      <a:solidFill>
                        <a:srgbClr val="325CBE"/>
                      </a:solidFill>
                      <a:prstDash val="solid"/>
                      <a:round/>
                      <a:headEnd type="none" w="med" len="med"/>
                      <a:tailEnd type="none" w="med" len="med"/>
                    </a:lnB>
                    <a:solidFill>
                      <a:schemeClr val="bg1"/>
                    </a:solidFill>
                  </a:tcPr>
                </a:tc>
                <a:tc>
                  <a:txBody>
                    <a:bodyPr/>
                    <a:lstStyle/>
                    <a:p>
                      <a:pPr algn="ctr">
                        <a:spcAft>
                          <a:spcPts val="0"/>
                        </a:spcAft>
                      </a:pPr>
                      <a:r>
                        <a:rPr lang="en-GB" sz="800" b="0" noProof="0">
                          <a:effectLst/>
                          <a:latin typeface="IBM Plex Sans" panose="020B0503050203000203" pitchFamily="34" charset="0"/>
                          <a:ea typeface="Times New Roman" panose="02020603050405020304" pitchFamily="18" charset="0"/>
                          <a:cs typeface="Times New Roman"/>
                        </a:rPr>
                        <a:t>M</a:t>
                      </a:r>
                    </a:p>
                  </a:txBody>
                  <a:tcPr marL="41148" marR="41148" marT="41148" marB="41148">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T w="12700" cap="flat" cmpd="sng" algn="ctr">
                      <a:solidFill>
                        <a:srgbClr val="325CBE"/>
                      </a:solidFill>
                      <a:prstDash val="solid"/>
                      <a:round/>
                      <a:headEnd type="none" w="med" len="med"/>
                      <a:tailEnd type="none" w="med" len="med"/>
                    </a:lnT>
                    <a:lnB w="12700" cap="flat" cmpd="sng" algn="ctr">
                      <a:solidFill>
                        <a:srgbClr val="325CBE"/>
                      </a:solidFill>
                      <a:prstDash val="solid"/>
                      <a:round/>
                      <a:headEnd type="none" w="med" len="med"/>
                      <a:tailEnd type="none" w="med" len="med"/>
                    </a:lnB>
                    <a:solidFill>
                      <a:schemeClr val="bg1"/>
                    </a:solidFill>
                  </a:tcPr>
                </a:tc>
                <a:tc>
                  <a:txBody>
                    <a:bodyPr/>
                    <a:lstStyle/>
                    <a:p>
                      <a:pPr algn="ctr">
                        <a:spcAft>
                          <a:spcPts val="0"/>
                        </a:spcAft>
                      </a:pPr>
                      <a:r>
                        <a:rPr lang="en-GB" sz="800" b="0" noProof="0">
                          <a:effectLst/>
                          <a:latin typeface="IBM Plex Sans" panose="020B0503050203000203" pitchFamily="34" charset="0"/>
                          <a:ea typeface="Times New Roman" panose="02020603050405020304" pitchFamily="18" charset="0"/>
                          <a:cs typeface="Times New Roman"/>
                        </a:rPr>
                        <a:t>M</a:t>
                      </a:r>
                    </a:p>
                  </a:txBody>
                  <a:tcPr marL="41148" marR="41148" marT="41148" marB="41148">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T w="12700" cap="flat" cmpd="sng" algn="ctr">
                      <a:solidFill>
                        <a:srgbClr val="325CBE"/>
                      </a:solidFill>
                      <a:prstDash val="solid"/>
                      <a:round/>
                      <a:headEnd type="none" w="med" len="med"/>
                      <a:tailEnd type="none" w="med" len="med"/>
                    </a:lnT>
                    <a:lnB w="12700" cap="flat" cmpd="sng" algn="ctr">
                      <a:solidFill>
                        <a:srgbClr val="325CBE"/>
                      </a:solidFill>
                      <a:prstDash val="solid"/>
                      <a:round/>
                      <a:headEnd type="none" w="med" len="med"/>
                      <a:tailEnd type="none" w="med" len="med"/>
                    </a:lnB>
                    <a:solidFill>
                      <a:schemeClr val="bg1"/>
                    </a:solidFill>
                  </a:tcPr>
                </a:tc>
                <a:extLst>
                  <a:ext uri="{0D108BD9-81ED-4DB2-BD59-A6C34878D82A}">
                    <a16:rowId xmlns:a16="http://schemas.microsoft.com/office/drawing/2014/main" val="269976467"/>
                  </a:ext>
                </a:extLst>
              </a:tr>
              <a:tr h="210088">
                <a:tc>
                  <a:txBody>
                    <a:bodyPr/>
                    <a:lstStyle/>
                    <a:p>
                      <a:pPr lvl="0" algn="l">
                        <a:lnSpc>
                          <a:spcPct val="100000"/>
                        </a:lnSpc>
                        <a:spcBef>
                          <a:spcPts val="0"/>
                        </a:spcBef>
                        <a:spcAft>
                          <a:spcPts val="0"/>
                        </a:spcAft>
                        <a:buNone/>
                      </a:pPr>
                      <a:r>
                        <a:rPr lang="en-GB" sz="800" b="0" i="0" u="none" strike="noStrike" noProof="0">
                          <a:solidFill>
                            <a:srgbClr val="000000"/>
                          </a:solidFill>
                          <a:effectLst/>
                          <a:latin typeface="IBM Plex Sans" panose="020B0503050203000203" pitchFamily="34" charset="0"/>
                        </a:rPr>
                        <a:t>MongoDB/Redis databases</a:t>
                      </a:r>
                      <a:endParaRPr lang="en-GB" noProof="0">
                        <a:latin typeface="IBM Plex Sans" panose="020B0503050203000203" pitchFamily="34" charset="0"/>
                      </a:endParaRPr>
                    </a:p>
                  </a:txBody>
                  <a:tcPr marL="41148" marR="41148" marT="41148" marB="41148">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T w="12700" cap="flat" cmpd="sng" algn="ctr">
                      <a:solidFill>
                        <a:srgbClr val="325CBE"/>
                      </a:solidFill>
                      <a:prstDash val="solid"/>
                      <a:round/>
                      <a:headEnd type="none" w="med" len="med"/>
                      <a:tailEnd type="none" w="med" len="med"/>
                    </a:lnT>
                    <a:lnB w="12700" cap="flat" cmpd="sng" algn="ctr">
                      <a:solidFill>
                        <a:srgbClr val="325CBE"/>
                      </a:solidFill>
                      <a:prstDash val="solid"/>
                      <a:round/>
                      <a:headEnd type="none" w="med" len="med"/>
                      <a:tailEnd type="none" w="med" len="med"/>
                    </a:lnB>
                    <a:solidFill>
                      <a:schemeClr val="bg1"/>
                    </a:solidFill>
                  </a:tcPr>
                </a:tc>
                <a:tc>
                  <a:txBody>
                    <a:bodyPr/>
                    <a:lstStyle/>
                    <a:p>
                      <a:pPr algn="l">
                        <a:spcAft>
                          <a:spcPts val="0"/>
                        </a:spcAft>
                      </a:pPr>
                      <a:r>
                        <a:rPr lang="en-GB" sz="800" b="0" noProof="0">
                          <a:effectLst/>
                          <a:latin typeface="IBM Plex Sans" panose="020B0503050203000203" pitchFamily="34" charset="0"/>
                          <a:ea typeface="Times New Roman" panose="02020603050405020304" pitchFamily="18" charset="0"/>
                          <a:cs typeface="Times New Roman"/>
                        </a:rPr>
                        <a:t>NO-SQL injection attacks</a:t>
                      </a:r>
                      <a:endParaRPr lang="en-GB" sz="800" b="0" noProof="0">
                        <a:effectLst/>
                        <a:latin typeface="IBM Plex Sans" panose="020B0503050203000203" pitchFamily="34" charset="0"/>
                        <a:ea typeface="Times New Roman" panose="02020603050405020304" pitchFamily="18" charset="0"/>
                        <a:cs typeface="Times New Roman" panose="02020603050405020304" pitchFamily="18" charset="0"/>
                      </a:endParaRPr>
                    </a:p>
                  </a:txBody>
                  <a:tcPr marL="41148" marR="41148" marT="41148" marB="41148">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T w="12700" cap="flat" cmpd="sng" algn="ctr">
                      <a:solidFill>
                        <a:srgbClr val="325CBE"/>
                      </a:solidFill>
                      <a:prstDash val="solid"/>
                      <a:round/>
                      <a:headEnd type="none" w="med" len="med"/>
                      <a:tailEnd type="none" w="med" len="med"/>
                    </a:lnT>
                    <a:lnB w="12700" cap="flat" cmpd="sng" algn="ctr">
                      <a:solidFill>
                        <a:srgbClr val="325CBE"/>
                      </a:solidFill>
                      <a:prstDash val="solid"/>
                      <a:round/>
                      <a:headEnd type="none" w="med" len="med"/>
                      <a:tailEnd type="none" w="med" len="med"/>
                    </a:lnB>
                    <a:solidFill>
                      <a:schemeClr val="bg1"/>
                    </a:solidFill>
                  </a:tcPr>
                </a:tc>
                <a:tc>
                  <a:txBody>
                    <a:bodyPr/>
                    <a:lstStyle/>
                    <a:p>
                      <a:pPr algn="l">
                        <a:spcAft>
                          <a:spcPts val="0"/>
                        </a:spcAft>
                      </a:pPr>
                      <a:r>
                        <a:rPr lang="en-GB" sz="800" b="0" noProof="0">
                          <a:effectLst/>
                          <a:latin typeface="IBM Plex Sans" panose="020B0503050203000203" pitchFamily="34" charset="0"/>
                          <a:ea typeface="Times New Roman" panose="02020603050405020304" pitchFamily="18" charset="0"/>
                          <a:cs typeface="Times New Roman"/>
                        </a:rPr>
                        <a:t>External Unauthorised</a:t>
                      </a:r>
                      <a:endParaRPr lang="en-GB" sz="800" b="0" noProof="0">
                        <a:effectLst/>
                        <a:latin typeface="IBM Plex Sans" panose="020B0503050203000203" pitchFamily="34" charset="0"/>
                        <a:ea typeface="Times New Roman" panose="02020603050405020304" pitchFamily="18" charset="0"/>
                        <a:cs typeface="Times New Roman" panose="02020603050405020304" pitchFamily="18" charset="0"/>
                      </a:endParaRPr>
                    </a:p>
                  </a:txBody>
                  <a:tcPr marL="41148" marR="41148" marT="41148" marB="41148">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T w="12700" cap="flat" cmpd="sng" algn="ctr">
                      <a:solidFill>
                        <a:srgbClr val="325CBE"/>
                      </a:solidFill>
                      <a:prstDash val="solid"/>
                      <a:round/>
                      <a:headEnd type="none" w="med" len="med"/>
                      <a:tailEnd type="none" w="med" len="med"/>
                    </a:lnT>
                    <a:lnB w="12700" cap="flat" cmpd="sng" algn="ctr">
                      <a:solidFill>
                        <a:srgbClr val="325CBE"/>
                      </a:solidFill>
                      <a:prstDash val="solid"/>
                      <a:round/>
                      <a:headEnd type="none" w="med" len="med"/>
                      <a:tailEnd type="none" w="med" len="med"/>
                    </a:lnB>
                    <a:solidFill>
                      <a:schemeClr val="bg1"/>
                    </a:solidFill>
                  </a:tcPr>
                </a:tc>
                <a:tc>
                  <a:txBody>
                    <a:bodyPr/>
                    <a:lstStyle/>
                    <a:p>
                      <a:pPr algn="ctr">
                        <a:spcAft>
                          <a:spcPts val="0"/>
                        </a:spcAft>
                      </a:pPr>
                      <a:r>
                        <a:rPr lang="en-GB" sz="800" b="0" noProof="0">
                          <a:effectLst/>
                          <a:latin typeface="IBM Plex Sans" panose="020B0503050203000203" pitchFamily="34" charset="0"/>
                          <a:ea typeface="Times New Roman" panose="02020603050405020304" pitchFamily="18" charset="0"/>
                          <a:cs typeface="Times New Roman"/>
                        </a:rPr>
                        <a:t>T.I</a:t>
                      </a:r>
                      <a:endParaRPr lang="en-GB" sz="800" b="0" noProof="0">
                        <a:effectLst/>
                        <a:latin typeface="IBM Plex Sans" panose="020B0503050203000203" pitchFamily="34" charset="0"/>
                        <a:ea typeface="Times New Roman" panose="02020603050405020304" pitchFamily="18" charset="0"/>
                        <a:cs typeface="Times New Roman" panose="02020603050405020304" pitchFamily="18" charset="0"/>
                      </a:endParaRPr>
                    </a:p>
                  </a:txBody>
                  <a:tcPr marL="41148" marR="41148" marT="41148" marB="41148">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T w="12700" cap="flat" cmpd="sng" algn="ctr">
                      <a:solidFill>
                        <a:srgbClr val="325CBE"/>
                      </a:solidFill>
                      <a:prstDash val="solid"/>
                      <a:round/>
                      <a:headEnd type="none" w="med" len="med"/>
                      <a:tailEnd type="none" w="med" len="med"/>
                    </a:lnT>
                    <a:lnB w="12700" cap="flat" cmpd="sng" algn="ctr">
                      <a:solidFill>
                        <a:srgbClr val="325CBE"/>
                      </a:solidFill>
                      <a:prstDash val="solid"/>
                      <a:round/>
                      <a:headEnd type="none" w="med" len="med"/>
                      <a:tailEnd type="none" w="med" len="med"/>
                    </a:lnB>
                    <a:solidFill>
                      <a:schemeClr val="bg1"/>
                    </a:solidFill>
                  </a:tcPr>
                </a:tc>
                <a:tc>
                  <a:txBody>
                    <a:bodyPr/>
                    <a:lstStyle/>
                    <a:p>
                      <a:pPr algn="l">
                        <a:spcAft>
                          <a:spcPts val="0"/>
                        </a:spcAft>
                      </a:pPr>
                      <a:r>
                        <a:rPr lang="en-GB" sz="800" b="0" noProof="0">
                          <a:effectLst/>
                          <a:latin typeface="IBM Plex Sans" panose="020B0503050203000203" pitchFamily="34" charset="0"/>
                          <a:ea typeface="Times New Roman" panose="02020603050405020304" pitchFamily="18" charset="0"/>
                          <a:cs typeface="Times New Roman"/>
                        </a:rPr>
                        <a:t>H</a:t>
                      </a:r>
                      <a:endParaRPr lang="en-GB" sz="800" b="0" noProof="0">
                        <a:effectLst/>
                        <a:latin typeface="IBM Plex Sans" panose="020B0503050203000203" pitchFamily="34" charset="0"/>
                        <a:ea typeface="Times New Roman" panose="02020603050405020304" pitchFamily="18" charset="0"/>
                        <a:cs typeface="Times New Roman" panose="02020603050405020304" pitchFamily="18" charset="0"/>
                      </a:endParaRPr>
                    </a:p>
                  </a:txBody>
                  <a:tcPr marL="41148" marR="41148" marT="41148" marB="41148">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T w="12700" cap="flat" cmpd="sng" algn="ctr">
                      <a:solidFill>
                        <a:srgbClr val="325CBE"/>
                      </a:solidFill>
                      <a:prstDash val="solid"/>
                      <a:round/>
                      <a:headEnd type="none" w="med" len="med"/>
                      <a:tailEnd type="none" w="med" len="med"/>
                    </a:lnT>
                    <a:lnB w="12700" cap="flat" cmpd="sng" algn="ctr">
                      <a:solidFill>
                        <a:srgbClr val="325CBE"/>
                      </a:solidFill>
                      <a:prstDash val="solid"/>
                      <a:round/>
                      <a:headEnd type="none" w="med" len="med"/>
                      <a:tailEnd type="none" w="med" len="med"/>
                    </a:lnB>
                    <a:solidFill>
                      <a:schemeClr val="bg1"/>
                    </a:solidFill>
                  </a:tcPr>
                </a:tc>
                <a:tc>
                  <a:txBody>
                    <a:bodyPr/>
                    <a:lstStyle/>
                    <a:p>
                      <a:pPr algn="l">
                        <a:spcAft>
                          <a:spcPts val="0"/>
                        </a:spcAft>
                      </a:pPr>
                      <a:r>
                        <a:rPr lang="en-GB" sz="800" b="0" noProof="0">
                          <a:effectLst/>
                          <a:latin typeface="IBM Plex Sans" panose="020B0503050203000203" pitchFamily="34" charset="0"/>
                          <a:ea typeface="Times New Roman" panose="02020603050405020304" pitchFamily="18" charset="0"/>
                          <a:cs typeface="Times New Roman"/>
                        </a:rPr>
                        <a:t>H</a:t>
                      </a:r>
                      <a:endParaRPr lang="en-GB" sz="800" b="0" noProof="0">
                        <a:effectLst/>
                        <a:latin typeface="IBM Plex Sans" panose="020B0503050203000203" pitchFamily="34" charset="0"/>
                        <a:ea typeface="Times New Roman" panose="02020603050405020304" pitchFamily="18" charset="0"/>
                        <a:cs typeface="Times New Roman" panose="02020603050405020304" pitchFamily="18" charset="0"/>
                      </a:endParaRPr>
                    </a:p>
                  </a:txBody>
                  <a:tcPr marL="41148" marR="41148" marT="41148" marB="41148">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T w="12700" cap="flat" cmpd="sng" algn="ctr">
                      <a:solidFill>
                        <a:srgbClr val="325CBE"/>
                      </a:solidFill>
                      <a:prstDash val="solid"/>
                      <a:round/>
                      <a:headEnd type="none" w="med" len="med"/>
                      <a:tailEnd type="none" w="med" len="med"/>
                    </a:lnT>
                    <a:lnB w="12700" cap="flat" cmpd="sng" algn="ctr">
                      <a:solidFill>
                        <a:srgbClr val="325CBE"/>
                      </a:solidFill>
                      <a:prstDash val="solid"/>
                      <a:round/>
                      <a:headEnd type="none" w="med" len="med"/>
                      <a:tailEnd type="none" w="med" len="med"/>
                    </a:lnB>
                    <a:solidFill>
                      <a:schemeClr val="bg1"/>
                    </a:solidFill>
                  </a:tcPr>
                </a:tc>
                <a:tc>
                  <a:txBody>
                    <a:bodyPr/>
                    <a:lstStyle/>
                    <a:p>
                      <a:pPr algn="l">
                        <a:spcAft>
                          <a:spcPts val="0"/>
                        </a:spcAft>
                      </a:pPr>
                      <a:r>
                        <a:rPr lang="en-GB" sz="800" b="0" noProof="0">
                          <a:effectLst/>
                          <a:latin typeface="IBM Plex Sans" panose="020B0503050203000203" pitchFamily="34" charset="0"/>
                          <a:ea typeface="Times New Roman" panose="02020603050405020304" pitchFamily="18" charset="0"/>
                          <a:cs typeface="Times New Roman"/>
                        </a:rPr>
                        <a:t>H</a:t>
                      </a:r>
                      <a:endParaRPr lang="en-GB" sz="800" b="0" noProof="0">
                        <a:effectLst/>
                        <a:latin typeface="IBM Plex Sans" panose="020B0503050203000203" pitchFamily="34" charset="0"/>
                        <a:ea typeface="Times New Roman" panose="02020603050405020304" pitchFamily="18" charset="0"/>
                        <a:cs typeface="Times New Roman" panose="02020603050405020304" pitchFamily="18" charset="0"/>
                      </a:endParaRPr>
                    </a:p>
                  </a:txBody>
                  <a:tcPr marL="41148" marR="41148" marT="41148" marB="41148">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T w="12700" cap="flat" cmpd="sng" algn="ctr">
                      <a:solidFill>
                        <a:srgbClr val="325CBE"/>
                      </a:solidFill>
                      <a:prstDash val="solid"/>
                      <a:round/>
                      <a:headEnd type="none" w="med" len="med"/>
                      <a:tailEnd type="none" w="med" len="med"/>
                    </a:lnT>
                    <a:lnB w="12700" cap="flat" cmpd="sng" algn="ctr">
                      <a:solidFill>
                        <a:srgbClr val="325CBE"/>
                      </a:solidFill>
                      <a:prstDash val="solid"/>
                      <a:round/>
                      <a:headEnd type="none" w="med" len="med"/>
                      <a:tailEnd type="none" w="med" len="med"/>
                    </a:lnB>
                    <a:solidFill>
                      <a:schemeClr val="bg1"/>
                    </a:solidFill>
                  </a:tcPr>
                </a:tc>
                <a:tc>
                  <a:txBody>
                    <a:bodyPr/>
                    <a:lstStyle/>
                    <a:p>
                      <a:pPr algn="l">
                        <a:spcAft>
                          <a:spcPts val="0"/>
                        </a:spcAft>
                      </a:pPr>
                      <a:r>
                        <a:rPr lang="en-GB" sz="800" b="0" noProof="0">
                          <a:effectLst/>
                          <a:latin typeface="IBM Plex Sans" panose="020B0503050203000203" pitchFamily="34" charset="0"/>
                          <a:ea typeface="Times New Roman" panose="02020603050405020304" pitchFamily="18" charset="0"/>
                          <a:cs typeface="Times New Roman"/>
                        </a:rPr>
                        <a:t>Query sanitization, ORM enforcement, Redis ACLs</a:t>
                      </a:r>
                      <a:endParaRPr lang="en-GB" sz="800" b="0" noProof="0">
                        <a:effectLst/>
                        <a:latin typeface="IBM Plex Sans" panose="020B0503050203000203" pitchFamily="34" charset="0"/>
                        <a:ea typeface="Times New Roman" panose="02020603050405020304" pitchFamily="18" charset="0"/>
                        <a:cs typeface="Times New Roman" panose="02020603050405020304" pitchFamily="18" charset="0"/>
                      </a:endParaRPr>
                    </a:p>
                  </a:txBody>
                  <a:tcPr marL="41148" marR="41148" marT="41148" marB="41148">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T w="12700" cap="flat" cmpd="sng" algn="ctr">
                      <a:solidFill>
                        <a:srgbClr val="325CBE"/>
                      </a:solidFill>
                      <a:prstDash val="solid"/>
                      <a:round/>
                      <a:headEnd type="none" w="med" len="med"/>
                      <a:tailEnd type="none" w="med" len="med"/>
                    </a:lnT>
                    <a:lnB w="12700" cap="flat" cmpd="sng" algn="ctr">
                      <a:solidFill>
                        <a:srgbClr val="325CBE"/>
                      </a:solidFill>
                      <a:prstDash val="solid"/>
                      <a:round/>
                      <a:headEnd type="none" w="med" len="med"/>
                      <a:tailEnd type="none" w="med" len="med"/>
                    </a:lnB>
                    <a:solidFill>
                      <a:schemeClr val="bg1"/>
                    </a:solidFill>
                  </a:tcPr>
                </a:tc>
                <a:tc>
                  <a:txBody>
                    <a:bodyPr/>
                    <a:lstStyle/>
                    <a:p>
                      <a:pPr algn="l">
                        <a:spcAft>
                          <a:spcPts val="0"/>
                        </a:spcAft>
                      </a:pPr>
                      <a:r>
                        <a:rPr lang="en-GB" sz="800" b="0" noProof="0">
                          <a:effectLst/>
                          <a:latin typeface="IBM Plex Sans" panose="020B0503050203000203" pitchFamily="34" charset="0"/>
                          <a:ea typeface="Times New Roman" panose="02020603050405020304" pitchFamily="18" charset="0"/>
                          <a:cs typeface="Times New Roman"/>
                        </a:rPr>
                        <a:t>Monitor DB access logs, IDS/IPS</a:t>
                      </a:r>
                      <a:endParaRPr lang="en-GB" sz="800" b="0" noProof="0">
                        <a:effectLst/>
                        <a:latin typeface="IBM Plex Sans" panose="020B0503050203000203" pitchFamily="34" charset="0"/>
                        <a:ea typeface="Times New Roman" panose="02020603050405020304" pitchFamily="18" charset="0"/>
                        <a:cs typeface="Times New Roman" panose="02020603050405020304" pitchFamily="18" charset="0"/>
                      </a:endParaRPr>
                    </a:p>
                  </a:txBody>
                  <a:tcPr marL="41148" marR="41148" marT="41148" marB="41148">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T w="12700" cap="flat" cmpd="sng" algn="ctr">
                      <a:solidFill>
                        <a:srgbClr val="325CBE"/>
                      </a:solidFill>
                      <a:prstDash val="solid"/>
                      <a:round/>
                      <a:headEnd type="none" w="med" len="med"/>
                      <a:tailEnd type="none" w="med" len="med"/>
                    </a:lnT>
                    <a:lnB w="12700" cap="flat" cmpd="sng" algn="ctr">
                      <a:solidFill>
                        <a:srgbClr val="325CBE"/>
                      </a:solidFill>
                      <a:prstDash val="solid"/>
                      <a:round/>
                      <a:headEnd type="none" w="med" len="med"/>
                      <a:tailEnd type="none" w="med" len="med"/>
                    </a:lnB>
                    <a:solidFill>
                      <a:schemeClr val="bg1"/>
                    </a:solidFill>
                  </a:tcPr>
                </a:tc>
                <a:tc>
                  <a:txBody>
                    <a:bodyPr/>
                    <a:lstStyle/>
                    <a:p>
                      <a:pPr algn="l">
                        <a:spcAft>
                          <a:spcPts val="0"/>
                        </a:spcAft>
                      </a:pPr>
                      <a:r>
                        <a:rPr lang="en-GB" sz="800" b="0" noProof="0" dirty="0">
                          <a:effectLst/>
                          <a:latin typeface="IBM Plex Sans" panose="020B0503050203000203" pitchFamily="34" charset="0"/>
                          <a:ea typeface="Times New Roman" panose="02020603050405020304" pitchFamily="18" charset="0"/>
                          <a:cs typeface="Times New Roman"/>
                        </a:rPr>
                        <a:t>Restore from backup, patch injection vendor</a:t>
                      </a:r>
                    </a:p>
                  </a:txBody>
                  <a:tcPr marL="41148" marR="41148" marT="41148" marB="41148">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T w="12700" cap="flat" cmpd="sng" algn="ctr">
                      <a:solidFill>
                        <a:srgbClr val="325CBE"/>
                      </a:solidFill>
                      <a:prstDash val="solid"/>
                      <a:round/>
                      <a:headEnd type="none" w="med" len="med"/>
                      <a:tailEnd type="none" w="med" len="med"/>
                    </a:lnT>
                    <a:lnB w="12700" cap="flat" cmpd="sng" algn="ctr">
                      <a:solidFill>
                        <a:srgbClr val="325CBE"/>
                      </a:solidFill>
                      <a:prstDash val="solid"/>
                      <a:round/>
                      <a:headEnd type="none" w="med" len="med"/>
                      <a:tailEnd type="none" w="med" len="med"/>
                    </a:lnB>
                    <a:solidFill>
                      <a:schemeClr val="bg1"/>
                    </a:solidFill>
                  </a:tcPr>
                </a:tc>
                <a:tc>
                  <a:txBody>
                    <a:bodyPr/>
                    <a:lstStyle/>
                    <a:p>
                      <a:pPr algn="ctr">
                        <a:spcAft>
                          <a:spcPts val="0"/>
                        </a:spcAft>
                      </a:pPr>
                      <a:r>
                        <a:rPr lang="en-GB" sz="800" b="0" noProof="0" dirty="0">
                          <a:effectLst/>
                          <a:latin typeface="IBM Plex Sans" panose="020B0503050203000203" pitchFamily="34" charset="0"/>
                          <a:ea typeface="Times New Roman" panose="02020603050405020304" pitchFamily="18" charset="0"/>
                          <a:cs typeface="Times New Roman"/>
                        </a:rPr>
                        <a:t>L</a:t>
                      </a:r>
                      <a:endParaRPr lang="en-GB" sz="800" b="0" noProof="0" dirty="0">
                        <a:effectLst/>
                        <a:latin typeface="IBM Plex Sans" panose="020B0503050203000203" pitchFamily="34" charset="0"/>
                        <a:ea typeface="Times New Roman" panose="02020603050405020304" pitchFamily="18" charset="0"/>
                        <a:cs typeface="Times New Roman" panose="02020603050405020304" pitchFamily="18" charset="0"/>
                      </a:endParaRPr>
                    </a:p>
                  </a:txBody>
                  <a:tcPr marL="41148" marR="41148" marT="41148" marB="41148">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T w="12700" cap="flat" cmpd="sng" algn="ctr">
                      <a:solidFill>
                        <a:srgbClr val="325CBE"/>
                      </a:solidFill>
                      <a:prstDash val="solid"/>
                      <a:round/>
                      <a:headEnd type="none" w="med" len="med"/>
                      <a:tailEnd type="none" w="med" len="med"/>
                    </a:lnT>
                    <a:lnB w="12700" cap="flat" cmpd="sng" algn="ctr">
                      <a:solidFill>
                        <a:srgbClr val="325CBE"/>
                      </a:solidFill>
                      <a:prstDash val="solid"/>
                      <a:round/>
                      <a:headEnd type="none" w="med" len="med"/>
                      <a:tailEnd type="none" w="med" len="med"/>
                    </a:lnB>
                    <a:solidFill>
                      <a:schemeClr val="bg1"/>
                    </a:solidFill>
                  </a:tcPr>
                </a:tc>
                <a:tc>
                  <a:txBody>
                    <a:bodyPr/>
                    <a:lstStyle/>
                    <a:p>
                      <a:pPr algn="ctr">
                        <a:spcAft>
                          <a:spcPts val="0"/>
                        </a:spcAft>
                      </a:pPr>
                      <a:r>
                        <a:rPr lang="en-GB" sz="800" b="0" noProof="0">
                          <a:effectLst/>
                          <a:latin typeface="IBM Plex Sans" panose="020B0503050203000203" pitchFamily="34" charset="0"/>
                          <a:ea typeface="Times New Roman" panose="02020603050405020304" pitchFamily="18" charset="0"/>
                          <a:cs typeface="Times New Roman"/>
                        </a:rPr>
                        <a:t>M</a:t>
                      </a:r>
                      <a:endParaRPr lang="en-GB" sz="800" b="0" noProof="0">
                        <a:effectLst/>
                        <a:latin typeface="IBM Plex Sans" panose="020B0503050203000203" pitchFamily="34" charset="0"/>
                        <a:ea typeface="Times New Roman" panose="02020603050405020304" pitchFamily="18" charset="0"/>
                        <a:cs typeface="Times New Roman" panose="02020603050405020304" pitchFamily="18" charset="0"/>
                      </a:endParaRPr>
                    </a:p>
                  </a:txBody>
                  <a:tcPr marL="41148" marR="41148" marT="41148" marB="41148">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T w="12700" cap="flat" cmpd="sng" algn="ctr">
                      <a:solidFill>
                        <a:srgbClr val="325CBE"/>
                      </a:solidFill>
                      <a:prstDash val="solid"/>
                      <a:round/>
                      <a:headEnd type="none" w="med" len="med"/>
                      <a:tailEnd type="none" w="med" len="med"/>
                    </a:lnT>
                    <a:lnB w="12700" cap="flat" cmpd="sng" algn="ctr">
                      <a:solidFill>
                        <a:srgbClr val="325CBE"/>
                      </a:solidFill>
                      <a:prstDash val="solid"/>
                      <a:round/>
                      <a:headEnd type="none" w="med" len="med"/>
                      <a:tailEnd type="none" w="med" len="med"/>
                    </a:lnB>
                    <a:solidFill>
                      <a:schemeClr val="bg1"/>
                    </a:solidFill>
                  </a:tcPr>
                </a:tc>
                <a:tc>
                  <a:txBody>
                    <a:bodyPr/>
                    <a:lstStyle/>
                    <a:p>
                      <a:pPr algn="ctr">
                        <a:spcAft>
                          <a:spcPts val="0"/>
                        </a:spcAft>
                      </a:pPr>
                      <a:r>
                        <a:rPr lang="en-GB" sz="800" b="0" noProof="0">
                          <a:effectLst/>
                          <a:latin typeface="IBM Plex Sans" panose="020B0503050203000203" pitchFamily="34" charset="0"/>
                          <a:ea typeface="Times New Roman" panose="02020603050405020304" pitchFamily="18" charset="0"/>
                          <a:cs typeface="Times New Roman"/>
                        </a:rPr>
                        <a:t>L</a:t>
                      </a:r>
                      <a:endParaRPr lang="en-GB" sz="800" b="0" noProof="0">
                        <a:effectLst/>
                        <a:latin typeface="IBM Plex Sans" panose="020B0503050203000203" pitchFamily="34" charset="0"/>
                        <a:ea typeface="Times New Roman" panose="02020603050405020304" pitchFamily="18" charset="0"/>
                        <a:cs typeface="Times New Roman" panose="02020603050405020304" pitchFamily="18" charset="0"/>
                      </a:endParaRPr>
                    </a:p>
                  </a:txBody>
                  <a:tcPr marL="41148" marR="41148" marT="41148" marB="41148">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T w="12700" cap="flat" cmpd="sng" algn="ctr">
                      <a:solidFill>
                        <a:srgbClr val="325CBE"/>
                      </a:solidFill>
                      <a:prstDash val="solid"/>
                      <a:round/>
                      <a:headEnd type="none" w="med" len="med"/>
                      <a:tailEnd type="none" w="med" len="med"/>
                    </a:lnT>
                    <a:lnB w="12700" cap="flat" cmpd="sng" algn="ctr">
                      <a:solidFill>
                        <a:srgbClr val="325CBE"/>
                      </a:solidFill>
                      <a:prstDash val="solid"/>
                      <a:round/>
                      <a:headEnd type="none" w="med" len="med"/>
                      <a:tailEnd type="none" w="med" len="med"/>
                    </a:lnB>
                    <a:solidFill>
                      <a:schemeClr val="bg1"/>
                    </a:solidFill>
                  </a:tcPr>
                </a:tc>
                <a:extLst>
                  <a:ext uri="{0D108BD9-81ED-4DB2-BD59-A6C34878D82A}">
                    <a16:rowId xmlns:a16="http://schemas.microsoft.com/office/drawing/2014/main" val="3920346362"/>
                  </a:ext>
                </a:extLst>
              </a:tr>
              <a:tr h="210088">
                <a:tc>
                  <a:txBody>
                    <a:bodyPr/>
                    <a:lstStyle/>
                    <a:p>
                      <a:pPr lvl="0" algn="l">
                        <a:lnSpc>
                          <a:spcPct val="100000"/>
                        </a:lnSpc>
                        <a:spcBef>
                          <a:spcPts val="0"/>
                        </a:spcBef>
                        <a:spcAft>
                          <a:spcPts val="0"/>
                        </a:spcAft>
                        <a:buNone/>
                      </a:pPr>
                      <a:r>
                        <a:rPr lang="en-GB" sz="800" b="0" i="0" u="none" strike="noStrike" noProof="0">
                          <a:solidFill>
                            <a:srgbClr val="000000"/>
                          </a:solidFill>
                          <a:effectLst/>
                          <a:latin typeface="IBM Plex Sans" panose="020B0503050203000203" pitchFamily="34" charset="0"/>
                        </a:rPr>
                        <a:t>Chatbot response injection</a:t>
                      </a:r>
                      <a:endParaRPr lang="en-GB" noProof="0">
                        <a:latin typeface="IBM Plex Sans" panose="020B0503050203000203" pitchFamily="34" charset="0"/>
                      </a:endParaRPr>
                    </a:p>
                    <a:p>
                      <a:pPr lvl="0">
                        <a:spcAft>
                          <a:spcPts val="0"/>
                        </a:spcAft>
                        <a:buNone/>
                      </a:pPr>
                      <a:endParaRPr lang="en-GB" sz="800" b="0" noProof="0">
                        <a:effectLst/>
                        <a:latin typeface="IBM Plex Sans" panose="020B0503050203000203" pitchFamily="34" charset="0"/>
                        <a:ea typeface="Times New Roman" panose="02020603050405020304" pitchFamily="18" charset="0"/>
                        <a:cs typeface="Times New Roman"/>
                      </a:endParaRPr>
                    </a:p>
                  </a:txBody>
                  <a:tcPr marL="41148" marR="41148" marT="41148" marB="41148">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T w="12700" cap="flat" cmpd="sng" algn="ctr">
                      <a:solidFill>
                        <a:srgbClr val="325CBE"/>
                      </a:solidFill>
                      <a:prstDash val="solid"/>
                      <a:round/>
                      <a:headEnd type="none" w="med" len="med"/>
                      <a:tailEnd type="none" w="med" len="med"/>
                    </a:lnT>
                    <a:lnB w="12700" cap="flat" cmpd="sng" algn="ctr">
                      <a:solidFill>
                        <a:srgbClr val="325CBE"/>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GB" sz="800" b="0" i="0" u="none" strike="noStrike" noProof="0">
                          <a:solidFill>
                            <a:srgbClr val="000000"/>
                          </a:solidFill>
                          <a:effectLst/>
                          <a:latin typeface="IBM Plex Sans" panose="020B0503050203000203" pitchFamily="34" charset="0"/>
                        </a:rPr>
                        <a:t>Prompt injection leading to leakage of sensitive customer data</a:t>
                      </a:r>
                      <a:endParaRPr lang="en-GB" noProof="0">
                        <a:latin typeface="IBM Plex Sans" panose="020B0503050203000203" pitchFamily="34" charset="0"/>
                      </a:endParaRPr>
                    </a:p>
                  </a:txBody>
                  <a:tcPr marL="41148" marR="41148" marT="41148" marB="41148">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T w="12700" cap="flat" cmpd="sng" algn="ctr">
                      <a:solidFill>
                        <a:srgbClr val="325CBE"/>
                      </a:solidFill>
                      <a:prstDash val="solid"/>
                      <a:round/>
                      <a:headEnd type="none" w="med" len="med"/>
                      <a:tailEnd type="none" w="med" len="med"/>
                    </a:lnT>
                    <a:lnB w="12700" cap="flat" cmpd="sng" algn="ctr">
                      <a:solidFill>
                        <a:srgbClr val="325CBE"/>
                      </a:solidFill>
                      <a:prstDash val="solid"/>
                      <a:round/>
                      <a:headEnd type="none" w="med" len="med"/>
                      <a:tailEnd type="none" w="med" len="med"/>
                    </a:lnB>
                    <a:solidFill>
                      <a:schemeClr val="bg1"/>
                    </a:solidFill>
                  </a:tcPr>
                </a:tc>
                <a:tc>
                  <a:txBody>
                    <a:bodyPr/>
                    <a:lstStyle/>
                    <a:p>
                      <a:pPr algn="l">
                        <a:spcAft>
                          <a:spcPts val="0"/>
                        </a:spcAft>
                      </a:pPr>
                      <a:r>
                        <a:rPr lang="en-GB" sz="800" b="0" noProof="0">
                          <a:effectLst/>
                          <a:latin typeface="IBM Plex Sans" panose="020B0503050203000203" pitchFamily="34" charset="0"/>
                          <a:ea typeface="Times New Roman" panose="02020603050405020304" pitchFamily="18" charset="0"/>
                          <a:cs typeface="Times New Roman"/>
                        </a:rPr>
                        <a:t>External Unauthorised</a:t>
                      </a:r>
                      <a:endParaRPr lang="en-GB" sz="800" b="0" noProof="0">
                        <a:effectLst/>
                        <a:latin typeface="IBM Plex Sans" panose="020B0503050203000203" pitchFamily="34" charset="0"/>
                        <a:ea typeface="Times New Roman" panose="02020603050405020304" pitchFamily="18" charset="0"/>
                        <a:cs typeface="Times New Roman" panose="02020603050405020304" pitchFamily="18" charset="0"/>
                      </a:endParaRPr>
                    </a:p>
                  </a:txBody>
                  <a:tcPr marL="41148" marR="41148" marT="41148" marB="41148">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T w="12700" cap="flat" cmpd="sng" algn="ctr">
                      <a:solidFill>
                        <a:srgbClr val="325CBE"/>
                      </a:solidFill>
                      <a:prstDash val="solid"/>
                      <a:round/>
                      <a:headEnd type="none" w="med" len="med"/>
                      <a:tailEnd type="none" w="med" len="med"/>
                    </a:lnT>
                    <a:lnB w="12700" cap="flat" cmpd="sng" algn="ctr">
                      <a:solidFill>
                        <a:srgbClr val="325CBE"/>
                      </a:solidFill>
                      <a:prstDash val="solid"/>
                      <a:round/>
                      <a:headEnd type="none" w="med" len="med"/>
                      <a:tailEnd type="none" w="med" len="med"/>
                    </a:lnB>
                    <a:solidFill>
                      <a:schemeClr val="bg1"/>
                    </a:solidFill>
                  </a:tcPr>
                </a:tc>
                <a:tc>
                  <a:txBody>
                    <a:bodyPr/>
                    <a:lstStyle/>
                    <a:p>
                      <a:pPr algn="ctr">
                        <a:spcAft>
                          <a:spcPts val="0"/>
                        </a:spcAft>
                      </a:pPr>
                      <a:r>
                        <a:rPr lang="en-GB" sz="800" b="0" noProof="0">
                          <a:effectLst/>
                          <a:latin typeface="IBM Plex Sans" panose="020B0503050203000203" pitchFamily="34" charset="0"/>
                          <a:ea typeface="Times New Roman" panose="02020603050405020304" pitchFamily="18" charset="0"/>
                          <a:cs typeface="Times New Roman"/>
                        </a:rPr>
                        <a:t>I</a:t>
                      </a:r>
                      <a:endParaRPr lang="en-GB" sz="800" b="0" noProof="0">
                        <a:effectLst/>
                        <a:latin typeface="IBM Plex Sans" panose="020B0503050203000203" pitchFamily="34" charset="0"/>
                        <a:ea typeface="Times New Roman" panose="02020603050405020304" pitchFamily="18" charset="0"/>
                        <a:cs typeface="Times New Roman" panose="02020603050405020304" pitchFamily="18" charset="0"/>
                      </a:endParaRPr>
                    </a:p>
                  </a:txBody>
                  <a:tcPr marL="41148" marR="41148" marT="41148" marB="41148">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T w="12700" cap="flat" cmpd="sng" algn="ctr">
                      <a:solidFill>
                        <a:srgbClr val="325CBE"/>
                      </a:solidFill>
                      <a:prstDash val="solid"/>
                      <a:round/>
                      <a:headEnd type="none" w="med" len="med"/>
                      <a:tailEnd type="none" w="med" len="med"/>
                    </a:lnT>
                    <a:lnB w="12700" cap="flat" cmpd="sng" algn="ctr">
                      <a:solidFill>
                        <a:srgbClr val="325CBE"/>
                      </a:solidFill>
                      <a:prstDash val="solid"/>
                      <a:round/>
                      <a:headEnd type="none" w="med" len="med"/>
                      <a:tailEnd type="none" w="med" len="med"/>
                    </a:lnB>
                    <a:solidFill>
                      <a:schemeClr val="bg1"/>
                    </a:solidFill>
                  </a:tcPr>
                </a:tc>
                <a:tc>
                  <a:txBody>
                    <a:bodyPr/>
                    <a:lstStyle/>
                    <a:p>
                      <a:pPr algn="ctr">
                        <a:spcAft>
                          <a:spcPts val="0"/>
                        </a:spcAft>
                      </a:pPr>
                      <a:r>
                        <a:rPr lang="en-GB" sz="800" b="0" noProof="0">
                          <a:effectLst/>
                          <a:latin typeface="IBM Plex Sans" panose="020B0503050203000203" pitchFamily="34" charset="0"/>
                          <a:ea typeface="Times New Roman" panose="02020603050405020304" pitchFamily="18" charset="0"/>
                          <a:cs typeface="Times New Roman"/>
                        </a:rPr>
                        <a:t>M</a:t>
                      </a:r>
                      <a:endParaRPr lang="en-GB" sz="800" b="0" noProof="0">
                        <a:effectLst/>
                        <a:latin typeface="IBM Plex Sans" panose="020B0503050203000203" pitchFamily="34" charset="0"/>
                        <a:ea typeface="Times New Roman" panose="02020603050405020304" pitchFamily="18" charset="0"/>
                        <a:cs typeface="Times New Roman" panose="02020603050405020304" pitchFamily="18" charset="0"/>
                      </a:endParaRPr>
                    </a:p>
                  </a:txBody>
                  <a:tcPr marL="41148" marR="41148" marT="41148" marB="41148">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T w="12700" cap="flat" cmpd="sng" algn="ctr">
                      <a:solidFill>
                        <a:srgbClr val="325CBE"/>
                      </a:solidFill>
                      <a:prstDash val="solid"/>
                      <a:round/>
                      <a:headEnd type="none" w="med" len="med"/>
                      <a:tailEnd type="none" w="med" len="med"/>
                    </a:lnT>
                    <a:lnB w="12700" cap="flat" cmpd="sng" algn="ctr">
                      <a:solidFill>
                        <a:srgbClr val="325CBE"/>
                      </a:solidFill>
                      <a:prstDash val="solid"/>
                      <a:round/>
                      <a:headEnd type="none" w="med" len="med"/>
                      <a:tailEnd type="none" w="med" len="med"/>
                    </a:lnB>
                    <a:solidFill>
                      <a:schemeClr val="bg1"/>
                    </a:solidFill>
                  </a:tcPr>
                </a:tc>
                <a:tc>
                  <a:txBody>
                    <a:bodyPr/>
                    <a:lstStyle/>
                    <a:p>
                      <a:pPr algn="ctr">
                        <a:spcAft>
                          <a:spcPts val="0"/>
                        </a:spcAft>
                      </a:pPr>
                      <a:r>
                        <a:rPr lang="en-GB" sz="800" b="0" noProof="0">
                          <a:effectLst/>
                          <a:latin typeface="IBM Plex Sans" panose="020B0503050203000203" pitchFamily="34" charset="0"/>
                          <a:ea typeface="Times New Roman" panose="02020603050405020304" pitchFamily="18" charset="0"/>
                          <a:cs typeface="Times New Roman"/>
                        </a:rPr>
                        <a:t>M</a:t>
                      </a:r>
                      <a:endParaRPr lang="en-GB" sz="800" b="0" noProof="0">
                        <a:effectLst/>
                        <a:latin typeface="IBM Plex Sans" panose="020B0503050203000203" pitchFamily="34" charset="0"/>
                        <a:ea typeface="Times New Roman" panose="02020603050405020304" pitchFamily="18" charset="0"/>
                        <a:cs typeface="Times New Roman" panose="02020603050405020304" pitchFamily="18" charset="0"/>
                      </a:endParaRPr>
                    </a:p>
                  </a:txBody>
                  <a:tcPr marL="41148" marR="41148" marT="41148" marB="41148">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T w="12700" cap="flat" cmpd="sng" algn="ctr">
                      <a:solidFill>
                        <a:srgbClr val="325CBE"/>
                      </a:solidFill>
                      <a:prstDash val="solid"/>
                      <a:round/>
                      <a:headEnd type="none" w="med" len="med"/>
                      <a:tailEnd type="none" w="med" len="med"/>
                    </a:lnT>
                    <a:lnB w="12700" cap="flat" cmpd="sng" algn="ctr">
                      <a:solidFill>
                        <a:srgbClr val="325CBE"/>
                      </a:solidFill>
                      <a:prstDash val="solid"/>
                      <a:round/>
                      <a:headEnd type="none" w="med" len="med"/>
                      <a:tailEnd type="none" w="med" len="med"/>
                    </a:lnB>
                    <a:solidFill>
                      <a:schemeClr val="bg1"/>
                    </a:solidFill>
                  </a:tcPr>
                </a:tc>
                <a:tc>
                  <a:txBody>
                    <a:bodyPr/>
                    <a:lstStyle/>
                    <a:p>
                      <a:pPr algn="ctr">
                        <a:spcAft>
                          <a:spcPts val="0"/>
                        </a:spcAft>
                      </a:pPr>
                      <a:r>
                        <a:rPr lang="en-GB" sz="800" b="0" noProof="0">
                          <a:effectLst/>
                          <a:latin typeface="IBM Plex Sans" panose="020B0503050203000203" pitchFamily="34" charset="0"/>
                          <a:ea typeface="Times New Roman" panose="02020603050405020304" pitchFamily="18" charset="0"/>
                          <a:cs typeface="Times New Roman"/>
                        </a:rPr>
                        <a:t>M</a:t>
                      </a:r>
                      <a:endParaRPr lang="en-GB" sz="800" b="0" noProof="0">
                        <a:effectLst/>
                        <a:latin typeface="IBM Plex Sans" panose="020B0503050203000203" pitchFamily="34" charset="0"/>
                        <a:ea typeface="Times New Roman" panose="02020603050405020304" pitchFamily="18" charset="0"/>
                        <a:cs typeface="Times New Roman" panose="02020603050405020304" pitchFamily="18" charset="0"/>
                      </a:endParaRPr>
                    </a:p>
                  </a:txBody>
                  <a:tcPr marL="41148" marR="41148" marT="41148" marB="41148">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T w="12700" cap="flat" cmpd="sng" algn="ctr">
                      <a:solidFill>
                        <a:srgbClr val="325CBE"/>
                      </a:solidFill>
                      <a:prstDash val="solid"/>
                      <a:round/>
                      <a:headEnd type="none" w="med" len="med"/>
                      <a:tailEnd type="none" w="med" len="med"/>
                    </a:lnT>
                    <a:lnB w="12700" cap="flat" cmpd="sng" algn="ctr">
                      <a:solidFill>
                        <a:srgbClr val="325CBE"/>
                      </a:solidFill>
                      <a:prstDash val="solid"/>
                      <a:round/>
                      <a:headEnd type="none" w="med" len="med"/>
                      <a:tailEnd type="none" w="med" len="med"/>
                    </a:lnB>
                    <a:solidFill>
                      <a:schemeClr val="bg1"/>
                    </a:solidFill>
                  </a:tcPr>
                </a:tc>
                <a:tc>
                  <a:txBody>
                    <a:bodyPr/>
                    <a:lstStyle/>
                    <a:p>
                      <a:pPr algn="l">
                        <a:spcAft>
                          <a:spcPts val="0"/>
                        </a:spcAft>
                      </a:pPr>
                      <a:r>
                        <a:rPr lang="en-GB" sz="800" b="0" noProof="0">
                          <a:effectLst/>
                          <a:latin typeface="IBM Plex Sans" panose="020B0503050203000203" pitchFamily="34" charset="0"/>
                          <a:ea typeface="Times New Roman" panose="02020603050405020304" pitchFamily="18" charset="0"/>
                          <a:cs typeface="Times New Roman"/>
                        </a:rPr>
                        <a:t>Data masking before sending to chatbot, strict PII redaction</a:t>
                      </a:r>
                      <a:endParaRPr lang="en-GB" sz="800" b="0" noProof="0">
                        <a:effectLst/>
                        <a:latin typeface="IBM Plex Sans" panose="020B0503050203000203" pitchFamily="34" charset="0"/>
                        <a:ea typeface="Times New Roman" panose="02020603050405020304" pitchFamily="18" charset="0"/>
                        <a:cs typeface="Times New Roman" panose="02020603050405020304" pitchFamily="18" charset="0"/>
                      </a:endParaRPr>
                    </a:p>
                  </a:txBody>
                  <a:tcPr marL="41148" marR="41148" marT="41148" marB="41148">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T w="12700" cap="flat" cmpd="sng" algn="ctr">
                      <a:solidFill>
                        <a:srgbClr val="325CBE"/>
                      </a:solidFill>
                      <a:prstDash val="solid"/>
                      <a:round/>
                      <a:headEnd type="none" w="med" len="med"/>
                      <a:tailEnd type="none" w="med" len="med"/>
                    </a:lnT>
                    <a:lnB w="12700" cap="flat" cmpd="sng" algn="ctr">
                      <a:solidFill>
                        <a:srgbClr val="325CBE"/>
                      </a:solidFill>
                      <a:prstDash val="solid"/>
                      <a:round/>
                      <a:headEnd type="none" w="med" len="med"/>
                      <a:tailEnd type="none" w="med" len="med"/>
                    </a:lnB>
                    <a:solidFill>
                      <a:schemeClr val="bg1"/>
                    </a:solidFill>
                  </a:tcPr>
                </a:tc>
                <a:tc>
                  <a:txBody>
                    <a:bodyPr/>
                    <a:lstStyle/>
                    <a:p>
                      <a:pPr algn="l">
                        <a:spcAft>
                          <a:spcPts val="0"/>
                        </a:spcAft>
                      </a:pPr>
                      <a:r>
                        <a:rPr lang="en-GB" sz="800" b="0" noProof="0">
                          <a:effectLst/>
                          <a:latin typeface="IBM Plex Sans" panose="020B0503050203000203" pitchFamily="34" charset="0"/>
                          <a:ea typeface="Times New Roman" panose="02020603050405020304" pitchFamily="18" charset="0"/>
                          <a:cs typeface="Times New Roman"/>
                        </a:rPr>
                        <a:t>Chatbot output monitoring, DLP alerts</a:t>
                      </a:r>
                      <a:endParaRPr lang="en-GB" sz="800" b="0" noProof="0">
                        <a:effectLst/>
                        <a:latin typeface="IBM Plex Sans" panose="020B0503050203000203" pitchFamily="34" charset="0"/>
                        <a:ea typeface="Times New Roman" panose="02020603050405020304" pitchFamily="18" charset="0"/>
                        <a:cs typeface="Times New Roman" panose="02020603050405020304" pitchFamily="18" charset="0"/>
                      </a:endParaRPr>
                    </a:p>
                  </a:txBody>
                  <a:tcPr marL="41148" marR="41148" marT="41148" marB="41148">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T w="12700" cap="flat" cmpd="sng" algn="ctr">
                      <a:solidFill>
                        <a:srgbClr val="325CBE"/>
                      </a:solidFill>
                      <a:prstDash val="solid"/>
                      <a:round/>
                      <a:headEnd type="none" w="med" len="med"/>
                      <a:tailEnd type="none" w="med" len="med"/>
                    </a:lnT>
                    <a:lnB w="12700" cap="flat" cmpd="sng" algn="ctr">
                      <a:solidFill>
                        <a:srgbClr val="325CBE"/>
                      </a:solidFill>
                      <a:prstDash val="solid"/>
                      <a:round/>
                      <a:headEnd type="none" w="med" len="med"/>
                      <a:tailEnd type="none" w="med" len="med"/>
                    </a:lnB>
                    <a:solidFill>
                      <a:schemeClr val="bg1"/>
                    </a:solidFill>
                  </a:tcPr>
                </a:tc>
                <a:tc>
                  <a:txBody>
                    <a:bodyPr/>
                    <a:lstStyle/>
                    <a:p>
                      <a:pPr lvl="0" algn="l">
                        <a:spcAft>
                          <a:spcPts val="0"/>
                        </a:spcAft>
                        <a:buNone/>
                      </a:pPr>
                      <a:r>
                        <a:rPr lang="en-GB" sz="800" b="0" i="0" u="none" strike="noStrike" noProof="0">
                          <a:solidFill>
                            <a:srgbClr val="000000"/>
                          </a:solidFill>
                          <a:effectLst/>
                          <a:latin typeface="IBM Plex Sans" panose="020B0503050203000203" pitchFamily="34" charset="0"/>
                        </a:rPr>
                        <a:t>Block session, purge logs. Update sanitisation rules</a:t>
                      </a:r>
                      <a:endParaRPr lang="en-GB" noProof="0">
                        <a:latin typeface="IBM Plex Sans" panose="020B0503050203000203" pitchFamily="34" charset="0"/>
                      </a:endParaRPr>
                    </a:p>
                  </a:txBody>
                  <a:tcPr marL="41148" marR="41148" marT="41148" marB="41148">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T w="12700" cap="flat" cmpd="sng" algn="ctr">
                      <a:solidFill>
                        <a:srgbClr val="325CBE"/>
                      </a:solidFill>
                      <a:prstDash val="solid"/>
                      <a:round/>
                      <a:headEnd type="none" w="med" len="med"/>
                      <a:tailEnd type="none" w="med" len="med"/>
                    </a:lnT>
                    <a:lnB w="12700" cap="flat" cmpd="sng" algn="ctr">
                      <a:solidFill>
                        <a:srgbClr val="325CBE"/>
                      </a:solidFill>
                      <a:prstDash val="solid"/>
                      <a:round/>
                      <a:headEnd type="none" w="med" len="med"/>
                      <a:tailEnd type="none" w="med" len="med"/>
                    </a:lnB>
                    <a:solidFill>
                      <a:schemeClr val="bg1"/>
                    </a:solidFill>
                  </a:tcPr>
                </a:tc>
                <a:tc>
                  <a:txBody>
                    <a:bodyPr/>
                    <a:lstStyle/>
                    <a:p>
                      <a:pPr algn="ctr">
                        <a:spcAft>
                          <a:spcPts val="0"/>
                        </a:spcAft>
                      </a:pPr>
                      <a:r>
                        <a:rPr lang="en-GB" sz="800" b="0" noProof="0">
                          <a:effectLst/>
                          <a:latin typeface="IBM Plex Sans" panose="020B0503050203000203" pitchFamily="34" charset="0"/>
                          <a:ea typeface="Times New Roman" panose="02020603050405020304" pitchFamily="18" charset="0"/>
                          <a:cs typeface="Times New Roman"/>
                        </a:rPr>
                        <a:t>L</a:t>
                      </a:r>
                      <a:endParaRPr lang="en-GB" sz="800" b="0" noProof="0">
                        <a:effectLst/>
                        <a:latin typeface="IBM Plex Sans" panose="020B0503050203000203" pitchFamily="34" charset="0"/>
                        <a:ea typeface="Times New Roman" panose="02020603050405020304" pitchFamily="18" charset="0"/>
                        <a:cs typeface="Times New Roman" panose="02020603050405020304" pitchFamily="18" charset="0"/>
                      </a:endParaRPr>
                    </a:p>
                  </a:txBody>
                  <a:tcPr marL="41148" marR="41148" marT="41148" marB="41148">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T w="12700" cap="flat" cmpd="sng" algn="ctr">
                      <a:solidFill>
                        <a:srgbClr val="325CBE"/>
                      </a:solidFill>
                      <a:prstDash val="solid"/>
                      <a:round/>
                      <a:headEnd type="none" w="med" len="med"/>
                      <a:tailEnd type="none" w="med" len="med"/>
                    </a:lnT>
                    <a:lnB w="12700" cap="flat" cmpd="sng" algn="ctr">
                      <a:solidFill>
                        <a:srgbClr val="325CBE"/>
                      </a:solidFill>
                      <a:prstDash val="solid"/>
                      <a:round/>
                      <a:headEnd type="none" w="med" len="med"/>
                      <a:tailEnd type="none" w="med" len="med"/>
                    </a:lnB>
                    <a:solidFill>
                      <a:schemeClr val="bg1"/>
                    </a:solidFill>
                  </a:tcPr>
                </a:tc>
                <a:tc>
                  <a:txBody>
                    <a:bodyPr/>
                    <a:lstStyle/>
                    <a:p>
                      <a:pPr algn="ctr">
                        <a:spcAft>
                          <a:spcPts val="0"/>
                        </a:spcAft>
                      </a:pPr>
                      <a:r>
                        <a:rPr lang="en-GB" sz="800" b="0" noProof="0" dirty="0">
                          <a:effectLst/>
                          <a:latin typeface="IBM Plex Sans" panose="020B0503050203000203" pitchFamily="34" charset="0"/>
                          <a:ea typeface="Times New Roman" panose="02020603050405020304" pitchFamily="18" charset="0"/>
                          <a:cs typeface="Times New Roman"/>
                        </a:rPr>
                        <a:t>L</a:t>
                      </a:r>
                      <a:endParaRPr lang="en-GB" sz="800" b="0" noProof="0" dirty="0">
                        <a:effectLst/>
                        <a:latin typeface="IBM Plex Sans" panose="020B0503050203000203" pitchFamily="34" charset="0"/>
                        <a:ea typeface="Times New Roman" panose="02020603050405020304" pitchFamily="18" charset="0"/>
                        <a:cs typeface="Times New Roman" panose="02020603050405020304" pitchFamily="18" charset="0"/>
                      </a:endParaRPr>
                    </a:p>
                  </a:txBody>
                  <a:tcPr marL="41148" marR="41148" marT="41148" marB="41148">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T w="12700" cap="flat" cmpd="sng" algn="ctr">
                      <a:solidFill>
                        <a:srgbClr val="325CBE"/>
                      </a:solidFill>
                      <a:prstDash val="solid"/>
                      <a:round/>
                      <a:headEnd type="none" w="med" len="med"/>
                      <a:tailEnd type="none" w="med" len="med"/>
                    </a:lnT>
                    <a:lnB w="12700" cap="flat" cmpd="sng" algn="ctr">
                      <a:solidFill>
                        <a:srgbClr val="325CBE"/>
                      </a:solidFill>
                      <a:prstDash val="solid"/>
                      <a:round/>
                      <a:headEnd type="none" w="med" len="med"/>
                      <a:tailEnd type="none" w="med" len="med"/>
                    </a:lnB>
                    <a:solidFill>
                      <a:schemeClr val="bg1"/>
                    </a:solidFill>
                  </a:tcPr>
                </a:tc>
                <a:tc>
                  <a:txBody>
                    <a:bodyPr/>
                    <a:lstStyle/>
                    <a:p>
                      <a:pPr algn="ctr">
                        <a:spcAft>
                          <a:spcPts val="0"/>
                        </a:spcAft>
                      </a:pPr>
                      <a:r>
                        <a:rPr lang="en-GB" sz="800" b="0" noProof="0" dirty="0">
                          <a:effectLst/>
                          <a:latin typeface="IBM Plex Sans" panose="020B0503050203000203" pitchFamily="34" charset="0"/>
                          <a:ea typeface="Times New Roman" panose="02020603050405020304" pitchFamily="18" charset="0"/>
                          <a:cs typeface="Times New Roman"/>
                        </a:rPr>
                        <a:t>L</a:t>
                      </a:r>
                      <a:endParaRPr lang="en-GB" sz="800" b="0" noProof="0" dirty="0">
                        <a:effectLst/>
                        <a:latin typeface="IBM Plex Sans" panose="020B0503050203000203" pitchFamily="34" charset="0"/>
                        <a:ea typeface="Times New Roman" panose="02020603050405020304" pitchFamily="18" charset="0"/>
                        <a:cs typeface="Times New Roman" panose="02020603050405020304" pitchFamily="18" charset="0"/>
                      </a:endParaRPr>
                    </a:p>
                  </a:txBody>
                  <a:tcPr marL="41148" marR="41148" marT="41148" marB="41148">
                    <a:lnL w="12700" cap="flat" cmpd="sng" algn="ctr">
                      <a:solidFill>
                        <a:srgbClr val="325CBE"/>
                      </a:solidFill>
                      <a:prstDash val="solid"/>
                      <a:round/>
                      <a:headEnd type="none" w="med" len="med"/>
                      <a:tailEnd type="none" w="med" len="med"/>
                    </a:lnL>
                    <a:lnR w="12700" cap="flat" cmpd="sng" algn="ctr">
                      <a:solidFill>
                        <a:srgbClr val="325CBE"/>
                      </a:solidFill>
                      <a:prstDash val="solid"/>
                      <a:round/>
                      <a:headEnd type="none" w="med" len="med"/>
                      <a:tailEnd type="none" w="med" len="med"/>
                    </a:lnR>
                    <a:lnT w="12700" cap="flat" cmpd="sng" algn="ctr">
                      <a:solidFill>
                        <a:srgbClr val="325CBE"/>
                      </a:solidFill>
                      <a:prstDash val="solid"/>
                      <a:round/>
                      <a:headEnd type="none" w="med" len="med"/>
                      <a:tailEnd type="none" w="med" len="med"/>
                    </a:lnT>
                    <a:lnB w="12700" cap="flat" cmpd="sng" algn="ctr">
                      <a:solidFill>
                        <a:srgbClr val="325CBE"/>
                      </a:solidFill>
                      <a:prstDash val="solid"/>
                      <a:round/>
                      <a:headEnd type="none" w="med" len="med"/>
                      <a:tailEnd type="none" w="med" len="med"/>
                    </a:lnB>
                    <a:solidFill>
                      <a:schemeClr val="bg1"/>
                    </a:solidFill>
                  </a:tcPr>
                </a:tc>
                <a:extLst>
                  <a:ext uri="{0D108BD9-81ED-4DB2-BD59-A6C34878D82A}">
                    <a16:rowId xmlns:a16="http://schemas.microsoft.com/office/drawing/2014/main" val="4137500793"/>
                  </a:ext>
                </a:extLst>
              </a:tr>
            </a:tbl>
          </a:graphicData>
        </a:graphic>
      </p:graphicFrame>
      <p:sp>
        <p:nvSpPr>
          <p:cNvPr id="7" name="Title 1">
            <a:extLst>
              <a:ext uri="{FF2B5EF4-FFF2-40B4-BE49-F238E27FC236}">
                <a16:creationId xmlns:a16="http://schemas.microsoft.com/office/drawing/2014/main" id="{4C900F93-866F-B283-9104-8DD4E0266B65}"/>
              </a:ext>
            </a:extLst>
          </p:cNvPr>
          <p:cNvSpPr txBox="1">
            <a:spLocks/>
          </p:cNvSpPr>
          <p:nvPr/>
        </p:nvSpPr>
        <p:spPr>
          <a:xfrm>
            <a:off x="7777316" y="4755724"/>
            <a:ext cx="1234111" cy="13768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2pPr>
            <a:lvl3pPr marR="0" lvl="2"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3pPr>
            <a:lvl4pPr marR="0" lvl="3"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4pPr>
            <a:lvl5pPr marR="0" lvl="4"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5pPr>
            <a:lvl6pPr marR="0" lvl="5"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6pPr>
            <a:lvl7pPr marR="0" lvl="6"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7pPr>
            <a:lvl8pPr marR="0" lvl="7"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8pPr>
            <a:lvl9pPr marR="0" lvl="8"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9pPr>
          </a:lstStyle>
          <a:p>
            <a:r>
              <a:rPr lang="en-GB" sz="900"/>
              <a:t>Jasmin Williams</a:t>
            </a:r>
            <a:endParaRPr lang="en-US"/>
          </a:p>
        </p:txBody>
      </p:sp>
    </p:spTree>
    <p:extLst>
      <p:ext uri="{BB962C8B-B14F-4D97-AF65-F5344CB8AC3E}">
        <p14:creationId xmlns:p14="http://schemas.microsoft.com/office/powerpoint/2010/main" val="16085927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3C55D-41C6-F526-C842-88339F16FC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52FD02-2CCD-352B-C1E2-C8BEF1FD0D38}"/>
              </a:ext>
            </a:extLst>
          </p:cNvPr>
          <p:cNvSpPr>
            <a:spLocks noGrp="1"/>
          </p:cNvSpPr>
          <p:nvPr>
            <p:ph type="title"/>
          </p:nvPr>
        </p:nvSpPr>
        <p:spPr/>
        <p:txBody>
          <a:bodyPr/>
          <a:lstStyle/>
          <a:p>
            <a:r>
              <a:rPr lang="en-GB" sz="3600" noProof="0"/>
              <a:t>Cloud Architecture</a:t>
            </a:r>
          </a:p>
        </p:txBody>
      </p:sp>
      <p:sp>
        <p:nvSpPr>
          <p:cNvPr id="6" name="Title 1">
            <a:extLst>
              <a:ext uri="{FF2B5EF4-FFF2-40B4-BE49-F238E27FC236}">
                <a16:creationId xmlns:a16="http://schemas.microsoft.com/office/drawing/2014/main" id="{049BB2FC-CDFD-94E2-D8C2-5330923DDE9E}"/>
              </a:ext>
            </a:extLst>
          </p:cNvPr>
          <p:cNvSpPr txBox="1">
            <a:spLocks/>
          </p:cNvSpPr>
          <p:nvPr/>
        </p:nvSpPr>
        <p:spPr>
          <a:xfrm>
            <a:off x="7141842" y="4542478"/>
            <a:ext cx="1387646" cy="13768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2pPr>
            <a:lvl3pPr marR="0" lvl="2"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3pPr>
            <a:lvl4pPr marR="0" lvl="3"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4pPr>
            <a:lvl5pPr marR="0" lvl="4"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5pPr>
            <a:lvl6pPr marR="0" lvl="5"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6pPr>
            <a:lvl7pPr marR="0" lvl="6"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7pPr>
            <a:lvl8pPr marR="0" lvl="7"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8pPr>
            <a:lvl9pPr marR="0" lvl="8"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9pPr>
          </a:lstStyle>
          <a:p>
            <a:r>
              <a:rPr lang="en-GB" sz="900" err="1"/>
              <a:t>AmirAli</a:t>
            </a:r>
            <a:r>
              <a:rPr lang="en-GB" sz="900"/>
              <a:t> </a:t>
            </a:r>
            <a:r>
              <a:rPr lang="en-GB" sz="900" err="1"/>
              <a:t>Taherdoust</a:t>
            </a:r>
            <a:endParaRPr lang="en-US" err="1"/>
          </a:p>
        </p:txBody>
      </p:sp>
    </p:spTree>
    <p:extLst>
      <p:ext uri="{BB962C8B-B14F-4D97-AF65-F5344CB8AC3E}">
        <p14:creationId xmlns:p14="http://schemas.microsoft.com/office/powerpoint/2010/main" val="23625931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32"/>
          <p:cNvSpPr txBox="1">
            <a:spLocks noGrp="1"/>
          </p:cNvSpPr>
          <p:nvPr>
            <p:ph type="title"/>
          </p:nvPr>
        </p:nvSpPr>
        <p:spPr>
          <a:xfrm>
            <a:off x="529499" y="1656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noProof="0"/>
              <a:t>Cloud Architecture Diagram</a:t>
            </a:r>
          </a:p>
        </p:txBody>
      </p:sp>
      <p:pic>
        <p:nvPicPr>
          <p:cNvPr id="14" name="Picture 13" descr="A computer screen shot of a diagram&#10;&#10;AI-generated content may be incorrect.">
            <a:extLst>
              <a:ext uri="{FF2B5EF4-FFF2-40B4-BE49-F238E27FC236}">
                <a16:creationId xmlns:a16="http://schemas.microsoft.com/office/drawing/2014/main" id="{C90DF9EB-F65F-1A7B-9F1F-B365343C7347}"/>
              </a:ext>
            </a:extLst>
          </p:cNvPr>
          <p:cNvPicPr>
            <a:picLocks noChangeAspect="1"/>
          </p:cNvPicPr>
          <p:nvPr/>
        </p:nvPicPr>
        <p:blipFill>
          <a:blip r:embed="rId3"/>
          <a:stretch>
            <a:fillRect/>
          </a:stretch>
        </p:blipFill>
        <p:spPr>
          <a:xfrm>
            <a:off x="1039789" y="739937"/>
            <a:ext cx="6681797" cy="4402337"/>
          </a:xfrm>
          <a:prstGeom prst="rect">
            <a:avLst/>
          </a:prstGeom>
        </p:spPr>
      </p:pic>
      <p:sp>
        <p:nvSpPr>
          <p:cNvPr id="7" name="Title 1">
            <a:extLst>
              <a:ext uri="{FF2B5EF4-FFF2-40B4-BE49-F238E27FC236}">
                <a16:creationId xmlns:a16="http://schemas.microsoft.com/office/drawing/2014/main" id="{1B5EB8CB-45FC-4CD3-2691-3CF25A20F059}"/>
              </a:ext>
            </a:extLst>
          </p:cNvPr>
          <p:cNvSpPr txBox="1">
            <a:spLocks/>
          </p:cNvSpPr>
          <p:nvPr/>
        </p:nvSpPr>
        <p:spPr>
          <a:xfrm>
            <a:off x="7636574" y="4917793"/>
            <a:ext cx="1344997" cy="14621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2pPr>
            <a:lvl3pPr marR="0" lvl="2"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3pPr>
            <a:lvl4pPr marR="0" lvl="3"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4pPr>
            <a:lvl5pPr marR="0" lvl="4"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5pPr>
            <a:lvl6pPr marR="0" lvl="5"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6pPr>
            <a:lvl7pPr marR="0" lvl="6"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7pPr>
            <a:lvl8pPr marR="0" lvl="7"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8pPr>
            <a:lvl9pPr marR="0" lvl="8"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9pPr>
          </a:lstStyle>
          <a:p>
            <a:r>
              <a:rPr lang="en-GB" sz="900" err="1"/>
              <a:t>AmirAli</a:t>
            </a:r>
            <a:r>
              <a:rPr lang="en-GB" sz="900"/>
              <a:t> </a:t>
            </a:r>
            <a:r>
              <a:rPr lang="en-GB" sz="900" err="1"/>
              <a:t>Taherdoust</a:t>
            </a:r>
            <a:endParaRPr lang="en-US" err="1"/>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9923A-E61C-80FA-FE88-E379420ADED0}"/>
              </a:ext>
            </a:extLst>
          </p:cNvPr>
          <p:cNvSpPr>
            <a:spLocks noGrp="1"/>
          </p:cNvSpPr>
          <p:nvPr>
            <p:ph type="title"/>
          </p:nvPr>
        </p:nvSpPr>
        <p:spPr>
          <a:xfrm>
            <a:off x="457199" y="419625"/>
            <a:ext cx="7704000" cy="572700"/>
          </a:xfrm>
        </p:spPr>
        <p:txBody>
          <a:bodyPr/>
          <a:lstStyle/>
          <a:p>
            <a:r>
              <a:rPr lang="en-US"/>
              <a:t>Security Architectural Decision Record</a:t>
            </a:r>
            <a:endParaRPr lang="en-US" b="0">
              <a:solidFill>
                <a:srgbClr val="000000"/>
              </a:solidFill>
            </a:endParaRPr>
          </a:p>
          <a:p>
            <a:endParaRPr lang="en-US">
              <a:solidFill>
                <a:srgbClr val="191919"/>
              </a:solidFill>
            </a:endParaRPr>
          </a:p>
        </p:txBody>
      </p:sp>
      <p:graphicFrame>
        <p:nvGraphicFramePr>
          <p:cNvPr id="4" name="Content Placeholder 4">
            <a:extLst>
              <a:ext uri="{FF2B5EF4-FFF2-40B4-BE49-F238E27FC236}">
                <a16:creationId xmlns:a16="http://schemas.microsoft.com/office/drawing/2014/main" id="{B026970C-94EA-AC54-F2F9-BBA648E48C23}"/>
              </a:ext>
            </a:extLst>
          </p:cNvPr>
          <p:cNvGraphicFramePr>
            <a:graphicFrameLocks/>
          </p:cNvGraphicFramePr>
          <p:nvPr>
            <p:extLst>
              <p:ext uri="{D42A27DB-BD31-4B8C-83A1-F6EECF244321}">
                <p14:modId xmlns:p14="http://schemas.microsoft.com/office/powerpoint/2010/main" val="2942813145"/>
              </p:ext>
            </p:extLst>
          </p:nvPr>
        </p:nvGraphicFramePr>
        <p:xfrm>
          <a:off x="457199" y="1127009"/>
          <a:ext cx="8077201" cy="3374264"/>
        </p:xfrm>
        <a:graphic>
          <a:graphicData uri="http://schemas.openxmlformats.org/drawingml/2006/table">
            <a:tbl>
              <a:tblPr firstRow="1" bandRow="1">
                <a:tableStyleId>{69CF1AB2-1976-4502-BF36-3FF5EA218861}</a:tableStyleId>
              </a:tblPr>
              <a:tblGrid>
                <a:gridCol w="1894341">
                  <a:extLst>
                    <a:ext uri="{9D8B030D-6E8A-4147-A177-3AD203B41FA5}">
                      <a16:colId xmlns:a16="http://schemas.microsoft.com/office/drawing/2014/main" val="1438511033"/>
                    </a:ext>
                  </a:extLst>
                </a:gridCol>
                <a:gridCol w="3276529">
                  <a:extLst>
                    <a:ext uri="{9D8B030D-6E8A-4147-A177-3AD203B41FA5}">
                      <a16:colId xmlns:a16="http://schemas.microsoft.com/office/drawing/2014/main" val="1365768869"/>
                    </a:ext>
                  </a:extLst>
                </a:gridCol>
                <a:gridCol w="2906331">
                  <a:extLst>
                    <a:ext uri="{9D8B030D-6E8A-4147-A177-3AD203B41FA5}">
                      <a16:colId xmlns:a16="http://schemas.microsoft.com/office/drawing/2014/main" val="208156758"/>
                    </a:ext>
                  </a:extLst>
                </a:gridCol>
              </a:tblGrid>
              <a:tr h="278130">
                <a:tc>
                  <a:txBody>
                    <a:bodyPr/>
                    <a:lstStyle/>
                    <a:p>
                      <a:pPr marR="0" algn="l" rtl="0" fontAlgn="base">
                        <a:lnSpc>
                          <a:spcPct val="100000"/>
                        </a:lnSpc>
                        <a:spcBef>
                          <a:spcPts val="0"/>
                        </a:spcBef>
                        <a:spcAft>
                          <a:spcPts val="0"/>
                        </a:spcAft>
                        <a:buClr>
                          <a:srgbClr val="000000"/>
                        </a:buClr>
                        <a:buFont typeface="Arial"/>
                        <a:buNone/>
                      </a:pPr>
                      <a:r>
                        <a:rPr lang="en-GB" sz="1200" b="1" i="0" u="none" strike="noStrike" cap="none">
                          <a:solidFill>
                            <a:schemeClr val="tx1"/>
                          </a:solidFill>
                          <a:latin typeface="IBM Plex Sans"/>
                          <a:ea typeface="+mn-ea"/>
                          <a:cs typeface="+mn-cs"/>
                          <a:sym typeface="Arial"/>
                        </a:rPr>
                        <a:t>Decisions</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lumMod val="85000"/>
                      </a:schemeClr>
                    </a:solidFill>
                  </a:tcPr>
                </a:tc>
                <a:tc>
                  <a:txBody>
                    <a:bodyPr/>
                    <a:lstStyle/>
                    <a:p>
                      <a:pPr marR="0" algn="l" rtl="0" fontAlgn="base">
                        <a:lnSpc>
                          <a:spcPct val="100000"/>
                        </a:lnSpc>
                        <a:spcBef>
                          <a:spcPts val="0"/>
                        </a:spcBef>
                        <a:spcAft>
                          <a:spcPts val="0"/>
                        </a:spcAft>
                        <a:buClr>
                          <a:srgbClr val="000000"/>
                        </a:buClr>
                        <a:buFont typeface="Arial"/>
                        <a:buNone/>
                      </a:pPr>
                      <a:r>
                        <a:rPr lang="en-GB" sz="1200" b="1" i="0" u="none" strike="noStrike" cap="none">
                          <a:solidFill>
                            <a:schemeClr val="tx1"/>
                          </a:solidFill>
                          <a:latin typeface="IBM Plex Sans"/>
                          <a:ea typeface="+mn-ea"/>
                          <a:cs typeface="+mn-cs"/>
                          <a:sym typeface="Arial"/>
                        </a:rPr>
                        <a:t>Motivation (or Rationale)</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lumMod val="85000"/>
                      </a:schemeClr>
                    </a:solidFill>
                  </a:tcPr>
                </a:tc>
                <a:tc>
                  <a:txBody>
                    <a:bodyPr/>
                    <a:lstStyle/>
                    <a:p>
                      <a:pPr marR="0" algn="l" rtl="0" fontAlgn="base">
                        <a:lnSpc>
                          <a:spcPct val="100000"/>
                        </a:lnSpc>
                        <a:spcBef>
                          <a:spcPts val="0"/>
                        </a:spcBef>
                        <a:spcAft>
                          <a:spcPts val="0"/>
                        </a:spcAft>
                        <a:buClr>
                          <a:srgbClr val="000000"/>
                        </a:buClr>
                        <a:buFont typeface="Arial"/>
                        <a:buNone/>
                      </a:pPr>
                      <a:r>
                        <a:rPr lang="en-GB" sz="1200" b="1" i="0" u="none" strike="noStrike" cap="none">
                          <a:solidFill>
                            <a:schemeClr val="tx1"/>
                          </a:solidFill>
                          <a:latin typeface="IBM Plex Sans"/>
                          <a:ea typeface="+mn-ea"/>
                          <a:cs typeface="+mn-cs"/>
                          <a:sym typeface="Arial"/>
                        </a:rPr>
                        <a:t>Implication</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594021497"/>
                  </a:ext>
                </a:extLst>
              </a:tr>
              <a:tr h="278130">
                <a:tc>
                  <a:txBody>
                    <a:bodyPr/>
                    <a:lstStyle/>
                    <a:p>
                      <a:pPr marR="0" lvl="0" algn="l" rtl="0">
                        <a:lnSpc>
                          <a:spcPts val="1050"/>
                        </a:lnSpc>
                        <a:spcBef>
                          <a:spcPts val="0"/>
                        </a:spcBef>
                        <a:spcAft>
                          <a:spcPts val="0"/>
                        </a:spcAft>
                        <a:buClr>
                          <a:srgbClr val="000000"/>
                        </a:buClr>
                        <a:buFont typeface="Arial"/>
                        <a:buNone/>
                      </a:pPr>
                      <a:r>
                        <a:rPr lang="en-GB" sz="1200" b="0" i="0" u="none" strike="noStrike" cap="none">
                          <a:solidFill>
                            <a:srgbClr val="191919"/>
                          </a:solidFill>
                          <a:effectLst/>
                          <a:latin typeface="IBM Plex Sans"/>
                          <a:ea typeface="+mn-ea"/>
                          <a:cs typeface="+mn-cs"/>
                          <a:sym typeface="Arial"/>
                        </a:rPr>
                        <a:t>Two firewalls provided by MSS</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tc>
                  <a:txBody>
                    <a:bodyPr/>
                    <a:lstStyle/>
                    <a:p>
                      <a:pPr marL="0" marR="0" lvl="0" indent="0" algn="l" rtl="0">
                        <a:lnSpc>
                          <a:spcPts val="1050"/>
                        </a:lnSpc>
                        <a:spcBef>
                          <a:spcPts val="0"/>
                        </a:spcBef>
                        <a:spcAft>
                          <a:spcPts val="0"/>
                        </a:spcAft>
                        <a:buClr>
                          <a:srgbClr val="000000"/>
                        </a:buClr>
                        <a:buFont typeface="Arial"/>
                        <a:buNone/>
                      </a:pPr>
                      <a:r>
                        <a:rPr lang="en-GB" sz="1200" b="0" i="0" u="none" strike="noStrike" cap="none">
                          <a:solidFill>
                            <a:srgbClr val="191919"/>
                          </a:solidFill>
                          <a:effectLst/>
                          <a:latin typeface="IBM Plex Sans"/>
                          <a:ea typeface="+mn-ea"/>
                          <a:cs typeface="+mn-cs"/>
                          <a:sym typeface="Arial"/>
                        </a:rPr>
                        <a:t>Next-generation firewall implemented to monitor and control network traffic to the application / chatbot (sales partners, clients, customer support centre)</a:t>
                      </a:r>
                    </a:p>
                    <a:p>
                      <a:pPr marL="0" marR="0" lvl="0" indent="0" algn="l" rtl="0">
                        <a:lnSpc>
                          <a:spcPts val="1050"/>
                        </a:lnSpc>
                        <a:spcBef>
                          <a:spcPts val="0"/>
                        </a:spcBef>
                        <a:spcAft>
                          <a:spcPts val="0"/>
                        </a:spcAft>
                        <a:buClr>
                          <a:srgbClr val="000000"/>
                        </a:buClr>
                        <a:buFont typeface="Arial"/>
                        <a:buNone/>
                      </a:pPr>
                      <a:r>
                        <a:rPr lang="en-GB" sz="1200" b="0" i="0" u="none" strike="noStrike" cap="none">
                          <a:solidFill>
                            <a:srgbClr val="191919"/>
                          </a:solidFill>
                          <a:effectLst/>
                          <a:latin typeface="IBM Plex Sans"/>
                          <a:ea typeface="+mn-ea"/>
                          <a:cs typeface="+mn-cs"/>
                          <a:sym typeface="Arial"/>
                        </a:rPr>
                        <a:t>Additional firewall WAF is implemented to detect and prevent attacks from the web</a:t>
                      </a:r>
                    </a:p>
                    <a:p>
                      <a:pPr marL="0" marR="0" lvl="0" indent="0" algn="l" rtl="0">
                        <a:lnSpc>
                          <a:spcPts val="1050"/>
                        </a:lnSpc>
                        <a:spcBef>
                          <a:spcPts val="0"/>
                        </a:spcBef>
                        <a:spcAft>
                          <a:spcPts val="0"/>
                        </a:spcAft>
                        <a:buClr>
                          <a:srgbClr val="000000"/>
                        </a:buClr>
                        <a:buFont typeface="Arial"/>
                        <a:buNone/>
                      </a:pPr>
                      <a:r>
                        <a:rPr lang="en-GB" sz="1200" b="0" i="0" u="none" strike="noStrike" cap="none">
                          <a:solidFill>
                            <a:srgbClr val="191919"/>
                          </a:solidFill>
                          <a:effectLst/>
                          <a:latin typeface="IBM Plex Sans"/>
                          <a:ea typeface="+mn-ea"/>
                          <a:cs typeface="+mn-cs"/>
                          <a:sym typeface="Arial"/>
                        </a:rPr>
                        <a:t>MSS subcontracted for threat management which allows for 24x7 operations</a:t>
                      </a:r>
                    </a:p>
                    <a:p>
                      <a:pPr marL="0" marR="0" lvl="0" indent="0" algn="l" rtl="0">
                        <a:lnSpc>
                          <a:spcPts val="1050"/>
                        </a:lnSpc>
                        <a:spcBef>
                          <a:spcPts val="0"/>
                        </a:spcBef>
                        <a:spcAft>
                          <a:spcPts val="0"/>
                        </a:spcAft>
                        <a:buClr>
                          <a:srgbClr val="000000"/>
                        </a:buClr>
                        <a:buFont typeface="Arial"/>
                        <a:buNone/>
                      </a:pPr>
                      <a:endParaRPr lang="en-GB" sz="1200" b="0" i="0" u="none" strike="noStrike" cap="none">
                        <a:solidFill>
                          <a:srgbClr val="191919"/>
                        </a:solidFill>
                        <a:effectLst/>
                        <a:latin typeface="IBM Plex Sans" panose="020B0503050203000203" pitchFamily="34" charset="0"/>
                        <a:ea typeface="+mn-ea"/>
                        <a:cs typeface="+mn-cs"/>
                        <a:sym typeface="Arial"/>
                      </a:endParaRP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tc>
                  <a:txBody>
                    <a:bodyPr/>
                    <a:lstStyle/>
                    <a:p>
                      <a:pPr marL="0" marR="0" lvl="0" indent="0" algn="l" rtl="0">
                        <a:lnSpc>
                          <a:spcPts val="1050"/>
                        </a:lnSpc>
                        <a:spcBef>
                          <a:spcPts val="0"/>
                        </a:spcBef>
                        <a:spcAft>
                          <a:spcPts val="0"/>
                        </a:spcAft>
                        <a:buClr>
                          <a:srgbClr val="000000"/>
                        </a:buClr>
                        <a:buFont typeface="Arial"/>
                        <a:buNone/>
                      </a:pPr>
                      <a:r>
                        <a:rPr lang="en-GB" sz="1200" b="0" i="0" u="none" strike="noStrike" cap="none">
                          <a:solidFill>
                            <a:srgbClr val="191919"/>
                          </a:solidFill>
                          <a:effectLst/>
                          <a:latin typeface="IBM Plex Sans"/>
                          <a:ea typeface="+mn-ea"/>
                          <a:cs typeface="+mn-cs"/>
                          <a:sym typeface="Arial"/>
                        </a:rPr>
                        <a:t>All traffic related to external organisations go through the firewalls (both incoming and outgoing) </a:t>
                      </a:r>
                    </a:p>
                    <a:p>
                      <a:pPr marL="0" marR="0" lvl="0" indent="0" algn="l" rtl="0">
                        <a:lnSpc>
                          <a:spcPts val="1050"/>
                        </a:lnSpc>
                        <a:spcBef>
                          <a:spcPts val="0"/>
                        </a:spcBef>
                        <a:spcAft>
                          <a:spcPts val="0"/>
                        </a:spcAft>
                        <a:buClr>
                          <a:srgbClr val="000000"/>
                        </a:buClr>
                        <a:buFont typeface="Arial"/>
                        <a:buNone/>
                      </a:pPr>
                      <a:endParaRPr lang="en-GB" sz="1200" b="0" i="0" u="none" strike="noStrike" cap="none">
                        <a:solidFill>
                          <a:srgbClr val="191919"/>
                        </a:solidFill>
                        <a:effectLst/>
                        <a:latin typeface="IBM Plex Sans" panose="020B0503050203000203" pitchFamily="34" charset="0"/>
                        <a:ea typeface="+mn-ea"/>
                        <a:cs typeface="+mn-cs"/>
                        <a:sym typeface="Arial"/>
                      </a:endParaRP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67837983"/>
                  </a:ext>
                </a:extLst>
              </a:tr>
              <a:tr h="278130">
                <a:tc>
                  <a:txBody>
                    <a:bodyPr/>
                    <a:lstStyle/>
                    <a:p>
                      <a:pPr marR="0" lvl="0" algn="l" rtl="0">
                        <a:lnSpc>
                          <a:spcPts val="1050"/>
                        </a:lnSpc>
                        <a:spcBef>
                          <a:spcPts val="0"/>
                        </a:spcBef>
                        <a:spcAft>
                          <a:spcPts val="0"/>
                        </a:spcAft>
                        <a:buClr>
                          <a:srgbClr val="000000"/>
                        </a:buClr>
                        <a:buFont typeface="Arial"/>
                        <a:buNone/>
                      </a:pPr>
                      <a:r>
                        <a:rPr lang="en-GB" sz="1200" b="0" i="0" u="none" strike="noStrike" cap="none">
                          <a:solidFill>
                            <a:srgbClr val="191919"/>
                          </a:solidFill>
                          <a:effectLst/>
                          <a:latin typeface="IBM Plex Sans"/>
                          <a:ea typeface="+mn-ea"/>
                          <a:cs typeface="+mn-cs"/>
                          <a:sym typeface="Arial"/>
                        </a:rPr>
                        <a:t>Log / Event Forwarder</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tc>
                  <a:txBody>
                    <a:bodyPr/>
                    <a:lstStyle/>
                    <a:p>
                      <a:pPr marL="0" marR="0" lvl="0" indent="0" algn="l" rtl="0">
                        <a:lnSpc>
                          <a:spcPts val="1050"/>
                        </a:lnSpc>
                        <a:spcBef>
                          <a:spcPts val="0"/>
                        </a:spcBef>
                        <a:spcAft>
                          <a:spcPts val="0"/>
                        </a:spcAft>
                        <a:buClr>
                          <a:srgbClr val="000000"/>
                        </a:buClr>
                        <a:buFont typeface="Arial"/>
                        <a:buNone/>
                      </a:pPr>
                      <a:r>
                        <a:rPr lang="en-GB" sz="1200" b="0" i="0" u="none" strike="noStrike" cap="none">
                          <a:solidFill>
                            <a:srgbClr val="191919"/>
                          </a:solidFill>
                          <a:effectLst/>
                          <a:latin typeface="IBM Plex Sans"/>
                          <a:ea typeface="+mn-ea"/>
                          <a:cs typeface="+mn-cs"/>
                          <a:sym typeface="Arial"/>
                        </a:rPr>
                        <a:t>Collects logs from the whole system allowing for secure monitoring </a:t>
                      </a:r>
                    </a:p>
                    <a:p>
                      <a:pPr marL="0" marR="0" lvl="0" indent="0" algn="l" rtl="0">
                        <a:lnSpc>
                          <a:spcPts val="1050"/>
                        </a:lnSpc>
                        <a:spcBef>
                          <a:spcPts val="0"/>
                        </a:spcBef>
                        <a:spcAft>
                          <a:spcPts val="0"/>
                        </a:spcAft>
                        <a:buClr>
                          <a:srgbClr val="000000"/>
                        </a:buClr>
                        <a:buFont typeface="Arial"/>
                        <a:buNone/>
                      </a:pPr>
                      <a:r>
                        <a:rPr lang="en-GB" sz="1200" b="0" i="0" u="none" strike="noStrike" cap="none">
                          <a:solidFill>
                            <a:srgbClr val="191919"/>
                          </a:solidFill>
                          <a:effectLst/>
                          <a:latin typeface="IBM Plex Sans"/>
                          <a:ea typeface="+mn-ea"/>
                          <a:cs typeface="+mn-cs"/>
                          <a:sym typeface="Arial"/>
                        </a:rPr>
                        <a:t>Logs and events forwarded to management services (GSI and MSS)</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tc>
                  <a:txBody>
                    <a:bodyPr/>
                    <a:lstStyle/>
                    <a:p>
                      <a:pPr marL="0" marR="0" lvl="0" indent="0" algn="l">
                        <a:lnSpc>
                          <a:spcPts val="1050"/>
                        </a:lnSpc>
                        <a:spcBef>
                          <a:spcPts val="0"/>
                        </a:spcBef>
                        <a:spcAft>
                          <a:spcPts val="0"/>
                        </a:spcAft>
                        <a:buNone/>
                      </a:pPr>
                      <a:r>
                        <a:rPr lang="en-GB" sz="1200" b="0" i="0" u="none" strike="noStrike" cap="none" noProof="0">
                          <a:solidFill>
                            <a:srgbClr val="191919"/>
                          </a:solidFill>
                          <a:effectLst/>
                        </a:rPr>
                        <a:t>Each application </a:t>
                      </a:r>
                      <a:r>
                        <a:rPr lang="en-GB" sz="1200" b="0" i="0" u="none" strike="noStrike" cap="none" noProof="0">
                          <a:solidFill>
                            <a:srgbClr val="191919"/>
                          </a:solidFill>
                          <a:effectLst/>
                          <a:sym typeface="Arial"/>
                        </a:rPr>
                        <a:t>must </a:t>
                      </a:r>
                      <a:r>
                        <a:rPr lang="en-GB" sz="1200" b="0" i="0" u="none" strike="noStrike" cap="none" noProof="0">
                          <a:solidFill>
                            <a:srgbClr val="191919"/>
                          </a:solidFill>
                          <a:effectLst/>
                        </a:rPr>
                        <a:t>generate </a:t>
                      </a:r>
                      <a:r>
                        <a:rPr lang="en-GB" sz="1200" b="0" i="0" u="none" strike="noStrike" cap="none" noProof="0">
                          <a:solidFill>
                            <a:srgbClr val="191919"/>
                          </a:solidFill>
                          <a:effectLst/>
                          <a:sym typeface="Arial"/>
                        </a:rPr>
                        <a:t>logs </a:t>
                      </a:r>
                      <a:r>
                        <a:rPr lang="en-GB" sz="1200" b="0" i="0" u="none" strike="noStrike" cap="none" noProof="0">
                          <a:solidFill>
                            <a:srgbClr val="191919"/>
                          </a:solidFill>
                          <a:effectLst/>
                        </a:rPr>
                        <a:t>that </a:t>
                      </a:r>
                      <a:r>
                        <a:rPr lang="en-GB" sz="1200" b="0" i="0" u="none" strike="noStrike" cap="none" noProof="0">
                          <a:solidFill>
                            <a:srgbClr val="191919"/>
                          </a:solidFill>
                          <a:effectLst/>
                          <a:sym typeface="Arial"/>
                        </a:rPr>
                        <a:t>are </a:t>
                      </a:r>
                      <a:r>
                        <a:rPr lang="en-GB" sz="1200" b="0" i="0" u="none" strike="noStrike" cap="none" noProof="0">
                          <a:solidFill>
                            <a:srgbClr val="191919"/>
                          </a:solidFill>
                          <a:effectLst/>
                        </a:rPr>
                        <a:t>sent </a:t>
                      </a:r>
                      <a:r>
                        <a:rPr lang="en-GB" sz="1200" b="0" i="0" u="none" strike="noStrike" cap="none" noProof="0">
                          <a:solidFill>
                            <a:srgbClr val="191919"/>
                          </a:solidFill>
                          <a:effectLst/>
                          <a:sym typeface="Arial"/>
                        </a:rPr>
                        <a:t>to external management services</a:t>
                      </a:r>
                      <a:r>
                        <a:rPr lang="en-GB" sz="1200" b="0" i="0" u="none" strike="noStrike" cap="none" noProof="0">
                          <a:solidFill>
                            <a:srgbClr val="191919"/>
                          </a:solidFill>
                          <a:effectLst/>
                        </a:rPr>
                        <a:t> according to a specific schedule.</a:t>
                      </a:r>
                      <a:endParaRPr lang="en-US">
                        <a:sym typeface="Arial"/>
                      </a:endParaRP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3251937"/>
                  </a:ext>
                </a:extLst>
              </a:tr>
              <a:tr h="278130">
                <a:tc>
                  <a:txBody>
                    <a:bodyPr/>
                    <a:lstStyle/>
                    <a:p>
                      <a:pPr>
                        <a:spcAft>
                          <a:spcPts val="600"/>
                        </a:spcAft>
                      </a:pPr>
                      <a:r>
                        <a:rPr lang="en-GB" sz="1200">
                          <a:latin typeface="IBM Plex Sans"/>
                        </a:rPr>
                        <a:t>Endpoints for VPCS</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tc>
                  <a:txBody>
                    <a:bodyPr/>
                    <a:lstStyle/>
                    <a:p>
                      <a:pPr marL="171450" indent="-171450">
                        <a:spcAft>
                          <a:spcPts val="600"/>
                        </a:spcAft>
                        <a:buFont typeface="Arial" panose="020B0604020202020204" pitchFamily="34" charset="0"/>
                        <a:buChar char="•"/>
                      </a:pPr>
                      <a:r>
                        <a:rPr lang="en-GB" sz="1200">
                          <a:latin typeface="IBM Plex Sans"/>
                        </a:rPr>
                        <a:t>Private endpoints for each VPC provides an extra layer of internal security </a:t>
                      </a:r>
                    </a:p>
                    <a:p>
                      <a:pPr marL="171450" indent="-171450">
                        <a:spcAft>
                          <a:spcPts val="600"/>
                        </a:spcAft>
                        <a:buFont typeface="Arial" panose="020B0604020202020204" pitchFamily="34" charset="0"/>
                        <a:buChar char="•"/>
                      </a:pPr>
                      <a:r>
                        <a:rPr lang="en-GB" sz="1200">
                          <a:latin typeface="IBM Plex Sans"/>
                        </a:rPr>
                        <a:t>Allows for secure internal communication between cloud services</a:t>
                      </a:r>
                    </a:p>
                    <a:p>
                      <a:pPr marL="171450" indent="-171450">
                        <a:spcAft>
                          <a:spcPts val="600"/>
                        </a:spcAft>
                        <a:buFont typeface="Arial" panose="020B0604020202020204" pitchFamily="34" charset="0"/>
                        <a:buChar char="•"/>
                      </a:pPr>
                      <a:r>
                        <a:rPr lang="en-GB" sz="1200">
                          <a:latin typeface="IBM Plex Sans"/>
                        </a:rPr>
                        <a:t>Minimises exposure of internal traffic</a:t>
                      </a: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tc>
                  <a:txBody>
                    <a:bodyPr/>
                    <a:lstStyle/>
                    <a:p>
                      <a:pPr marL="0" lvl="0" indent="0">
                        <a:spcAft>
                          <a:spcPts val="600"/>
                        </a:spcAft>
                        <a:buNone/>
                      </a:pPr>
                      <a:r>
                        <a:rPr lang="en-GB" sz="1200" b="0" i="0" u="none" strike="noStrike" noProof="0"/>
                        <a:t>Private endpoints are defined per VPC/service. The application uses these endpoints for private connectivity (no direct public access).</a:t>
                      </a:r>
                      <a:endParaRPr lang="en-GB" sz="1200">
                        <a:latin typeface="IBM Plex Sans" panose="020B0503050203000203" pitchFamily="34" charset="0"/>
                      </a:endParaRPr>
                    </a:p>
                  </a:txBody>
                  <a:tcPr marL="68580" marR="68580" marT="34290" marB="34290">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074791554"/>
                  </a:ext>
                </a:extLst>
              </a:tr>
            </a:tbl>
          </a:graphicData>
        </a:graphic>
      </p:graphicFrame>
      <p:sp>
        <p:nvSpPr>
          <p:cNvPr id="5" name="Title 1">
            <a:extLst>
              <a:ext uri="{FF2B5EF4-FFF2-40B4-BE49-F238E27FC236}">
                <a16:creationId xmlns:a16="http://schemas.microsoft.com/office/drawing/2014/main" id="{18130E65-9E4F-275E-0889-E83876ACFD34}"/>
              </a:ext>
            </a:extLst>
          </p:cNvPr>
          <p:cNvSpPr txBox="1">
            <a:spLocks/>
          </p:cNvSpPr>
          <p:nvPr/>
        </p:nvSpPr>
        <p:spPr>
          <a:xfrm>
            <a:off x="7559805" y="4892203"/>
            <a:ext cx="1344997" cy="14621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2pPr>
            <a:lvl3pPr marR="0" lvl="2"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3pPr>
            <a:lvl4pPr marR="0" lvl="3"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4pPr>
            <a:lvl5pPr marR="0" lvl="4"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5pPr>
            <a:lvl6pPr marR="0" lvl="5"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6pPr>
            <a:lvl7pPr marR="0" lvl="6"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7pPr>
            <a:lvl8pPr marR="0" lvl="7"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8pPr>
            <a:lvl9pPr marR="0" lvl="8"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9pPr>
          </a:lstStyle>
          <a:p>
            <a:r>
              <a:rPr lang="en-GB" sz="900" err="1"/>
              <a:t>AmirAli</a:t>
            </a:r>
            <a:r>
              <a:rPr lang="en-GB" sz="900"/>
              <a:t> </a:t>
            </a:r>
            <a:r>
              <a:rPr lang="en-GB" sz="900" err="1"/>
              <a:t>Taherdoust</a:t>
            </a:r>
            <a:endParaRPr lang="en-US" err="1"/>
          </a:p>
        </p:txBody>
      </p:sp>
    </p:spTree>
    <p:extLst>
      <p:ext uri="{BB962C8B-B14F-4D97-AF65-F5344CB8AC3E}">
        <p14:creationId xmlns:p14="http://schemas.microsoft.com/office/powerpoint/2010/main" val="23669870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888FB-D0C9-5AF0-E7FD-8FD9FE6111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3F82B6-744B-9B15-5CBB-3EE697952644}"/>
              </a:ext>
            </a:extLst>
          </p:cNvPr>
          <p:cNvSpPr>
            <a:spLocks noGrp="1"/>
          </p:cNvSpPr>
          <p:nvPr>
            <p:ph type="title"/>
          </p:nvPr>
        </p:nvSpPr>
        <p:spPr>
          <a:xfrm>
            <a:off x="461559" y="147997"/>
            <a:ext cx="7704000" cy="572700"/>
          </a:xfrm>
        </p:spPr>
        <p:txBody>
          <a:bodyPr/>
          <a:lstStyle/>
          <a:p>
            <a:r>
              <a:rPr lang="en-US"/>
              <a:t>Architecture Decision Record</a:t>
            </a:r>
          </a:p>
        </p:txBody>
      </p:sp>
      <p:graphicFrame>
        <p:nvGraphicFramePr>
          <p:cNvPr id="3" name="Content Placeholder 3">
            <a:extLst>
              <a:ext uri="{FF2B5EF4-FFF2-40B4-BE49-F238E27FC236}">
                <a16:creationId xmlns:a16="http://schemas.microsoft.com/office/drawing/2014/main" id="{7D0C1F26-61DA-8EEF-B2EB-9F250E11C7BA}"/>
              </a:ext>
            </a:extLst>
          </p:cNvPr>
          <p:cNvGraphicFramePr>
            <a:graphicFrameLocks/>
          </p:cNvGraphicFramePr>
          <p:nvPr>
            <p:extLst>
              <p:ext uri="{D42A27DB-BD31-4B8C-83A1-F6EECF244321}">
                <p14:modId xmlns:p14="http://schemas.microsoft.com/office/powerpoint/2010/main" val="585199698"/>
              </p:ext>
            </p:extLst>
          </p:nvPr>
        </p:nvGraphicFramePr>
        <p:xfrm>
          <a:off x="457199" y="759172"/>
          <a:ext cx="7714695" cy="4132754"/>
        </p:xfrm>
        <a:graphic>
          <a:graphicData uri="http://schemas.openxmlformats.org/drawingml/2006/table">
            <a:tbl>
              <a:tblPr>
                <a:tableStyleId>{ED083AE6-46FA-4A59-8FB0-9F97EB10719F}</a:tableStyleId>
              </a:tblPr>
              <a:tblGrid>
                <a:gridCol w="1245276">
                  <a:extLst>
                    <a:ext uri="{9D8B030D-6E8A-4147-A177-3AD203B41FA5}">
                      <a16:colId xmlns:a16="http://schemas.microsoft.com/office/drawing/2014/main" val="20000"/>
                    </a:ext>
                  </a:extLst>
                </a:gridCol>
                <a:gridCol w="3973948">
                  <a:extLst>
                    <a:ext uri="{9D8B030D-6E8A-4147-A177-3AD203B41FA5}">
                      <a16:colId xmlns:a16="http://schemas.microsoft.com/office/drawing/2014/main" val="20001"/>
                    </a:ext>
                  </a:extLst>
                </a:gridCol>
                <a:gridCol w="937219">
                  <a:extLst>
                    <a:ext uri="{9D8B030D-6E8A-4147-A177-3AD203B41FA5}">
                      <a16:colId xmlns:a16="http://schemas.microsoft.com/office/drawing/2014/main" val="20002"/>
                    </a:ext>
                  </a:extLst>
                </a:gridCol>
                <a:gridCol w="1558252">
                  <a:extLst>
                    <a:ext uri="{9D8B030D-6E8A-4147-A177-3AD203B41FA5}">
                      <a16:colId xmlns:a16="http://schemas.microsoft.com/office/drawing/2014/main" val="20003"/>
                    </a:ext>
                  </a:extLst>
                </a:gridCol>
              </a:tblGrid>
              <a:tr h="228773">
                <a:tc>
                  <a:txBody>
                    <a:bodyPr/>
                    <a:lstStyle>
                      <a:lvl1pPr marL="17463" defTabSz="457200">
                        <a:spcBef>
                          <a:spcPct val="20000"/>
                        </a:spcBef>
                        <a:buClr>
                          <a:schemeClr val="tx1"/>
                        </a:buClr>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1pPr>
                      <a:lvl2pPr marL="742950" indent="-285750" defTabSz="457200">
                        <a:spcBef>
                          <a:spcPct val="20000"/>
                        </a:spcBef>
                        <a:buClr>
                          <a:schemeClr val="tx1"/>
                        </a:buClr>
                        <a:buFont typeface="Arial" panose="020B0604020202020204" pitchFamily="34" charset="0"/>
                        <a:defRPr sz="1200">
                          <a:solidFill>
                            <a:schemeClr val="tx1"/>
                          </a:solidFill>
                          <a:latin typeface="Arial" panose="020B0604020202020204" pitchFamily="34" charset="0"/>
                          <a:ea typeface="ＭＳ Ｐゴシック" panose="020B0600070205080204" pitchFamily="34" charset="-128"/>
                        </a:defRPr>
                      </a:lvl2pPr>
                      <a:lvl3pPr marL="1143000" indent="-228600" defTabSz="457200">
                        <a:spcBef>
                          <a:spcPct val="20000"/>
                        </a:spcBef>
                        <a:buClr>
                          <a:schemeClr val="tx1"/>
                        </a:buClr>
                        <a:defRPr sz="1200">
                          <a:solidFill>
                            <a:schemeClr val="tx1"/>
                          </a:solidFill>
                          <a:latin typeface="Arial" panose="020B0604020202020204" pitchFamily="34" charset="0"/>
                          <a:ea typeface="ＭＳ Ｐゴシック" panose="020B0600070205080204" pitchFamily="34" charset="-128"/>
                        </a:defRPr>
                      </a:lvl3pPr>
                      <a:lvl4pPr marL="1600200" indent="-228600" defTabSz="457200">
                        <a:spcBef>
                          <a:spcPct val="20000"/>
                        </a:spcBef>
                        <a:buClr>
                          <a:schemeClr val="bg1"/>
                        </a:buClr>
                        <a:defRPr sz="1400">
                          <a:solidFill>
                            <a:schemeClr val="bg1"/>
                          </a:solidFill>
                          <a:latin typeface="Arial" panose="020B0604020202020204" pitchFamily="34" charset="0"/>
                          <a:ea typeface="ＭＳ Ｐゴシック" panose="020B0600070205080204" pitchFamily="34" charset="-128"/>
                        </a:defRPr>
                      </a:lvl4pPr>
                      <a:lvl5pPr marL="2057400" indent="-228600" defTabSz="457200">
                        <a:spcBef>
                          <a:spcPct val="20000"/>
                        </a:spcBef>
                        <a:buClr>
                          <a:schemeClr val="bg1"/>
                        </a:buClr>
                        <a:defRPr sz="1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9pPr>
                    </a:lstStyle>
                    <a:p>
                      <a:pPr marL="17145" marR="0" lvl="0" indent="0" algn="l" defTabSz="457200" rtl="0" eaLnBrk="1" fontAlgn="base" latinLnBrk="0" hangingPunct="0">
                        <a:lnSpc>
                          <a:spcPct val="100000"/>
                        </a:lnSpc>
                        <a:spcBef>
                          <a:spcPct val="0"/>
                        </a:spcBef>
                        <a:spcAft>
                          <a:spcPct val="0"/>
                        </a:spcAft>
                        <a:buClrTx/>
                        <a:buSzTx/>
                        <a:buFontTx/>
                        <a:buNone/>
                        <a:tabLst/>
                      </a:pPr>
                      <a:r>
                        <a:rPr kumimoji="0" lang="en-GB" altLang="en-US" sz="1050" b="1" u="none" strike="noStrike" cap="none" normalizeH="0" baseline="0">
                          <a:ln>
                            <a:noFill/>
                          </a:ln>
                          <a:effectLst/>
                        </a:rPr>
                        <a:t>Subject Area</a:t>
                      </a:r>
                      <a:endParaRPr kumimoji="0" lang="en-GB" altLang="en-US" sz="1050" b="1" i="0" u="none" strike="noStrike" cap="none" normalizeH="0" baseline="0">
                        <a:ln>
                          <a:noFill/>
                        </a:ln>
                        <a:solidFill>
                          <a:srgbClr val="FFFFFF"/>
                        </a:solidFill>
                        <a:effectLst/>
                        <a:latin typeface="Arial"/>
                        <a:ea typeface="ＭＳ Ｐゴシック"/>
                        <a:cs typeface="Times New Roman"/>
                      </a:endParaRPr>
                    </a:p>
                  </a:txBody>
                  <a:tcPr marL="68580" marR="68580" marT="34290" marB="34290" anchor="ctr" horzOverflow="overflow">
                    <a:lnL w="12700" cap="flat" cmpd="sng" algn="ctr">
                      <a:solidFill>
                        <a:srgbClr val="375D7D"/>
                      </a:solidFill>
                      <a:prstDash val="solid"/>
                      <a:round/>
                      <a:headEnd type="none" w="med" len="med"/>
                      <a:tailEnd type="none" w="med" len="med"/>
                    </a:lnL>
                    <a:lnR w="12700" cap="flat" cmpd="sng" algn="ctr">
                      <a:solidFill>
                        <a:srgbClr val="375D7D"/>
                      </a:solidFill>
                      <a:prstDash val="solid"/>
                      <a:round/>
                      <a:headEnd type="none" w="med" len="med"/>
                      <a:tailEnd type="none" w="med" len="med"/>
                    </a:lnR>
                    <a:lnT w="12700" cap="flat" cmpd="sng" algn="ctr">
                      <a:solidFill>
                        <a:srgbClr val="375D7D"/>
                      </a:solidFill>
                      <a:prstDash val="solid"/>
                      <a:round/>
                      <a:headEnd type="none" w="med" len="med"/>
                      <a:tailEnd type="none" w="med" len="med"/>
                    </a:lnT>
                    <a:lnB w="12700" cap="flat" cmpd="sng" algn="ctr">
                      <a:solidFill>
                        <a:srgbClr val="375D7D"/>
                      </a:solidFill>
                      <a:prstDash val="solid"/>
                      <a:round/>
                      <a:headEnd type="none" w="med" len="med"/>
                      <a:tailEnd type="none" w="med" len="med"/>
                    </a:lnB>
                  </a:tcPr>
                </a:tc>
                <a:tc>
                  <a:txBody>
                    <a:bodyPr/>
                    <a:lstStyle>
                      <a:lvl1pPr marL="17463" defTabSz="457200">
                        <a:spcBef>
                          <a:spcPct val="20000"/>
                        </a:spcBef>
                        <a:buClr>
                          <a:schemeClr val="tx1"/>
                        </a:buClr>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1pPr>
                      <a:lvl2pPr marL="742950" indent="-285750" defTabSz="457200">
                        <a:spcBef>
                          <a:spcPct val="20000"/>
                        </a:spcBef>
                        <a:buClr>
                          <a:schemeClr val="tx1"/>
                        </a:buClr>
                        <a:buFont typeface="Arial" panose="020B0604020202020204" pitchFamily="34" charset="0"/>
                        <a:defRPr sz="1200">
                          <a:solidFill>
                            <a:schemeClr val="tx1"/>
                          </a:solidFill>
                          <a:latin typeface="Arial" panose="020B0604020202020204" pitchFamily="34" charset="0"/>
                          <a:ea typeface="ＭＳ Ｐゴシック" panose="020B0600070205080204" pitchFamily="34" charset="-128"/>
                        </a:defRPr>
                      </a:lvl2pPr>
                      <a:lvl3pPr marL="1143000" indent="-228600" defTabSz="457200">
                        <a:spcBef>
                          <a:spcPct val="20000"/>
                        </a:spcBef>
                        <a:buClr>
                          <a:schemeClr val="tx1"/>
                        </a:buClr>
                        <a:defRPr sz="1200">
                          <a:solidFill>
                            <a:schemeClr val="tx1"/>
                          </a:solidFill>
                          <a:latin typeface="Arial" panose="020B0604020202020204" pitchFamily="34" charset="0"/>
                          <a:ea typeface="ＭＳ Ｐゴシック" panose="020B0600070205080204" pitchFamily="34" charset="-128"/>
                        </a:defRPr>
                      </a:lvl3pPr>
                      <a:lvl4pPr marL="1600200" indent="-228600" defTabSz="457200">
                        <a:spcBef>
                          <a:spcPct val="20000"/>
                        </a:spcBef>
                        <a:buClr>
                          <a:schemeClr val="bg1"/>
                        </a:buClr>
                        <a:defRPr sz="1400">
                          <a:solidFill>
                            <a:schemeClr val="bg1"/>
                          </a:solidFill>
                          <a:latin typeface="Arial" panose="020B0604020202020204" pitchFamily="34" charset="0"/>
                          <a:ea typeface="ＭＳ Ｐゴシック" panose="020B0600070205080204" pitchFamily="34" charset="-128"/>
                        </a:defRPr>
                      </a:lvl4pPr>
                      <a:lvl5pPr marL="2057400" indent="-228600" defTabSz="457200">
                        <a:spcBef>
                          <a:spcPct val="20000"/>
                        </a:spcBef>
                        <a:buClr>
                          <a:schemeClr val="bg1"/>
                        </a:buClr>
                        <a:defRPr sz="1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9pPr>
                    </a:lstStyle>
                    <a:p>
                      <a:pPr marL="17145" marR="0" lvl="0" indent="0" algn="l" rtl="0" eaLnBrk="1" fontAlgn="base" latinLnBrk="0" hangingPunct="1">
                        <a:lnSpc>
                          <a:spcPct val="100000"/>
                        </a:lnSpc>
                        <a:spcBef>
                          <a:spcPct val="0"/>
                        </a:spcBef>
                        <a:spcAft>
                          <a:spcPct val="0"/>
                        </a:spcAft>
                        <a:buClrTx/>
                        <a:buSzTx/>
                        <a:buFontTx/>
                        <a:buNone/>
                      </a:pPr>
                      <a:r>
                        <a:rPr lang="en-GB" altLang="en-US" sz="1050" b="0" i="0" u="none" strike="noStrike" cap="none" normalizeH="0" baseline="0">
                          <a:ln>
                            <a:noFill/>
                          </a:ln>
                          <a:solidFill>
                            <a:schemeClr val="tx1"/>
                          </a:solidFill>
                          <a:effectLst/>
                          <a:latin typeface="Arial"/>
                          <a:ea typeface="Arial Unicode MS"/>
                          <a:cs typeface="Arial Unicode MS"/>
                        </a:rPr>
                        <a:t>Network Security</a:t>
                      </a:r>
                      <a:endParaRPr kumimoji="0" lang="en-GB" altLang="en-US" sz="1050" b="0" i="0" u="none" strike="noStrike" cap="none" normalizeH="0" baseline="0">
                        <a:ln>
                          <a:noFill/>
                        </a:ln>
                        <a:solidFill>
                          <a:schemeClr val="tx1"/>
                        </a:solidFill>
                        <a:effectLst/>
                        <a:latin typeface="Arial"/>
                        <a:ea typeface="Arial Unicode MS"/>
                        <a:cs typeface="Arial Unicode MS"/>
                      </a:endParaRPr>
                    </a:p>
                  </a:txBody>
                  <a:tcPr marL="68580" marR="68580" marT="34290" marB="34290" anchor="ctr" horzOverflow="overflow">
                    <a:lnL w="12700" cap="flat" cmpd="sng" algn="ctr">
                      <a:solidFill>
                        <a:srgbClr val="375D7D"/>
                      </a:solidFill>
                      <a:prstDash val="solid"/>
                      <a:round/>
                      <a:headEnd type="none" w="med" len="med"/>
                      <a:tailEnd type="none" w="med" len="med"/>
                    </a:lnL>
                    <a:lnR w="12700" cap="flat" cmpd="sng" algn="ctr">
                      <a:solidFill>
                        <a:srgbClr val="375D7D"/>
                      </a:solidFill>
                      <a:prstDash val="solid"/>
                      <a:round/>
                      <a:headEnd type="none" w="med" len="med"/>
                      <a:tailEnd type="none" w="med" len="med"/>
                    </a:lnR>
                    <a:lnT w="12700" cap="flat" cmpd="sng" algn="ctr">
                      <a:solidFill>
                        <a:srgbClr val="375D7D"/>
                      </a:solidFill>
                      <a:prstDash val="solid"/>
                      <a:round/>
                      <a:headEnd type="none" w="med" len="med"/>
                      <a:tailEnd type="none" w="med" len="med"/>
                    </a:lnT>
                    <a:lnB w="12700" cap="flat" cmpd="sng" algn="ctr">
                      <a:solidFill>
                        <a:srgbClr val="375D7D"/>
                      </a:solidFill>
                      <a:prstDash val="solid"/>
                      <a:round/>
                      <a:headEnd type="none" w="med" len="med"/>
                      <a:tailEnd type="none" w="med" len="med"/>
                    </a:lnB>
                  </a:tcPr>
                </a:tc>
                <a:tc>
                  <a:txBody>
                    <a:bodyPr/>
                    <a:lstStyle>
                      <a:lvl1pPr marL="17463" defTabSz="457200">
                        <a:spcBef>
                          <a:spcPct val="20000"/>
                        </a:spcBef>
                        <a:buClr>
                          <a:schemeClr val="tx1"/>
                        </a:buClr>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1pPr>
                      <a:lvl2pPr marL="742950" indent="-285750" defTabSz="457200">
                        <a:spcBef>
                          <a:spcPct val="20000"/>
                        </a:spcBef>
                        <a:buClr>
                          <a:schemeClr val="tx1"/>
                        </a:buClr>
                        <a:buFont typeface="Arial" panose="020B0604020202020204" pitchFamily="34" charset="0"/>
                        <a:defRPr sz="1200">
                          <a:solidFill>
                            <a:schemeClr val="tx1"/>
                          </a:solidFill>
                          <a:latin typeface="Arial" panose="020B0604020202020204" pitchFamily="34" charset="0"/>
                          <a:ea typeface="ＭＳ Ｐゴシック" panose="020B0600070205080204" pitchFamily="34" charset="-128"/>
                        </a:defRPr>
                      </a:lvl2pPr>
                      <a:lvl3pPr marL="1143000" indent="-228600" defTabSz="457200">
                        <a:spcBef>
                          <a:spcPct val="20000"/>
                        </a:spcBef>
                        <a:buClr>
                          <a:schemeClr val="tx1"/>
                        </a:buClr>
                        <a:defRPr sz="1200">
                          <a:solidFill>
                            <a:schemeClr val="tx1"/>
                          </a:solidFill>
                          <a:latin typeface="Arial" panose="020B0604020202020204" pitchFamily="34" charset="0"/>
                          <a:ea typeface="ＭＳ Ｐゴシック" panose="020B0600070205080204" pitchFamily="34" charset="-128"/>
                        </a:defRPr>
                      </a:lvl3pPr>
                      <a:lvl4pPr marL="1600200" indent="-228600" defTabSz="457200">
                        <a:spcBef>
                          <a:spcPct val="20000"/>
                        </a:spcBef>
                        <a:buClr>
                          <a:schemeClr val="bg1"/>
                        </a:buClr>
                        <a:defRPr sz="1400">
                          <a:solidFill>
                            <a:schemeClr val="bg1"/>
                          </a:solidFill>
                          <a:latin typeface="Arial" panose="020B0604020202020204" pitchFamily="34" charset="0"/>
                          <a:ea typeface="ＭＳ Ｐゴシック" panose="020B0600070205080204" pitchFamily="34" charset="-128"/>
                        </a:defRPr>
                      </a:lvl4pPr>
                      <a:lvl5pPr marL="2057400" indent="-228600" defTabSz="457200">
                        <a:spcBef>
                          <a:spcPct val="20000"/>
                        </a:spcBef>
                        <a:buClr>
                          <a:schemeClr val="bg1"/>
                        </a:buClr>
                        <a:defRPr sz="1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9pPr>
                    </a:lstStyle>
                    <a:p>
                      <a:pPr marL="17145" marR="0" lvl="0" indent="0" algn="l" defTabSz="457200" rtl="0" eaLnBrk="1" fontAlgn="base" latinLnBrk="0" hangingPunct="0">
                        <a:lnSpc>
                          <a:spcPct val="100000"/>
                        </a:lnSpc>
                        <a:spcBef>
                          <a:spcPct val="0"/>
                        </a:spcBef>
                        <a:spcAft>
                          <a:spcPct val="0"/>
                        </a:spcAft>
                        <a:buClrTx/>
                        <a:buSzTx/>
                        <a:buFontTx/>
                        <a:buNone/>
                        <a:tabLst/>
                      </a:pPr>
                      <a:r>
                        <a:rPr kumimoji="0" lang="en-GB" altLang="en-US" sz="1050" b="1" u="none" strike="noStrike" cap="none" normalizeH="0" baseline="0">
                          <a:ln>
                            <a:noFill/>
                          </a:ln>
                          <a:effectLst/>
                        </a:rPr>
                        <a:t>Topic</a:t>
                      </a:r>
                      <a:endParaRPr kumimoji="0" lang="en-GB" altLang="en-US" sz="1050" b="1" i="0" u="none" strike="noStrike" cap="none" normalizeH="0" baseline="0">
                        <a:ln>
                          <a:noFill/>
                        </a:ln>
                        <a:solidFill>
                          <a:srgbClr val="000000"/>
                        </a:solidFill>
                        <a:effectLst/>
                        <a:latin typeface="Arial"/>
                        <a:ea typeface="ＭＳ Ｐゴシック"/>
                        <a:cs typeface="Times New Roman"/>
                      </a:endParaRPr>
                    </a:p>
                  </a:txBody>
                  <a:tcPr marL="68580" marR="68580" marT="34290" marB="34290" anchor="ctr" horzOverflow="overflow">
                    <a:lnL w="12700" cap="flat" cmpd="sng" algn="ctr">
                      <a:solidFill>
                        <a:srgbClr val="375D7D"/>
                      </a:solidFill>
                      <a:prstDash val="solid"/>
                      <a:round/>
                      <a:headEnd type="none" w="med" len="med"/>
                      <a:tailEnd type="none" w="med" len="med"/>
                    </a:lnL>
                    <a:lnR w="12700" cap="flat" cmpd="sng" algn="ctr">
                      <a:solidFill>
                        <a:srgbClr val="375D7D"/>
                      </a:solidFill>
                      <a:prstDash val="solid"/>
                      <a:round/>
                      <a:headEnd type="none" w="med" len="med"/>
                      <a:tailEnd type="none" w="med" len="med"/>
                    </a:lnR>
                    <a:lnT w="12700" cap="flat" cmpd="sng" algn="ctr">
                      <a:solidFill>
                        <a:srgbClr val="375D7D"/>
                      </a:solidFill>
                      <a:prstDash val="solid"/>
                      <a:round/>
                      <a:headEnd type="none" w="med" len="med"/>
                      <a:tailEnd type="none" w="med" len="med"/>
                    </a:lnT>
                    <a:lnB w="12700" cap="flat" cmpd="sng" algn="ctr">
                      <a:solidFill>
                        <a:srgbClr val="375D7D"/>
                      </a:solidFill>
                      <a:prstDash val="solid"/>
                      <a:round/>
                      <a:headEnd type="none" w="med" len="med"/>
                      <a:tailEnd type="none" w="med" len="med"/>
                    </a:lnB>
                  </a:tcPr>
                </a:tc>
                <a:tc>
                  <a:txBody>
                    <a:bodyPr/>
                    <a:lstStyle>
                      <a:lvl1pPr marL="17463" defTabSz="457200">
                        <a:spcBef>
                          <a:spcPct val="20000"/>
                        </a:spcBef>
                        <a:buClr>
                          <a:schemeClr val="tx1"/>
                        </a:buClr>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1pPr>
                      <a:lvl2pPr marL="742950" indent="-285750" defTabSz="457200">
                        <a:spcBef>
                          <a:spcPct val="20000"/>
                        </a:spcBef>
                        <a:buClr>
                          <a:schemeClr val="tx1"/>
                        </a:buClr>
                        <a:buFont typeface="Arial" panose="020B0604020202020204" pitchFamily="34" charset="0"/>
                        <a:defRPr sz="1200">
                          <a:solidFill>
                            <a:schemeClr val="tx1"/>
                          </a:solidFill>
                          <a:latin typeface="Arial" panose="020B0604020202020204" pitchFamily="34" charset="0"/>
                          <a:ea typeface="ＭＳ Ｐゴシック" panose="020B0600070205080204" pitchFamily="34" charset="-128"/>
                        </a:defRPr>
                      </a:lvl2pPr>
                      <a:lvl3pPr marL="1143000" indent="-228600" defTabSz="457200">
                        <a:spcBef>
                          <a:spcPct val="20000"/>
                        </a:spcBef>
                        <a:buClr>
                          <a:schemeClr val="tx1"/>
                        </a:buClr>
                        <a:defRPr sz="1200">
                          <a:solidFill>
                            <a:schemeClr val="tx1"/>
                          </a:solidFill>
                          <a:latin typeface="Arial" panose="020B0604020202020204" pitchFamily="34" charset="0"/>
                          <a:ea typeface="ＭＳ Ｐゴシック" panose="020B0600070205080204" pitchFamily="34" charset="-128"/>
                        </a:defRPr>
                      </a:lvl3pPr>
                      <a:lvl4pPr marL="1600200" indent="-228600" defTabSz="457200">
                        <a:spcBef>
                          <a:spcPct val="20000"/>
                        </a:spcBef>
                        <a:buClr>
                          <a:schemeClr val="bg1"/>
                        </a:buClr>
                        <a:defRPr sz="1400">
                          <a:solidFill>
                            <a:schemeClr val="bg1"/>
                          </a:solidFill>
                          <a:latin typeface="Arial" panose="020B0604020202020204" pitchFamily="34" charset="0"/>
                          <a:ea typeface="ＭＳ Ｐゴシック" panose="020B0600070205080204" pitchFamily="34" charset="-128"/>
                        </a:defRPr>
                      </a:lvl4pPr>
                      <a:lvl5pPr marL="2057400" indent="-228600" defTabSz="457200">
                        <a:spcBef>
                          <a:spcPct val="20000"/>
                        </a:spcBef>
                        <a:buClr>
                          <a:schemeClr val="bg1"/>
                        </a:buClr>
                        <a:defRPr sz="1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9pPr>
                    </a:lstStyle>
                    <a:p>
                      <a:pPr marL="17145" marR="0" lvl="0" indent="0" algn="l" rtl="0" eaLnBrk="1" fontAlgn="base" latinLnBrk="0" hangingPunct="1">
                        <a:lnSpc>
                          <a:spcPct val="100000"/>
                        </a:lnSpc>
                        <a:spcBef>
                          <a:spcPct val="0"/>
                        </a:spcBef>
                        <a:spcAft>
                          <a:spcPct val="0"/>
                        </a:spcAft>
                        <a:buClrTx/>
                        <a:buSzTx/>
                        <a:buFontTx/>
                        <a:buNone/>
                      </a:pPr>
                      <a:r>
                        <a:rPr lang="en-GB" altLang="en-US" sz="1050" u="none" strike="noStrike" cap="none" normalizeH="0" baseline="0">
                          <a:ln>
                            <a:noFill/>
                          </a:ln>
                          <a:effectLst/>
                        </a:rPr>
                        <a:t>Firewall Configuration</a:t>
                      </a:r>
                      <a:endParaRPr kumimoji="0" lang="en-GB" altLang="en-US" sz="1050" u="none" strike="noStrike" cap="none" normalizeH="0" baseline="0">
                        <a:ln>
                          <a:noFill/>
                        </a:ln>
                        <a:effectLst/>
                      </a:endParaRPr>
                    </a:p>
                  </a:txBody>
                  <a:tcPr marL="68580" marR="68580" marT="34290" marB="34290" anchor="ctr" horzOverflow="overflow">
                    <a:lnL w="12700" cap="flat" cmpd="sng" algn="ctr">
                      <a:solidFill>
                        <a:srgbClr val="375D7D"/>
                      </a:solidFill>
                      <a:prstDash val="solid"/>
                      <a:round/>
                      <a:headEnd type="none" w="med" len="med"/>
                      <a:tailEnd type="none" w="med" len="med"/>
                    </a:lnL>
                    <a:lnR w="12700" cap="flat" cmpd="sng" algn="ctr">
                      <a:solidFill>
                        <a:srgbClr val="375D7D"/>
                      </a:solidFill>
                      <a:prstDash val="solid"/>
                      <a:round/>
                      <a:headEnd type="none" w="med" len="med"/>
                      <a:tailEnd type="none" w="med" len="med"/>
                    </a:lnR>
                    <a:lnT w="12700" cap="flat" cmpd="sng" algn="ctr">
                      <a:solidFill>
                        <a:srgbClr val="375D7D"/>
                      </a:solidFill>
                      <a:prstDash val="solid"/>
                      <a:round/>
                      <a:headEnd type="none" w="med" len="med"/>
                      <a:tailEnd type="none" w="med" len="med"/>
                    </a:lnT>
                    <a:lnB w="12700" cap="flat" cmpd="sng" algn="ctr">
                      <a:solidFill>
                        <a:srgbClr val="375D7D"/>
                      </a:solidFill>
                      <a:prstDash val="solid"/>
                      <a:round/>
                      <a:headEnd type="none" w="med" len="med"/>
                      <a:tailEnd type="none" w="med" len="med"/>
                    </a:lnB>
                  </a:tcPr>
                </a:tc>
                <a:extLst>
                  <a:ext uri="{0D108BD9-81ED-4DB2-BD59-A6C34878D82A}">
                    <a16:rowId xmlns:a16="http://schemas.microsoft.com/office/drawing/2014/main" val="10000"/>
                  </a:ext>
                </a:extLst>
              </a:tr>
              <a:tr h="390821">
                <a:tc>
                  <a:txBody>
                    <a:bodyPr/>
                    <a:lstStyle>
                      <a:lvl1pPr marL="17463" defTabSz="457200">
                        <a:spcBef>
                          <a:spcPct val="20000"/>
                        </a:spcBef>
                        <a:buClr>
                          <a:schemeClr val="tx1"/>
                        </a:buClr>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1pPr>
                      <a:lvl2pPr marL="742950" indent="-285750" defTabSz="457200">
                        <a:spcBef>
                          <a:spcPct val="20000"/>
                        </a:spcBef>
                        <a:buClr>
                          <a:schemeClr val="tx1"/>
                        </a:buClr>
                        <a:buFont typeface="Arial" panose="020B0604020202020204" pitchFamily="34" charset="0"/>
                        <a:defRPr sz="1200">
                          <a:solidFill>
                            <a:schemeClr val="tx1"/>
                          </a:solidFill>
                          <a:latin typeface="Arial" panose="020B0604020202020204" pitchFamily="34" charset="0"/>
                          <a:ea typeface="ＭＳ Ｐゴシック" panose="020B0600070205080204" pitchFamily="34" charset="-128"/>
                        </a:defRPr>
                      </a:lvl2pPr>
                      <a:lvl3pPr marL="1143000" indent="-228600" defTabSz="457200">
                        <a:spcBef>
                          <a:spcPct val="20000"/>
                        </a:spcBef>
                        <a:buClr>
                          <a:schemeClr val="tx1"/>
                        </a:buClr>
                        <a:defRPr sz="1200">
                          <a:solidFill>
                            <a:schemeClr val="tx1"/>
                          </a:solidFill>
                          <a:latin typeface="Arial" panose="020B0604020202020204" pitchFamily="34" charset="0"/>
                          <a:ea typeface="ＭＳ Ｐゴシック" panose="020B0600070205080204" pitchFamily="34" charset="-128"/>
                        </a:defRPr>
                      </a:lvl3pPr>
                      <a:lvl4pPr marL="1600200" indent="-228600" defTabSz="457200">
                        <a:spcBef>
                          <a:spcPct val="20000"/>
                        </a:spcBef>
                        <a:buClr>
                          <a:schemeClr val="bg1"/>
                        </a:buClr>
                        <a:defRPr sz="1400">
                          <a:solidFill>
                            <a:schemeClr val="bg1"/>
                          </a:solidFill>
                          <a:latin typeface="Arial" panose="020B0604020202020204" pitchFamily="34" charset="0"/>
                          <a:ea typeface="ＭＳ Ｐゴシック" panose="020B0600070205080204" pitchFamily="34" charset="-128"/>
                        </a:defRPr>
                      </a:lvl4pPr>
                      <a:lvl5pPr marL="2057400" indent="-228600" defTabSz="457200">
                        <a:spcBef>
                          <a:spcPct val="20000"/>
                        </a:spcBef>
                        <a:buClr>
                          <a:schemeClr val="bg1"/>
                        </a:buClr>
                        <a:defRPr sz="1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9pPr>
                    </a:lstStyle>
                    <a:p>
                      <a:pPr marL="17145" marR="0" lvl="0" indent="0" algn="l" defTabSz="457200" rtl="0" eaLnBrk="1" fontAlgn="base" latinLnBrk="0" hangingPunct="0">
                        <a:lnSpc>
                          <a:spcPct val="100000"/>
                        </a:lnSpc>
                        <a:spcBef>
                          <a:spcPct val="0"/>
                        </a:spcBef>
                        <a:spcAft>
                          <a:spcPct val="0"/>
                        </a:spcAft>
                        <a:buClrTx/>
                        <a:buSzTx/>
                        <a:buFontTx/>
                        <a:buNone/>
                        <a:tabLst/>
                      </a:pPr>
                      <a:r>
                        <a:rPr kumimoji="0" lang="en-GB" altLang="en-US" sz="1050" b="1" u="none" strike="noStrike" cap="none" normalizeH="0" baseline="0">
                          <a:ln>
                            <a:noFill/>
                          </a:ln>
                          <a:effectLst/>
                        </a:rPr>
                        <a:t>Architectural Decision</a:t>
                      </a:r>
                      <a:endParaRPr kumimoji="0" lang="en-GB" altLang="en-US" sz="1050" b="1" i="0" u="none" strike="noStrike" cap="none" normalizeH="0" baseline="0">
                        <a:ln>
                          <a:noFill/>
                        </a:ln>
                        <a:solidFill>
                          <a:srgbClr val="FFFFFF"/>
                        </a:solidFill>
                        <a:effectLst/>
                        <a:latin typeface="Arial"/>
                        <a:ea typeface="ＭＳ Ｐゴシック"/>
                        <a:cs typeface="Times New Roman"/>
                      </a:endParaRPr>
                    </a:p>
                  </a:txBody>
                  <a:tcPr marL="68580" marR="68580" marT="34290" marB="34290" anchor="ctr" horzOverflow="overflow">
                    <a:lnL w="12700" cap="flat" cmpd="sng" algn="ctr">
                      <a:solidFill>
                        <a:srgbClr val="375D7D"/>
                      </a:solidFill>
                      <a:prstDash val="solid"/>
                      <a:round/>
                      <a:headEnd type="none" w="med" len="med"/>
                      <a:tailEnd type="none" w="med" len="med"/>
                    </a:lnL>
                    <a:lnR w="12700" cap="flat" cmpd="sng" algn="ctr">
                      <a:solidFill>
                        <a:srgbClr val="375D7D"/>
                      </a:solidFill>
                      <a:prstDash val="solid"/>
                      <a:round/>
                      <a:headEnd type="none" w="med" len="med"/>
                      <a:tailEnd type="none" w="med" len="med"/>
                    </a:lnR>
                    <a:lnT w="12700" cap="flat" cmpd="sng" algn="ctr">
                      <a:solidFill>
                        <a:srgbClr val="375D7D"/>
                      </a:solidFill>
                      <a:prstDash val="solid"/>
                      <a:round/>
                      <a:headEnd type="none" w="med" len="med"/>
                      <a:tailEnd type="none" w="med" len="med"/>
                    </a:lnT>
                    <a:lnB w="12700" cap="flat" cmpd="sng" algn="ctr">
                      <a:solidFill>
                        <a:srgbClr val="375D7D"/>
                      </a:solidFill>
                      <a:prstDash val="solid"/>
                      <a:round/>
                      <a:headEnd type="none" w="med" len="med"/>
                      <a:tailEnd type="none" w="med" len="med"/>
                    </a:lnB>
                  </a:tcPr>
                </a:tc>
                <a:tc>
                  <a:txBody>
                    <a:bodyPr/>
                    <a:lstStyle>
                      <a:lvl1pPr marL="17463" defTabSz="457200">
                        <a:spcBef>
                          <a:spcPct val="20000"/>
                        </a:spcBef>
                        <a:buClr>
                          <a:schemeClr val="tx1"/>
                        </a:buClr>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1pPr>
                      <a:lvl2pPr marL="742950" indent="-285750" defTabSz="457200">
                        <a:spcBef>
                          <a:spcPct val="20000"/>
                        </a:spcBef>
                        <a:buClr>
                          <a:schemeClr val="tx1"/>
                        </a:buClr>
                        <a:buFont typeface="Arial" panose="020B0604020202020204" pitchFamily="34" charset="0"/>
                        <a:defRPr sz="1200">
                          <a:solidFill>
                            <a:schemeClr val="tx1"/>
                          </a:solidFill>
                          <a:latin typeface="Arial" panose="020B0604020202020204" pitchFamily="34" charset="0"/>
                          <a:ea typeface="ＭＳ Ｐゴシック" panose="020B0600070205080204" pitchFamily="34" charset="-128"/>
                        </a:defRPr>
                      </a:lvl2pPr>
                      <a:lvl3pPr marL="1143000" indent="-228600" defTabSz="457200">
                        <a:spcBef>
                          <a:spcPct val="20000"/>
                        </a:spcBef>
                        <a:buClr>
                          <a:schemeClr val="tx1"/>
                        </a:buClr>
                        <a:defRPr sz="1200">
                          <a:solidFill>
                            <a:schemeClr val="tx1"/>
                          </a:solidFill>
                          <a:latin typeface="Arial" panose="020B0604020202020204" pitchFamily="34" charset="0"/>
                          <a:ea typeface="ＭＳ Ｐゴシック" panose="020B0600070205080204" pitchFamily="34" charset="-128"/>
                        </a:defRPr>
                      </a:lvl3pPr>
                      <a:lvl4pPr marL="1600200" indent="-228600" defTabSz="457200">
                        <a:spcBef>
                          <a:spcPct val="20000"/>
                        </a:spcBef>
                        <a:buClr>
                          <a:schemeClr val="bg1"/>
                        </a:buClr>
                        <a:defRPr sz="1400">
                          <a:solidFill>
                            <a:schemeClr val="bg1"/>
                          </a:solidFill>
                          <a:latin typeface="Arial" panose="020B0604020202020204" pitchFamily="34" charset="0"/>
                          <a:ea typeface="ＭＳ Ｐゴシック" panose="020B0600070205080204" pitchFamily="34" charset="-128"/>
                        </a:defRPr>
                      </a:lvl4pPr>
                      <a:lvl5pPr marL="2057400" indent="-228600" defTabSz="457200">
                        <a:spcBef>
                          <a:spcPct val="20000"/>
                        </a:spcBef>
                        <a:buClr>
                          <a:schemeClr val="bg1"/>
                        </a:buClr>
                        <a:defRPr sz="1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9pPr>
                    </a:lstStyle>
                    <a:p>
                      <a:pPr marL="17145" marR="0" lvl="0" indent="0" algn="l" rtl="0" eaLnBrk="1" fontAlgn="base" latinLnBrk="0" hangingPunct="1">
                        <a:lnSpc>
                          <a:spcPct val="100000"/>
                        </a:lnSpc>
                        <a:spcBef>
                          <a:spcPct val="0"/>
                        </a:spcBef>
                        <a:spcAft>
                          <a:spcPct val="0"/>
                        </a:spcAft>
                        <a:buClrTx/>
                        <a:buSzTx/>
                        <a:buFontTx/>
                        <a:buNone/>
                      </a:pPr>
                      <a:r>
                        <a:rPr lang="en-GB" altLang="en-US" sz="1050" u="none" strike="noStrike" cap="none" normalizeH="0" baseline="0">
                          <a:ln>
                            <a:noFill/>
                          </a:ln>
                          <a:effectLst/>
                        </a:rPr>
                        <a:t>Should we implement two firewalls; one to prevent web-based attacks and another to monitor and control network traffic?</a:t>
                      </a:r>
                      <a:endParaRPr kumimoji="0" lang="en-GB" altLang="en-US" sz="1050" u="none" strike="noStrike" cap="none" normalizeH="0" baseline="0">
                        <a:ln>
                          <a:noFill/>
                        </a:ln>
                        <a:effectLst/>
                      </a:endParaRPr>
                    </a:p>
                  </a:txBody>
                  <a:tcPr marL="68580" marR="68580" marT="34290" marB="34290" anchor="ctr" horzOverflow="overflow">
                    <a:lnL w="12700" cap="flat" cmpd="sng" algn="ctr">
                      <a:solidFill>
                        <a:srgbClr val="375D7D"/>
                      </a:solidFill>
                      <a:prstDash val="solid"/>
                      <a:round/>
                      <a:headEnd type="none" w="med" len="med"/>
                      <a:tailEnd type="none" w="med" len="med"/>
                    </a:lnL>
                    <a:lnR w="12700" cap="flat" cmpd="sng" algn="ctr">
                      <a:solidFill>
                        <a:srgbClr val="375D7D"/>
                      </a:solidFill>
                      <a:prstDash val="solid"/>
                      <a:round/>
                      <a:headEnd type="none" w="med" len="med"/>
                      <a:tailEnd type="none" w="med" len="med"/>
                    </a:lnR>
                    <a:lnT w="12700" cap="flat" cmpd="sng" algn="ctr">
                      <a:solidFill>
                        <a:srgbClr val="375D7D"/>
                      </a:solidFill>
                      <a:prstDash val="solid"/>
                      <a:round/>
                      <a:headEnd type="none" w="med" len="med"/>
                      <a:tailEnd type="none" w="med" len="med"/>
                    </a:lnT>
                    <a:lnB w="12700" cap="flat" cmpd="sng" algn="ctr">
                      <a:solidFill>
                        <a:srgbClr val="375D7D"/>
                      </a:solidFill>
                      <a:prstDash val="solid"/>
                      <a:round/>
                      <a:headEnd type="none" w="med" len="med"/>
                      <a:tailEnd type="none" w="med" len="med"/>
                    </a:lnB>
                  </a:tcPr>
                </a:tc>
                <a:tc>
                  <a:txBody>
                    <a:bodyPr/>
                    <a:lstStyle>
                      <a:lvl1pPr marL="17463" defTabSz="457200">
                        <a:spcBef>
                          <a:spcPct val="20000"/>
                        </a:spcBef>
                        <a:buClr>
                          <a:schemeClr val="tx1"/>
                        </a:buClr>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1pPr>
                      <a:lvl2pPr marL="742950" indent="-285750" defTabSz="457200">
                        <a:spcBef>
                          <a:spcPct val="20000"/>
                        </a:spcBef>
                        <a:buClr>
                          <a:schemeClr val="tx1"/>
                        </a:buClr>
                        <a:buFont typeface="Arial" panose="020B0604020202020204" pitchFamily="34" charset="0"/>
                        <a:defRPr sz="1200">
                          <a:solidFill>
                            <a:schemeClr val="tx1"/>
                          </a:solidFill>
                          <a:latin typeface="Arial" panose="020B0604020202020204" pitchFamily="34" charset="0"/>
                          <a:ea typeface="ＭＳ Ｐゴシック" panose="020B0600070205080204" pitchFamily="34" charset="-128"/>
                        </a:defRPr>
                      </a:lvl2pPr>
                      <a:lvl3pPr marL="1143000" indent="-228600" defTabSz="457200">
                        <a:spcBef>
                          <a:spcPct val="20000"/>
                        </a:spcBef>
                        <a:buClr>
                          <a:schemeClr val="tx1"/>
                        </a:buClr>
                        <a:defRPr sz="1200">
                          <a:solidFill>
                            <a:schemeClr val="tx1"/>
                          </a:solidFill>
                          <a:latin typeface="Arial" panose="020B0604020202020204" pitchFamily="34" charset="0"/>
                          <a:ea typeface="ＭＳ Ｐゴシック" panose="020B0600070205080204" pitchFamily="34" charset="-128"/>
                        </a:defRPr>
                      </a:lvl3pPr>
                      <a:lvl4pPr marL="1600200" indent="-228600" defTabSz="457200">
                        <a:spcBef>
                          <a:spcPct val="20000"/>
                        </a:spcBef>
                        <a:buClr>
                          <a:schemeClr val="bg1"/>
                        </a:buClr>
                        <a:defRPr sz="1400">
                          <a:solidFill>
                            <a:schemeClr val="bg1"/>
                          </a:solidFill>
                          <a:latin typeface="Arial" panose="020B0604020202020204" pitchFamily="34" charset="0"/>
                          <a:ea typeface="ＭＳ Ｐゴシック" panose="020B0600070205080204" pitchFamily="34" charset="-128"/>
                        </a:defRPr>
                      </a:lvl4pPr>
                      <a:lvl5pPr marL="2057400" indent="-228600" defTabSz="457200">
                        <a:spcBef>
                          <a:spcPct val="20000"/>
                        </a:spcBef>
                        <a:buClr>
                          <a:schemeClr val="bg1"/>
                        </a:buClr>
                        <a:defRPr sz="1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9pPr>
                    </a:lstStyle>
                    <a:p>
                      <a:pPr marL="17145" marR="0" lvl="0" indent="0" algn="l" defTabSz="457200" rtl="0" eaLnBrk="1" fontAlgn="base" latinLnBrk="0" hangingPunct="0">
                        <a:lnSpc>
                          <a:spcPct val="100000"/>
                        </a:lnSpc>
                        <a:spcBef>
                          <a:spcPct val="0"/>
                        </a:spcBef>
                        <a:spcAft>
                          <a:spcPct val="0"/>
                        </a:spcAft>
                        <a:buClrTx/>
                        <a:buSzTx/>
                        <a:buFontTx/>
                        <a:buNone/>
                        <a:tabLst/>
                      </a:pPr>
                      <a:r>
                        <a:rPr kumimoji="0" lang="en-GB" altLang="en-US" sz="1050" b="1" u="none" strike="noStrike" cap="none" normalizeH="0" baseline="0">
                          <a:ln>
                            <a:noFill/>
                          </a:ln>
                          <a:effectLst/>
                        </a:rPr>
                        <a:t>AD 01</a:t>
                      </a:r>
                      <a:endParaRPr kumimoji="0" lang="en-GB" altLang="en-US" sz="1050" b="1" i="0" u="none" strike="noStrike" cap="none" normalizeH="0" baseline="0">
                        <a:ln>
                          <a:noFill/>
                        </a:ln>
                        <a:solidFill>
                          <a:srgbClr val="000000"/>
                        </a:solidFill>
                        <a:effectLst/>
                        <a:latin typeface="Arial"/>
                        <a:ea typeface="ＭＳ Ｐゴシック"/>
                        <a:cs typeface="Times New Roman"/>
                      </a:endParaRPr>
                    </a:p>
                  </a:txBody>
                  <a:tcPr marL="68580" marR="68580" marT="34290" marB="34290" anchor="ctr" horzOverflow="overflow">
                    <a:lnL w="12700" cap="flat" cmpd="sng" algn="ctr">
                      <a:solidFill>
                        <a:srgbClr val="375D7D"/>
                      </a:solidFill>
                      <a:prstDash val="solid"/>
                      <a:round/>
                      <a:headEnd type="none" w="med" len="med"/>
                      <a:tailEnd type="none" w="med" len="med"/>
                    </a:lnL>
                    <a:lnR w="12700" cap="flat" cmpd="sng" algn="ctr">
                      <a:solidFill>
                        <a:srgbClr val="375D7D"/>
                      </a:solidFill>
                      <a:prstDash val="solid"/>
                      <a:round/>
                      <a:headEnd type="none" w="med" len="med"/>
                      <a:tailEnd type="none" w="med" len="med"/>
                    </a:lnR>
                    <a:lnT w="12700" cap="flat" cmpd="sng" algn="ctr">
                      <a:solidFill>
                        <a:srgbClr val="375D7D"/>
                      </a:solidFill>
                      <a:prstDash val="solid"/>
                      <a:round/>
                      <a:headEnd type="none" w="med" len="med"/>
                      <a:tailEnd type="none" w="med" len="med"/>
                    </a:lnT>
                    <a:lnB w="12700" cap="flat" cmpd="sng" algn="ctr">
                      <a:solidFill>
                        <a:srgbClr val="375D7D"/>
                      </a:solidFill>
                      <a:prstDash val="solid"/>
                      <a:round/>
                      <a:headEnd type="none" w="med" len="med"/>
                      <a:tailEnd type="none" w="med" len="med"/>
                    </a:lnB>
                  </a:tcPr>
                </a:tc>
                <a:tc>
                  <a:txBody>
                    <a:bodyPr/>
                    <a:lstStyle>
                      <a:lvl1pPr marL="17463" defTabSz="457200">
                        <a:spcBef>
                          <a:spcPct val="20000"/>
                        </a:spcBef>
                        <a:buClr>
                          <a:schemeClr val="tx1"/>
                        </a:buClr>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1pPr>
                      <a:lvl2pPr marL="742950" indent="-285750" defTabSz="457200">
                        <a:spcBef>
                          <a:spcPct val="20000"/>
                        </a:spcBef>
                        <a:buClr>
                          <a:schemeClr val="tx1"/>
                        </a:buClr>
                        <a:buFont typeface="Arial" panose="020B0604020202020204" pitchFamily="34" charset="0"/>
                        <a:defRPr sz="1200">
                          <a:solidFill>
                            <a:schemeClr val="tx1"/>
                          </a:solidFill>
                          <a:latin typeface="Arial" panose="020B0604020202020204" pitchFamily="34" charset="0"/>
                          <a:ea typeface="ＭＳ Ｐゴシック" panose="020B0600070205080204" pitchFamily="34" charset="-128"/>
                        </a:defRPr>
                      </a:lvl2pPr>
                      <a:lvl3pPr marL="1143000" indent="-228600" defTabSz="457200">
                        <a:spcBef>
                          <a:spcPct val="20000"/>
                        </a:spcBef>
                        <a:buClr>
                          <a:schemeClr val="tx1"/>
                        </a:buClr>
                        <a:defRPr sz="1200">
                          <a:solidFill>
                            <a:schemeClr val="tx1"/>
                          </a:solidFill>
                          <a:latin typeface="Arial" panose="020B0604020202020204" pitchFamily="34" charset="0"/>
                          <a:ea typeface="ＭＳ Ｐゴシック" panose="020B0600070205080204" pitchFamily="34" charset="-128"/>
                        </a:defRPr>
                      </a:lvl3pPr>
                      <a:lvl4pPr marL="1600200" indent="-228600" defTabSz="457200">
                        <a:spcBef>
                          <a:spcPct val="20000"/>
                        </a:spcBef>
                        <a:buClr>
                          <a:schemeClr val="bg1"/>
                        </a:buClr>
                        <a:defRPr sz="1400">
                          <a:solidFill>
                            <a:schemeClr val="bg1"/>
                          </a:solidFill>
                          <a:latin typeface="Arial" panose="020B0604020202020204" pitchFamily="34" charset="0"/>
                          <a:ea typeface="ＭＳ Ｐゴシック" panose="020B0600070205080204" pitchFamily="34" charset="-128"/>
                        </a:defRPr>
                      </a:lvl4pPr>
                      <a:lvl5pPr marL="2057400" indent="-228600" defTabSz="457200">
                        <a:spcBef>
                          <a:spcPct val="20000"/>
                        </a:spcBef>
                        <a:buClr>
                          <a:schemeClr val="bg1"/>
                        </a:buClr>
                        <a:defRPr sz="1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9pPr>
                    </a:lstStyle>
                    <a:p>
                      <a:pPr marL="17145" marR="0" lvl="0" indent="0" algn="l" defTabSz="457200" rtl="0" eaLnBrk="1" fontAlgn="base" latinLnBrk="0" hangingPunct="0">
                        <a:lnSpc>
                          <a:spcPct val="100000"/>
                        </a:lnSpc>
                        <a:spcBef>
                          <a:spcPct val="0"/>
                        </a:spcBef>
                        <a:spcAft>
                          <a:spcPct val="0"/>
                        </a:spcAft>
                        <a:buClrTx/>
                        <a:buSzTx/>
                        <a:buFontTx/>
                        <a:buNone/>
                        <a:tabLst/>
                      </a:pPr>
                      <a:r>
                        <a:rPr lang="en-GB" altLang="en-US" sz="1050" u="none" strike="noStrike" cap="none" normalizeH="0" baseline="0">
                          <a:ln>
                            <a:noFill/>
                          </a:ln>
                          <a:effectLst/>
                        </a:rPr>
                        <a:t>FW-AD-0101</a:t>
                      </a:r>
                      <a:endParaRPr kumimoji="0" lang="en-GB" altLang="en-US" sz="1050" b="0" i="0" u="none" strike="noStrike" cap="none" normalizeH="0" baseline="0">
                        <a:ln>
                          <a:noFill/>
                        </a:ln>
                        <a:solidFill>
                          <a:srgbClr val="000000"/>
                        </a:solidFill>
                        <a:effectLst/>
                        <a:latin typeface="Arial"/>
                        <a:ea typeface="ＭＳ Ｐゴシック"/>
                        <a:cs typeface="Times New Roman"/>
                      </a:endParaRPr>
                    </a:p>
                  </a:txBody>
                  <a:tcPr marL="68580" marR="68580" marT="34290" marB="34290" anchor="ctr" horzOverflow="overflow">
                    <a:lnL w="12700" cap="flat" cmpd="sng" algn="ctr">
                      <a:solidFill>
                        <a:srgbClr val="375D7D"/>
                      </a:solidFill>
                      <a:prstDash val="solid"/>
                      <a:round/>
                      <a:headEnd type="none" w="med" len="med"/>
                      <a:tailEnd type="none" w="med" len="med"/>
                    </a:lnL>
                    <a:lnR w="12700" cap="flat" cmpd="sng" algn="ctr">
                      <a:solidFill>
                        <a:srgbClr val="375D7D"/>
                      </a:solidFill>
                      <a:prstDash val="solid"/>
                      <a:round/>
                      <a:headEnd type="none" w="med" len="med"/>
                      <a:tailEnd type="none" w="med" len="med"/>
                    </a:lnR>
                    <a:lnT w="12700" cap="flat" cmpd="sng" algn="ctr">
                      <a:solidFill>
                        <a:srgbClr val="375D7D"/>
                      </a:solidFill>
                      <a:prstDash val="solid"/>
                      <a:round/>
                      <a:headEnd type="none" w="med" len="med"/>
                      <a:tailEnd type="none" w="med" len="med"/>
                    </a:lnT>
                    <a:lnB w="12700" cap="flat" cmpd="sng" algn="ctr">
                      <a:solidFill>
                        <a:srgbClr val="375D7D"/>
                      </a:solidFill>
                      <a:prstDash val="solid"/>
                      <a:round/>
                      <a:headEnd type="none" w="med" len="med"/>
                      <a:tailEnd type="none" w="med" len="med"/>
                    </a:lnB>
                  </a:tcPr>
                </a:tc>
                <a:extLst>
                  <a:ext uri="{0D108BD9-81ED-4DB2-BD59-A6C34878D82A}">
                    <a16:rowId xmlns:a16="http://schemas.microsoft.com/office/drawing/2014/main" val="10001"/>
                  </a:ext>
                </a:extLst>
              </a:tr>
              <a:tr h="390821">
                <a:tc>
                  <a:txBody>
                    <a:bodyPr/>
                    <a:lstStyle>
                      <a:lvl1pPr marL="17463" defTabSz="457200">
                        <a:spcBef>
                          <a:spcPct val="20000"/>
                        </a:spcBef>
                        <a:buClr>
                          <a:schemeClr val="tx1"/>
                        </a:buClr>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1pPr>
                      <a:lvl2pPr marL="742950" indent="-285750" defTabSz="457200">
                        <a:spcBef>
                          <a:spcPct val="20000"/>
                        </a:spcBef>
                        <a:buClr>
                          <a:schemeClr val="tx1"/>
                        </a:buClr>
                        <a:buFont typeface="Arial" panose="020B0604020202020204" pitchFamily="34" charset="0"/>
                        <a:defRPr sz="1200">
                          <a:solidFill>
                            <a:schemeClr val="tx1"/>
                          </a:solidFill>
                          <a:latin typeface="Arial" panose="020B0604020202020204" pitchFamily="34" charset="0"/>
                          <a:ea typeface="ＭＳ Ｐゴシック" panose="020B0600070205080204" pitchFamily="34" charset="-128"/>
                        </a:defRPr>
                      </a:lvl2pPr>
                      <a:lvl3pPr marL="1143000" indent="-228600" defTabSz="457200">
                        <a:spcBef>
                          <a:spcPct val="20000"/>
                        </a:spcBef>
                        <a:buClr>
                          <a:schemeClr val="tx1"/>
                        </a:buClr>
                        <a:defRPr sz="1200">
                          <a:solidFill>
                            <a:schemeClr val="tx1"/>
                          </a:solidFill>
                          <a:latin typeface="Arial" panose="020B0604020202020204" pitchFamily="34" charset="0"/>
                          <a:ea typeface="ＭＳ Ｐゴシック" panose="020B0600070205080204" pitchFamily="34" charset="-128"/>
                        </a:defRPr>
                      </a:lvl3pPr>
                      <a:lvl4pPr marL="1600200" indent="-228600" defTabSz="457200">
                        <a:spcBef>
                          <a:spcPct val="20000"/>
                        </a:spcBef>
                        <a:buClr>
                          <a:schemeClr val="bg1"/>
                        </a:buClr>
                        <a:defRPr sz="1400">
                          <a:solidFill>
                            <a:schemeClr val="bg1"/>
                          </a:solidFill>
                          <a:latin typeface="Arial" panose="020B0604020202020204" pitchFamily="34" charset="0"/>
                          <a:ea typeface="ＭＳ Ｐゴシック" panose="020B0600070205080204" pitchFamily="34" charset="-128"/>
                        </a:defRPr>
                      </a:lvl4pPr>
                      <a:lvl5pPr marL="2057400" indent="-228600" defTabSz="457200">
                        <a:spcBef>
                          <a:spcPct val="20000"/>
                        </a:spcBef>
                        <a:buClr>
                          <a:schemeClr val="bg1"/>
                        </a:buClr>
                        <a:defRPr sz="1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9pPr>
                    </a:lstStyle>
                    <a:p>
                      <a:pPr marL="17145" marR="0" lvl="0" indent="0" algn="l" defTabSz="457200" rtl="0" eaLnBrk="1" fontAlgn="base" latinLnBrk="0" hangingPunct="0">
                        <a:lnSpc>
                          <a:spcPct val="100000"/>
                        </a:lnSpc>
                        <a:spcBef>
                          <a:spcPct val="0"/>
                        </a:spcBef>
                        <a:spcAft>
                          <a:spcPct val="0"/>
                        </a:spcAft>
                        <a:buClrTx/>
                        <a:buSzTx/>
                        <a:buFontTx/>
                        <a:buNone/>
                        <a:tabLst/>
                      </a:pPr>
                      <a:r>
                        <a:rPr kumimoji="0" lang="en-GB" altLang="en-US" sz="1050" b="1" u="none" strike="noStrike" cap="none" normalizeH="0" baseline="0">
                          <a:ln>
                            <a:noFill/>
                          </a:ln>
                          <a:effectLst/>
                        </a:rPr>
                        <a:t>Issue or Problem</a:t>
                      </a:r>
                      <a:endParaRPr kumimoji="0" lang="en-GB" altLang="en-US" sz="1050" b="1" i="0" u="none" strike="noStrike" cap="none" normalizeH="0" baseline="0">
                        <a:ln>
                          <a:noFill/>
                        </a:ln>
                        <a:solidFill>
                          <a:srgbClr val="FFFFFF"/>
                        </a:solidFill>
                        <a:effectLst/>
                        <a:latin typeface="Arial"/>
                        <a:ea typeface="ＭＳ Ｐゴシック"/>
                        <a:cs typeface="Times New Roman"/>
                      </a:endParaRPr>
                    </a:p>
                  </a:txBody>
                  <a:tcPr marL="68580" marR="68580" marT="34290" marB="34290" anchor="ctr" horzOverflow="overflow">
                    <a:lnL w="12700" cap="flat" cmpd="sng" algn="ctr">
                      <a:solidFill>
                        <a:srgbClr val="375D7D"/>
                      </a:solidFill>
                      <a:prstDash val="solid"/>
                      <a:round/>
                      <a:headEnd type="none" w="med" len="med"/>
                      <a:tailEnd type="none" w="med" len="med"/>
                    </a:lnL>
                    <a:lnR w="12700" cap="flat" cmpd="sng" algn="ctr">
                      <a:solidFill>
                        <a:srgbClr val="375D7D"/>
                      </a:solidFill>
                      <a:prstDash val="solid"/>
                      <a:round/>
                      <a:headEnd type="none" w="med" len="med"/>
                      <a:tailEnd type="none" w="med" len="med"/>
                    </a:lnR>
                    <a:lnT w="12700" cap="flat" cmpd="sng" algn="ctr">
                      <a:solidFill>
                        <a:srgbClr val="375D7D"/>
                      </a:solidFill>
                      <a:prstDash val="solid"/>
                      <a:round/>
                      <a:headEnd type="none" w="med" len="med"/>
                      <a:tailEnd type="none" w="med" len="med"/>
                    </a:lnT>
                    <a:lnB w="12700" cap="flat" cmpd="sng" algn="ctr">
                      <a:solidFill>
                        <a:srgbClr val="375D7D"/>
                      </a:solidFill>
                      <a:prstDash val="solid"/>
                      <a:round/>
                      <a:headEnd type="none" w="med" len="med"/>
                      <a:tailEnd type="none" w="med" len="med"/>
                    </a:lnB>
                  </a:tcPr>
                </a:tc>
                <a:tc gridSpan="3">
                  <a:txBody>
                    <a:bodyPr/>
                    <a:lstStyle>
                      <a:lvl1pPr marL="17463" defTabSz="457200">
                        <a:spcBef>
                          <a:spcPct val="20000"/>
                        </a:spcBef>
                        <a:buClr>
                          <a:schemeClr val="tx1"/>
                        </a:buClr>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1pPr>
                      <a:lvl2pPr marL="742950" indent="-285750" defTabSz="457200">
                        <a:spcBef>
                          <a:spcPct val="20000"/>
                        </a:spcBef>
                        <a:buClr>
                          <a:schemeClr val="tx1"/>
                        </a:buClr>
                        <a:buFont typeface="Arial" panose="020B0604020202020204" pitchFamily="34" charset="0"/>
                        <a:defRPr sz="1200">
                          <a:solidFill>
                            <a:schemeClr val="tx1"/>
                          </a:solidFill>
                          <a:latin typeface="Arial" panose="020B0604020202020204" pitchFamily="34" charset="0"/>
                          <a:ea typeface="ＭＳ Ｐゴシック" panose="020B0600070205080204" pitchFamily="34" charset="-128"/>
                        </a:defRPr>
                      </a:lvl2pPr>
                      <a:lvl3pPr marL="1143000" indent="-228600" defTabSz="457200">
                        <a:spcBef>
                          <a:spcPct val="20000"/>
                        </a:spcBef>
                        <a:buClr>
                          <a:schemeClr val="tx1"/>
                        </a:buClr>
                        <a:defRPr sz="1200">
                          <a:solidFill>
                            <a:schemeClr val="tx1"/>
                          </a:solidFill>
                          <a:latin typeface="Arial" panose="020B0604020202020204" pitchFamily="34" charset="0"/>
                          <a:ea typeface="ＭＳ Ｐゴシック" panose="020B0600070205080204" pitchFamily="34" charset="-128"/>
                        </a:defRPr>
                      </a:lvl3pPr>
                      <a:lvl4pPr marL="1600200" indent="-228600" defTabSz="457200">
                        <a:spcBef>
                          <a:spcPct val="20000"/>
                        </a:spcBef>
                        <a:buClr>
                          <a:schemeClr val="bg1"/>
                        </a:buClr>
                        <a:defRPr sz="1400">
                          <a:solidFill>
                            <a:schemeClr val="bg1"/>
                          </a:solidFill>
                          <a:latin typeface="Arial" panose="020B0604020202020204" pitchFamily="34" charset="0"/>
                          <a:ea typeface="ＭＳ Ｐゴシック" panose="020B0600070205080204" pitchFamily="34" charset="-128"/>
                        </a:defRPr>
                      </a:lvl4pPr>
                      <a:lvl5pPr marL="2057400" indent="-228600" defTabSz="457200">
                        <a:spcBef>
                          <a:spcPct val="20000"/>
                        </a:spcBef>
                        <a:buClr>
                          <a:schemeClr val="bg1"/>
                        </a:buClr>
                        <a:defRPr sz="1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9pPr>
                    </a:lstStyle>
                    <a:p>
                      <a:pPr marL="17145" marR="0" lvl="0" indent="0" algn="l" rtl="0" eaLnBrk="1" fontAlgn="base" latinLnBrk="0" hangingPunct="1">
                        <a:lnSpc>
                          <a:spcPct val="100000"/>
                        </a:lnSpc>
                        <a:spcBef>
                          <a:spcPct val="0"/>
                        </a:spcBef>
                        <a:spcAft>
                          <a:spcPct val="0"/>
                        </a:spcAft>
                        <a:buClrTx/>
                        <a:buSzTx/>
                        <a:buFontTx/>
                        <a:buNone/>
                      </a:pPr>
                      <a:r>
                        <a:rPr lang="en-GB" altLang="en-US" sz="1050" u="none" strike="noStrike" cap="none" normalizeH="0" baseline="0">
                          <a:ln>
                            <a:noFill/>
                          </a:ln>
                          <a:effectLst/>
                        </a:rPr>
                        <a:t>The Saas Chatbot is being accessed by external users exposing it to potential web attacks and network traffic</a:t>
                      </a:r>
                      <a:endParaRPr kumimoji="0" lang="en-GB" altLang="en-US" sz="1050" u="none" strike="noStrike" cap="none" normalizeH="0" baseline="0">
                        <a:ln>
                          <a:noFill/>
                        </a:ln>
                        <a:effectLst/>
                      </a:endParaRPr>
                    </a:p>
                  </a:txBody>
                  <a:tcPr marL="68580" marR="68580" marT="34290" marB="34290" anchor="ctr" horzOverflow="overflow">
                    <a:lnL w="12700" cap="flat" cmpd="sng" algn="ctr">
                      <a:solidFill>
                        <a:srgbClr val="375D7D"/>
                      </a:solidFill>
                      <a:prstDash val="solid"/>
                      <a:round/>
                      <a:headEnd type="none" w="med" len="med"/>
                      <a:tailEnd type="none" w="med" len="med"/>
                    </a:lnL>
                    <a:lnR w="12700" cap="flat" cmpd="sng" algn="ctr">
                      <a:solidFill>
                        <a:srgbClr val="375D7D"/>
                      </a:solidFill>
                      <a:prstDash val="solid"/>
                      <a:round/>
                      <a:headEnd type="none" w="med" len="med"/>
                      <a:tailEnd type="none" w="med" len="med"/>
                    </a:lnR>
                    <a:lnT w="12700" cap="flat" cmpd="sng" algn="ctr">
                      <a:solidFill>
                        <a:srgbClr val="375D7D"/>
                      </a:solidFill>
                      <a:prstDash val="solid"/>
                      <a:round/>
                      <a:headEnd type="none" w="med" len="med"/>
                      <a:tailEnd type="none" w="med" len="med"/>
                    </a:lnT>
                    <a:lnB w="12700" cap="flat" cmpd="sng" algn="ctr">
                      <a:solidFill>
                        <a:srgbClr val="375D7D"/>
                      </a:solidFill>
                      <a:prstDash val="solid"/>
                      <a:round/>
                      <a:headEnd type="none" w="med" len="med"/>
                      <a:tailEnd type="none" w="med" len="med"/>
                    </a:lnB>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02"/>
                  </a:ext>
                </a:extLst>
              </a:tr>
              <a:tr h="390821">
                <a:tc>
                  <a:txBody>
                    <a:bodyPr/>
                    <a:lstStyle>
                      <a:lvl1pPr marL="17463" defTabSz="457200">
                        <a:spcBef>
                          <a:spcPct val="20000"/>
                        </a:spcBef>
                        <a:buClr>
                          <a:schemeClr val="tx1"/>
                        </a:buClr>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1pPr>
                      <a:lvl2pPr marL="742950" indent="-285750" defTabSz="457200">
                        <a:spcBef>
                          <a:spcPct val="20000"/>
                        </a:spcBef>
                        <a:buClr>
                          <a:schemeClr val="tx1"/>
                        </a:buClr>
                        <a:buFont typeface="Arial" panose="020B0604020202020204" pitchFamily="34" charset="0"/>
                        <a:defRPr sz="1200">
                          <a:solidFill>
                            <a:schemeClr val="tx1"/>
                          </a:solidFill>
                          <a:latin typeface="Arial" panose="020B0604020202020204" pitchFamily="34" charset="0"/>
                          <a:ea typeface="ＭＳ Ｐゴシック" panose="020B0600070205080204" pitchFamily="34" charset="-128"/>
                        </a:defRPr>
                      </a:lvl2pPr>
                      <a:lvl3pPr marL="1143000" indent="-228600" defTabSz="457200">
                        <a:spcBef>
                          <a:spcPct val="20000"/>
                        </a:spcBef>
                        <a:buClr>
                          <a:schemeClr val="tx1"/>
                        </a:buClr>
                        <a:defRPr sz="1200">
                          <a:solidFill>
                            <a:schemeClr val="tx1"/>
                          </a:solidFill>
                          <a:latin typeface="Arial" panose="020B0604020202020204" pitchFamily="34" charset="0"/>
                          <a:ea typeface="ＭＳ Ｐゴシック" panose="020B0600070205080204" pitchFamily="34" charset="-128"/>
                        </a:defRPr>
                      </a:lvl3pPr>
                      <a:lvl4pPr marL="1600200" indent="-228600" defTabSz="457200">
                        <a:spcBef>
                          <a:spcPct val="20000"/>
                        </a:spcBef>
                        <a:buClr>
                          <a:schemeClr val="bg1"/>
                        </a:buClr>
                        <a:defRPr sz="1400">
                          <a:solidFill>
                            <a:schemeClr val="bg1"/>
                          </a:solidFill>
                          <a:latin typeface="Arial" panose="020B0604020202020204" pitchFamily="34" charset="0"/>
                          <a:ea typeface="ＭＳ Ｐゴシック" panose="020B0600070205080204" pitchFamily="34" charset="-128"/>
                        </a:defRPr>
                      </a:lvl4pPr>
                      <a:lvl5pPr marL="2057400" indent="-228600" defTabSz="457200">
                        <a:spcBef>
                          <a:spcPct val="20000"/>
                        </a:spcBef>
                        <a:buClr>
                          <a:schemeClr val="bg1"/>
                        </a:buClr>
                        <a:defRPr sz="1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9pPr>
                    </a:lstStyle>
                    <a:p>
                      <a:pPr marL="17145" marR="0" lvl="0" indent="0" algn="l" defTabSz="457200" rtl="0" eaLnBrk="1" fontAlgn="base" latinLnBrk="0" hangingPunct="0">
                        <a:lnSpc>
                          <a:spcPct val="100000"/>
                        </a:lnSpc>
                        <a:spcBef>
                          <a:spcPct val="0"/>
                        </a:spcBef>
                        <a:spcAft>
                          <a:spcPct val="0"/>
                        </a:spcAft>
                        <a:buClrTx/>
                        <a:buSzTx/>
                        <a:buFontTx/>
                        <a:buNone/>
                        <a:tabLst/>
                      </a:pPr>
                      <a:r>
                        <a:rPr kumimoji="0" lang="en-GB" altLang="en-US" sz="1050" b="1" u="none" strike="noStrike" cap="none" normalizeH="0" baseline="0">
                          <a:ln>
                            <a:noFill/>
                          </a:ln>
                          <a:effectLst/>
                        </a:rPr>
                        <a:t>Assumptions</a:t>
                      </a:r>
                      <a:endParaRPr kumimoji="0" lang="en-GB" altLang="en-US" sz="1050" b="1" i="0" u="none" strike="noStrike" cap="none" normalizeH="0" baseline="0">
                        <a:ln>
                          <a:noFill/>
                        </a:ln>
                        <a:solidFill>
                          <a:srgbClr val="FFFFFF"/>
                        </a:solidFill>
                        <a:effectLst/>
                        <a:latin typeface="Arial"/>
                        <a:ea typeface="ＭＳ Ｐゴシック"/>
                        <a:cs typeface="Times New Roman"/>
                      </a:endParaRPr>
                    </a:p>
                  </a:txBody>
                  <a:tcPr marL="68580" marR="68580" marT="34290" marB="34290" anchor="ctr" horzOverflow="overflow">
                    <a:lnL w="12700" cap="flat" cmpd="sng" algn="ctr">
                      <a:solidFill>
                        <a:srgbClr val="375D7D"/>
                      </a:solidFill>
                      <a:prstDash val="solid"/>
                      <a:round/>
                      <a:headEnd type="none" w="med" len="med"/>
                      <a:tailEnd type="none" w="med" len="med"/>
                    </a:lnL>
                    <a:lnR w="12700" cap="flat" cmpd="sng" algn="ctr">
                      <a:solidFill>
                        <a:srgbClr val="375D7D"/>
                      </a:solidFill>
                      <a:prstDash val="solid"/>
                      <a:round/>
                      <a:headEnd type="none" w="med" len="med"/>
                      <a:tailEnd type="none" w="med" len="med"/>
                    </a:lnR>
                    <a:lnT w="12700" cap="flat" cmpd="sng" algn="ctr">
                      <a:solidFill>
                        <a:srgbClr val="375D7D"/>
                      </a:solidFill>
                      <a:prstDash val="solid"/>
                      <a:round/>
                      <a:headEnd type="none" w="med" len="med"/>
                      <a:tailEnd type="none" w="med" len="med"/>
                    </a:lnT>
                    <a:lnB w="12700" cap="flat" cmpd="sng" algn="ctr">
                      <a:solidFill>
                        <a:srgbClr val="375D7D"/>
                      </a:solidFill>
                      <a:prstDash val="solid"/>
                      <a:round/>
                      <a:headEnd type="none" w="med" len="med"/>
                      <a:tailEnd type="none" w="med" len="med"/>
                    </a:lnB>
                  </a:tcPr>
                </a:tc>
                <a:tc gridSpan="3">
                  <a:txBody>
                    <a:bodyPr/>
                    <a:lstStyle>
                      <a:lvl1pPr marL="17463" defTabSz="457200">
                        <a:spcBef>
                          <a:spcPct val="20000"/>
                        </a:spcBef>
                        <a:buClr>
                          <a:schemeClr val="tx1"/>
                        </a:buClr>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1pPr>
                      <a:lvl2pPr marL="742950" indent="-285750" defTabSz="457200">
                        <a:spcBef>
                          <a:spcPct val="20000"/>
                        </a:spcBef>
                        <a:buClr>
                          <a:schemeClr val="tx1"/>
                        </a:buClr>
                        <a:buFont typeface="Arial" panose="020B0604020202020204" pitchFamily="34" charset="0"/>
                        <a:defRPr sz="1200">
                          <a:solidFill>
                            <a:schemeClr val="tx1"/>
                          </a:solidFill>
                          <a:latin typeface="Arial" panose="020B0604020202020204" pitchFamily="34" charset="0"/>
                          <a:ea typeface="ＭＳ Ｐゴシック" panose="020B0600070205080204" pitchFamily="34" charset="-128"/>
                        </a:defRPr>
                      </a:lvl2pPr>
                      <a:lvl3pPr marL="1143000" indent="-228600" defTabSz="457200">
                        <a:spcBef>
                          <a:spcPct val="20000"/>
                        </a:spcBef>
                        <a:buClr>
                          <a:schemeClr val="tx1"/>
                        </a:buClr>
                        <a:defRPr sz="1200">
                          <a:solidFill>
                            <a:schemeClr val="tx1"/>
                          </a:solidFill>
                          <a:latin typeface="Arial" panose="020B0604020202020204" pitchFamily="34" charset="0"/>
                          <a:ea typeface="ＭＳ Ｐゴシック" panose="020B0600070205080204" pitchFamily="34" charset="-128"/>
                        </a:defRPr>
                      </a:lvl3pPr>
                      <a:lvl4pPr marL="1600200" indent="-228600" defTabSz="457200">
                        <a:spcBef>
                          <a:spcPct val="20000"/>
                        </a:spcBef>
                        <a:buClr>
                          <a:schemeClr val="bg1"/>
                        </a:buClr>
                        <a:defRPr sz="1400">
                          <a:solidFill>
                            <a:schemeClr val="bg1"/>
                          </a:solidFill>
                          <a:latin typeface="Arial" panose="020B0604020202020204" pitchFamily="34" charset="0"/>
                          <a:ea typeface="ＭＳ Ｐゴシック" panose="020B0600070205080204" pitchFamily="34" charset="-128"/>
                        </a:defRPr>
                      </a:lvl4pPr>
                      <a:lvl5pPr marL="2057400" indent="-228600" defTabSz="457200">
                        <a:spcBef>
                          <a:spcPct val="20000"/>
                        </a:spcBef>
                        <a:buClr>
                          <a:schemeClr val="bg1"/>
                        </a:buClr>
                        <a:defRPr sz="1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9pPr>
                    </a:lstStyle>
                    <a:p>
                      <a:pPr marL="245745" marR="0" lvl="0" indent="-228600" algn="l" rtl="0" eaLnBrk="1" fontAlgn="base" latinLnBrk="0" hangingPunct="1">
                        <a:lnSpc>
                          <a:spcPct val="100000"/>
                        </a:lnSpc>
                        <a:spcBef>
                          <a:spcPct val="0"/>
                        </a:spcBef>
                        <a:spcAft>
                          <a:spcPct val="0"/>
                        </a:spcAft>
                        <a:buClrTx/>
                        <a:buSzTx/>
                        <a:buFontTx/>
                        <a:buAutoNum type="arabicPeriod"/>
                      </a:pPr>
                      <a:r>
                        <a:rPr lang="en-GB" altLang="en-US" sz="1050" u="none" strike="noStrike" cap="none" normalizeH="0" baseline="0" dirty="0">
                          <a:ln>
                            <a:noFill/>
                          </a:ln>
                          <a:effectLst/>
                        </a:rPr>
                        <a:t>The cloud can support deployment of two separate firewalls</a:t>
                      </a:r>
                    </a:p>
                    <a:p>
                      <a:pPr marL="245745" marR="0" lvl="0" indent="-228600" algn="l">
                        <a:lnSpc>
                          <a:spcPct val="100000"/>
                        </a:lnSpc>
                        <a:spcBef>
                          <a:spcPct val="0"/>
                        </a:spcBef>
                        <a:spcAft>
                          <a:spcPct val="0"/>
                        </a:spcAft>
                        <a:buClrTx/>
                        <a:buSzTx/>
                        <a:buFontTx/>
                        <a:buAutoNum type="arabicPeriod"/>
                      </a:pPr>
                      <a:r>
                        <a:rPr lang="en-GB" altLang="en-US" sz="1050" u="none" strike="noStrike" cap="none" normalizeH="0" baseline="0" dirty="0">
                          <a:ln>
                            <a:noFill/>
                          </a:ln>
                          <a:effectLst/>
                        </a:rPr>
                        <a:t>The MSS has capability to monitor, detect and respond to alerts of threats 24/7.</a:t>
                      </a:r>
                    </a:p>
                  </a:txBody>
                  <a:tcPr marL="68580" marR="68580" marT="34290" marB="34290" anchor="ctr" horzOverflow="overflow">
                    <a:lnL w="12700" cap="flat" cmpd="sng" algn="ctr">
                      <a:solidFill>
                        <a:srgbClr val="375D7D"/>
                      </a:solidFill>
                      <a:prstDash val="solid"/>
                      <a:round/>
                      <a:headEnd type="none" w="med" len="med"/>
                      <a:tailEnd type="none" w="med" len="med"/>
                    </a:lnL>
                    <a:lnR w="12700" cap="flat" cmpd="sng" algn="ctr">
                      <a:solidFill>
                        <a:srgbClr val="375D7D"/>
                      </a:solidFill>
                      <a:prstDash val="solid"/>
                      <a:round/>
                      <a:headEnd type="none" w="med" len="med"/>
                      <a:tailEnd type="none" w="med" len="med"/>
                    </a:lnR>
                    <a:lnT w="12700" cap="flat" cmpd="sng" algn="ctr">
                      <a:solidFill>
                        <a:srgbClr val="375D7D"/>
                      </a:solidFill>
                      <a:prstDash val="solid"/>
                      <a:round/>
                      <a:headEnd type="none" w="med" len="med"/>
                      <a:tailEnd type="none" w="med" len="med"/>
                    </a:lnT>
                    <a:lnB w="12700" cap="flat" cmpd="sng" algn="ctr">
                      <a:solidFill>
                        <a:srgbClr val="375D7D"/>
                      </a:solidFill>
                      <a:prstDash val="solid"/>
                      <a:round/>
                      <a:headEnd type="none" w="med" len="med"/>
                      <a:tailEnd type="none" w="med" len="med"/>
                    </a:lnB>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03"/>
                  </a:ext>
                </a:extLst>
              </a:tr>
              <a:tr h="228773">
                <a:tc>
                  <a:txBody>
                    <a:bodyPr/>
                    <a:lstStyle>
                      <a:lvl1pPr marL="17463" defTabSz="457200">
                        <a:spcBef>
                          <a:spcPct val="20000"/>
                        </a:spcBef>
                        <a:buClr>
                          <a:schemeClr val="tx1"/>
                        </a:buClr>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1pPr>
                      <a:lvl2pPr marL="742950" indent="-285750" defTabSz="457200">
                        <a:spcBef>
                          <a:spcPct val="20000"/>
                        </a:spcBef>
                        <a:buClr>
                          <a:schemeClr val="tx1"/>
                        </a:buClr>
                        <a:buFont typeface="Arial" panose="020B0604020202020204" pitchFamily="34" charset="0"/>
                        <a:defRPr sz="1200">
                          <a:solidFill>
                            <a:schemeClr val="tx1"/>
                          </a:solidFill>
                          <a:latin typeface="Arial" panose="020B0604020202020204" pitchFamily="34" charset="0"/>
                          <a:ea typeface="ＭＳ Ｐゴシック" panose="020B0600070205080204" pitchFamily="34" charset="-128"/>
                        </a:defRPr>
                      </a:lvl2pPr>
                      <a:lvl3pPr marL="1143000" indent="-228600" defTabSz="457200">
                        <a:spcBef>
                          <a:spcPct val="20000"/>
                        </a:spcBef>
                        <a:buClr>
                          <a:schemeClr val="tx1"/>
                        </a:buClr>
                        <a:defRPr sz="1200">
                          <a:solidFill>
                            <a:schemeClr val="tx1"/>
                          </a:solidFill>
                          <a:latin typeface="Arial" panose="020B0604020202020204" pitchFamily="34" charset="0"/>
                          <a:ea typeface="ＭＳ Ｐゴシック" panose="020B0600070205080204" pitchFamily="34" charset="-128"/>
                        </a:defRPr>
                      </a:lvl3pPr>
                      <a:lvl4pPr marL="1600200" indent="-228600" defTabSz="457200">
                        <a:spcBef>
                          <a:spcPct val="20000"/>
                        </a:spcBef>
                        <a:buClr>
                          <a:schemeClr val="bg1"/>
                        </a:buClr>
                        <a:defRPr sz="1400">
                          <a:solidFill>
                            <a:schemeClr val="bg1"/>
                          </a:solidFill>
                          <a:latin typeface="Arial" panose="020B0604020202020204" pitchFamily="34" charset="0"/>
                          <a:ea typeface="ＭＳ Ｐゴシック" panose="020B0600070205080204" pitchFamily="34" charset="-128"/>
                        </a:defRPr>
                      </a:lvl4pPr>
                      <a:lvl5pPr marL="2057400" indent="-228600" defTabSz="457200">
                        <a:spcBef>
                          <a:spcPct val="20000"/>
                        </a:spcBef>
                        <a:buClr>
                          <a:schemeClr val="bg1"/>
                        </a:buClr>
                        <a:defRPr sz="1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9pPr>
                    </a:lstStyle>
                    <a:p>
                      <a:pPr marL="17145" marR="0" lvl="0" indent="0" algn="l" defTabSz="457200" rtl="0" eaLnBrk="1" fontAlgn="base" latinLnBrk="0" hangingPunct="0">
                        <a:lnSpc>
                          <a:spcPct val="100000"/>
                        </a:lnSpc>
                        <a:spcBef>
                          <a:spcPct val="0"/>
                        </a:spcBef>
                        <a:spcAft>
                          <a:spcPct val="0"/>
                        </a:spcAft>
                        <a:buClrTx/>
                        <a:buSzTx/>
                        <a:buFontTx/>
                        <a:buNone/>
                        <a:tabLst/>
                      </a:pPr>
                      <a:r>
                        <a:rPr kumimoji="0" lang="en-GB" altLang="en-US" sz="1050" b="1" u="none" strike="noStrike" cap="none" normalizeH="0" baseline="0">
                          <a:ln>
                            <a:noFill/>
                          </a:ln>
                          <a:effectLst/>
                        </a:rPr>
                        <a:t>Motivation</a:t>
                      </a:r>
                      <a:endParaRPr kumimoji="0" lang="en-GB" altLang="en-US" sz="1050" b="1" i="0" u="none" strike="noStrike" cap="none" normalizeH="0" baseline="0">
                        <a:ln>
                          <a:noFill/>
                        </a:ln>
                        <a:solidFill>
                          <a:srgbClr val="FFFFFF"/>
                        </a:solidFill>
                        <a:effectLst/>
                        <a:latin typeface="Arial"/>
                        <a:ea typeface="ＭＳ Ｐゴシック"/>
                        <a:cs typeface="Times New Roman"/>
                      </a:endParaRPr>
                    </a:p>
                  </a:txBody>
                  <a:tcPr marL="68580" marR="68580" marT="34290" marB="34290" anchor="ctr" horzOverflow="overflow">
                    <a:lnL w="12700" cap="flat" cmpd="sng" algn="ctr">
                      <a:solidFill>
                        <a:srgbClr val="375D7D"/>
                      </a:solidFill>
                      <a:prstDash val="solid"/>
                      <a:round/>
                      <a:headEnd type="none" w="med" len="med"/>
                      <a:tailEnd type="none" w="med" len="med"/>
                    </a:lnL>
                    <a:lnR w="12700" cap="flat" cmpd="sng" algn="ctr">
                      <a:solidFill>
                        <a:srgbClr val="375D7D"/>
                      </a:solidFill>
                      <a:prstDash val="solid"/>
                      <a:round/>
                      <a:headEnd type="none" w="med" len="med"/>
                      <a:tailEnd type="none" w="med" len="med"/>
                    </a:lnR>
                    <a:lnT w="12700" cap="flat" cmpd="sng" algn="ctr">
                      <a:solidFill>
                        <a:srgbClr val="375D7D"/>
                      </a:solidFill>
                      <a:prstDash val="solid"/>
                      <a:round/>
                      <a:headEnd type="none" w="med" len="med"/>
                      <a:tailEnd type="none" w="med" len="med"/>
                    </a:lnT>
                    <a:lnB w="12700" cap="flat" cmpd="sng" algn="ctr">
                      <a:solidFill>
                        <a:srgbClr val="375D7D"/>
                      </a:solidFill>
                      <a:prstDash val="solid"/>
                      <a:round/>
                      <a:headEnd type="none" w="med" len="med"/>
                      <a:tailEnd type="none" w="med" len="med"/>
                    </a:lnB>
                  </a:tcPr>
                </a:tc>
                <a:tc gridSpan="3">
                  <a:txBody>
                    <a:bodyPr/>
                    <a:lstStyle>
                      <a:lvl1pPr marL="17463" defTabSz="457200">
                        <a:spcBef>
                          <a:spcPct val="20000"/>
                        </a:spcBef>
                        <a:buClr>
                          <a:schemeClr val="tx1"/>
                        </a:buClr>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1pPr>
                      <a:lvl2pPr marL="742950" indent="-285750" defTabSz="457200">
                        <a:spcBef>
                          <a:spcPct val="20000"/>
                        </a:spcBef>
                        <a:buClr>
                          <a:schemeClr val="tx1"/>
                        </a:buClr>
                        <a:buFont typeface="Arial" panose="020B0604020202020204" pitchFamily="34" charset="0"/>
                        <a:defRPr sz="1200">
                          <a:solidFill>
                            <a:schemeClr val="tx1"/>
                          </a:solidFill>
                          <a:latin typeface="Arial" panose="020B0604020202020204" pitchFamily="34" charset="0"/>
                          <a:ea typeface="ＭＳ Ｐゴシック" panose="020B0600070205080204" pitchFamily="34" charset="-128"/>
                        </a:defRPr>
                      </a:lvl2pPr>
                      <a:lvl3pPr marL="1143000" indent="-228600" defTabSz="457200">
                        <a:spcBef>
                          <a:spcPct val="20000"/>
                        </a:spcBef>
                        <a:buClr>
                          <a:schemeClr val="tx1"/>
                        </a:buClr>
                        <a:defRPr sz="1200">
                          <a:solidFill>
                            <a:schemeClr val="tx1"/>
                          </a:solidFill>
                          <a:latin typeface="Arial" panose="020B0604020202020204" pitchFamily="34" charset="0"/>
                          <a:ea typeface="ＭＳ Ｐゴシック" panose="020B0600070205080204" pitchFamily="34" charset="-128"/>
                        </a:defRPr>
                      </a:lvl3pPr>
                      <a:lvl4pPr marL="1600200" indent="-228600" defTabSz="457200">
                        <a:spcBef>
                          <a:spcPct val="20000"/>
                        </a:spcBef>
                        <a:buClr>
                          <a:schemeClr val="bg1"/>
                        </a:buClr>
                        <a:defRPr sz="1400">
                          <a:solidFill>
                            <a:schemeClr val="bg1"/>
                          </a:solidFill>
                          <a:latin typeface="Arial" panose="020B0604020202020204" pitchFamily="34" charset="0"/>
                          <a:ea typeface="ＭＳ Ｐゴシック" panose="020B0600070205080204" pitchFamily="34" charset="-128"/>
                        </a:defRPr>
                      </a:lvl4pPr>
                      <a:lvl5pPr marL="2057400" indent="-228600" defTabSz="457200">
                        <a:spcBef>
                          <a:spcPct val="20000"/>
                        </a:spcBef>
                        <a:buClr>
                          <a:schemeClr val="bg1"/>
                        </a:buClr>
                        <a:defRPr sz="1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9pPr>
                    </a:lstStyle>
                    <a:p>
                      <a:pPr marL="17145" marR="0" lvl="0" indent="0" algn="l" rtl="0" eaLnBrk="1" fontAlgn="base" latinLnBrk="0" hangingPunct="1">
                        <a:lnSpc>
                          <a:spcPct val="100000"/>
                        </a:lnSpc>
                        <a:spcBef>
                          <a:spcPct val="0"/>
                        </a:spcBef>
                        <a:spcAft>
                          <a:spcPct val="0"/>
                        </a:spcAft>
                        <a:buClrTx/>
                        <a:buSzTx/>
                        <a:buFontTx/>
                        <a:buNone/>
                      </a:pPr>
                      <a:r>
                        <a:rPr lang="en-GB" altLang="en-US" sz="1050" u="none" strike="noStrike" cap="none" normalizeH="0" baseline="0">
                          <a:ln>
                            <a:noFill/>
                          </a:ln>
                          <a:effectLst/>
                        </a:rPr>
                        <a:t>Provide continuous monitoring and layered protection.</a:t>
                      </a:r>
                      <a:endParaRPr kumimoji="0" lang="en-GB" altLang="en-US" sz="1050" u="none" strike="noStrike" cap="none" normalizeH="0" baseline="0">
                        <a:ln>
                          <a:noFill/>
                        </a:ln>
                        <a:effectLst/>
                      </a:endParaRPr>
                    </a:p>
                  </a:txBody>
                  <a:tcPr marL="68580" marR="68580" marT="34290" marB="34290" anchor="ctr" horzOverflow="overflow">
                    <a:lnL w="12700" cap="flat" cmpd="sng" algn="ctr">
                      <a:solidFill>
                        <a:srgbClr val="375D7D"/>
                      </a:solidFill>
                      <a:prstDash val="solid"/>
                      <a:round/>
                      <a:headEnd type="none" w="med" len="med"/>
                      <a:tailEnd type="none" w="med" len="med"/>
                    </a:lnL>
                    <a:lnR w="12700" cap="flat" cmpd="sng" algn="ctr">
                      <a:solidFill>
                        <a:srgbClr val="375D7D"/>
                      </a:solidFill>
                      <a:prstDash val="solid"/>
                      <a:round/>
                      <a:headEnd type="none" w="med" len="med"/>
                      <a:tailEnd type="none" w="med" len="med"/>
                    </a:lnR>
                    <a:lnT w="12700" cap="flat" cmpd="sng" algn="ctr">
                      <a:solidFill>
                        <a:srgbClr val="375D7D"/>
                      </a:solidFill>
                      <a:prstDash val="solid"/>
                      <a:round/>
                      <a:headEnd type="none" w="med" len="med"/>
                      <a:tailEnd type="none" w="med" len="med"/>
                    </a:lnT>
                    <a:lnB w="12700" cap="flat" cmpd="sng" algn="ctr">
                      <a:solidFill>
                        <a:srgbClr val="375D7D"/>
                      </a:solidFill>
                      <a:prstDash val="solid"/>
                      <a:round/>
                      <a:headEnd type="none" w="med" len="med"/>
                      <a:tailEnd type="none" w="med" len="med"/>
                    </a:lnB>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04"/>
                  </a:ext>
                </a:extLst>
              </a:tr>
              <a:tr h="390821">
                <a:tc>
                  <a:txBody>
                    <a:bodyPr/>
                    <a:lstStyle>
                      <a:lvl1pPr marL="17463" defTabSz="457200">
                        <a:spcBef>
                          <a:spcPct val="20000"/>
                        </a:spcBef>
                        <a:buClr>
                          <a:schemeClr val="tx1"/>
                        </a:buClr>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1pPr>
                      <a:lvl2pPr marL="742950" indent="-285750" defTabSz="457200">
                        <a:spcBef>
                          <a:spcPct val="20000"/>
                        </a:spcBef>
                        <a:buClr>
                          <a:schemeClr val="tx1"/>
                        </a:buClr>
                        <a:buFont typeface="Arial" panose="020B0604020202020204" pitchFamily="34" charset="0"/>
                        <a:defRPr sz="1200">
                          <a:solidFill>
                            <a:schemeClr val="tx1"/>
                          </a:solidFill>
                          <a:latin typeface="Arial" panose="020B0604020202020204" pitchFamily="34" charset="0"/>
                          <a:ea typeface="ＭＳ Ｐゴシック" panose="020B0600070205080204" pitchFamily="34" charset="-128"/>
                        </a:defRPr>
                      </a:lvl2pPr>
                      <a:lvl3pPr marL="1143000" indent="-228600" defTabSz="457200">
                        <a:spcBef>
                          <a:spcPct val="20000"/>
                        </a:spcBef>
                        <a:buClr>
                          <a:schemeClr val="tx1"/>
                        </a:buClr>
                        <a:defRPr sz="1200">
                          <a:solidFill>
                            <a:schemeClr val="tx1"/>
                          </a:solidFill>
                          <a:latin typeface="Arial" panose="020B0604020202020204" pitchFamily="34" charset="0"/>
                          <a:ea typeface="ＭＳ Ｐゴシック" panose="020B0600070205080204" pitchFamily="34" charset="-128"/>
                        </a:defRPr>
                      </a:lvl3pPr>
                      <a:lvl4pPr marL="1600200" indent="-228600" defTabSz="457200">
                        <a:spcBef>
                          <a:spcPct val="20000"/>
                        </a:spcBef>
                        <a:buClr>
                          <a:schemeClr val="bg1"/>
                        </a:buClr>
                        <a:defRPr sz="1400">
                          <a:solidFill>
                            <a:schemeClr val="bg1"/>
                          </a:solidFill>
                          <a:latin typeface="Arial" panose="020B0604020202020204" pitchFamily="34" charset="0"/>
                          <a:ea typeface="ＭＳ Ｐゴシック" panose="020B0600070205080204" pitchFamily="34" charset="-128"/>
                        </a:defRPr>
                      </a:lvl4pPr>
                      <a:lvl5pPr marL="2057400" indent="-228600" defTabSz="457200">
                        <a:spcBef>
                          <a:spcPct val="20000"/>
                        </a:spcBef>
                        <a:buClr>
                          <a:schemeClr val="bg1"/>
                        </a:buClr>
                        <a:defRPr sz="1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9pPr>
                    </a:lstStyle>
                    <a:p>
                      <a:pPr marL="17145" marR="0" lvl="0" indent="0" algn="l" defTabSz="457200" rtl="0" eaLnBrk="1" fontAlgn="base" latinLnBrk="0" hangingPunct="0">
                        <a:lnSpc>
                          <a:spcPct val="100000"/>
                        </a:lnSpc>
                        <a:spcBef>
                          <a:spcPct val="0"/>
                        </a:spcBef>
                        <a:spcAft>
                          <a:spcPct val="0"/>
                        </a:spcAft>
                        <a:buClrTx/>
                        <a:buSzTx/>
                        <a:buFontTx/>
                        <a:buNone/>
                        <a:tabLst/>
                      </a:pPr>
                      <a:r>
                        <a:rPr kumimoji="0" lang="en-GB" altLang="en-US" sz="1050" b="1" u="none" strike="noStrike" cap="none" normalizeH="0" baseline="0">
                          <a:ln>
                            <a:noFill/>
                          </a:ln>
                          <a:effectLst/>
                        </a:rPr>
                        <a:t>Alternatives</a:t>
                      </a:r>
                      <a:endParaRPr kumimoji="0" lang="en-GB" altLang="en-US" sz="1050" b="1" i="0" u="none" strike="noStrike" cap="none" normalizeH="0" baseline="0">
                        <a:ln>
                          <a:noFill/>
                        </a:ln>
                        <a:solidFill>
                          <a:srgbClr val="FFFFFF"/>
                        </a:solidFill>
                        <a:effectLst/>
                        <a:latin typeface="Arial"/>
                        <a:ea typeface="ＭＳ Ｐゴシック"/>
                        <a:cs typeface="Times New Roman"/>
                      </a:endParaRPr>
                    </a:p>
                  </a:txBody>
                  <a:tcPr marL="68580" marR="68580" marT="34290" marB="34290" anchor="ctr" horzOverflow="overflow">
                    <a:lnL w="12700" cap="flat" cmpd="sng" algn="ctr">
                      <a:solidFill>
                        <a:srgbClr val="375D7D"/>
                      </a:solidFill>
                      <a:prstDash val="solid"/>
                      <a:round/>
                      <a:headEnd type="none" w="med" len="med"/>
                      <a:tailEnd type="none" w="med" len="med"/>
                    </a:lnL>
                    <a:lnR w="12700" cap="flat" cmpd="sng" algn="ctr">
                      <a:solidFill>
                        <a:srgbClr val="375D7D"/>
                      </a:solidFill>
                      <a:prstDash val="solid"/>
                      <a:round/>
                      <a:headEnd type="none" w="med" len="med"/>
                      <a:tailEnd type="none" w="med" len="med"/>
                    </a:lnR>
                    <a:lnT w="12700" cap="flat" cmpd="sng" algn="ctr">
                      <a:solidFill>
                        <a:srgbClr val="375D7D"/>
                      </a:solidFill>
                      <a:prstDash val="solid"/>
                      <a:round/>
                      <a:headEnd type="none" w="med" len="med"/>
                      <a:tailEnd type="none" w="med" len="med"/>
                    </a:lnT>
                    <a:lnB w="12700" cap="flat" cmpd="sng" algn="ctr">
                      <a:solidFill>
                        <a:srgbClr val="375D7D"/>
                      </a:solidFill>
                      <a:prstDash val="solid"/>
                      <a:round/>
                      <a:headEnd type="none" w="med" len="med"/>
                      <a:tailEnd type="none" w="med" len="med"/>
                    </a:lnB>
                  </a:tcPr>
                </a:tc>
                <a:tc gridSpan="3">
                  <a:txBody>
                    <a:bodyPr/>
                    <a:lstStyle>
                      <a:lvl1pPr marL="17463" defTabSz="457200">
                        <a:spcBef>
                          <a:spcPct val="20000"/>
                        </a:spcBef>
                        <a:buClr>
                          <a:schemeClr val="tx1"/>
                        </a:buClr>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1pPr>
                      <a:lvl2pPr marL="742950" indent="-285750" defTabSz="457200">
                        <a:spcBef>
                          <a:spcPct val="20000"/>
                        </a:spcBef>
                        <a:buClr>
                          <a:schemeClr val="tx1"/>
                        </a:buClr>
                        <a:buFont typeface="Arial" panose="020B0604020202020204" pitchFamily="34" charset="0"/>
                        <a:defRPr sz="1200">
                          <a:solidFill>
                            <a:schemeClr val="tx1"/>
                          </a:solidFill>
                          <a:latin typeface="Arial" panose="020B0604020202020204" pitchFamily="34" charset="0"/>
                          <a:ea typeface="ＭＳ Ｐゴシック" panose="020B0600070205080204" pitchFamily="34" charset="-128"/>
                        </a:defRPr>
                      </a:lvl2pPr>
                      <a:lvl3pPr marL="1143000" indent="-228600" defTabSz="457200">
                        <a:spcBef>
                          <a:spcPct val="20000"/>
                        </a:spcBef>
                        <a:buClr>
                          <a:schemeClr val="tx1"/>
                        </a:buClr>
                        <a:defRPr sz="1200">
                          <a:solidFill>
                            <a:schemeClr val="tx1"/>
                          </a:solidFill>
                          <a:latin typeface="Arial" panose="020B0604020202020204" pitchFamily="34" charset="0"/>
                          <a:ea typeface="ＭＳ Ｐゴシック" panose="020B0600070205080204" pitchFamily="34" charset="-128"/>
                        </a:defRPr>
                      </a:lvl3pPr>
                      <a:lvl4pPr marL="1600200" indent="-228600" defTabSz="457200">
                        <a:spcBef>
                          <a:spcPct val="20000"/>
                        </a:spcBef>
                        <a:buClr>
                          <a:schemeClr val="bg1"/>
                        </a:buClr>
                        <a:defRPr sz="1400">
                          <a:solidFill>
                            <a:schemeClr val="bg1"/>
                          </a:solidFill>
                          <a:latin typeface="Arial" panose="020B0604020202020204" pitchFamily="34" charset="0"/>
                          <a:ea typeface="ＭＳ Ｐゴシック" panose="020B0600070205080204" pitchFamily="34" charset="-128"/>
                        </a:defRPr>
                      </a:lvl4pPr>
                      <a:lvl5pPr marL="2057400" indent="-228600" defTabSz="457200">
                        <a:spcBef>
                          <a:spcPct val="20000"/>
                        </a:spcBef>
                        <a:buClr>
                          <a:schemeClr val="bg1"/>
                        </a:buClr>
                        <a:defRPr sz="1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9pPr>
                    </a:lstStyle>
                    <a:p>
                      <a:pPr marL="245745" marR="0" lvl="0" indent="-228600" algn="l" rtl="0" eaLnBrk="1" fontAlgn="base" latinLnBrk="0" hangingPunct="1">
                        <a:lnSpc>
                          <a:spcPct val="100000"/>
                        </a:lnSpc>
                        <a:spcBef>
                          <a:spcPct val="0"/>
                        </a:spcBef>
                        <a:spcAft>
                          <a:spcPct val="0"/>
                        </a:spcAft>
                        <a:buClrTx/>
                        <a:buSzTx/>
                        <a:buFontTx/>
                        <a:buAutoNum type="arabicPeriod"/>
                      </a:pPr>
                      <a:r>
                        <a:rPr lang="en-GB" altLang="en-US" sz="1050" u="none" strike="noStrike" cap="none" normalizeH="0" baseline="0">
                          <a:ln>
                            <a:noFill/>
                          </a:ln>
                          <a:effectLst/>
                        </a:rPr>
                        <a:t>Implement one firewall for both attack prevention and traffic monitoring.</a:t>
                      </a:r>
                    </a:p>
                    <a:p>
                      <a:pPr marL="245745" marR="0" lvl="0" indent="-228600" algn="l">
                        <a:lnSpc>
                          <a:spcPct val="100000"/>
                        </a:lnSpc>
                        <a:spcBef>
                          <a:spcPct val="0"/>
                        </a:spcBef>
                        <a:spcAft>
                          <a:spcPct val="0"/>
                        </a:spcAft>
                        <a:buClrTx/>
                        <a:buSzTx/>
                        <a:buFontTx/>
                        <a:buAutoNum type="arabicPeriod"/>
                      </a:pPr>
                      <a:r>
                        <a:rPr lang="en-GB" altLang="en-US" sz="1050" u="none" strike="noStrike" cap="none" normalizeH="0" baseline="0">
                          <a:ln>
                            <a:noFill/>
                          </a:ln>
                          <a:effectLst/>
                        </a:rPr>
                        <a:t>Use a cloud-native firewall managed internally instead of MSS.</a:t>
                      </a:r>
                    </a:p>
                  </a:txBody>
                  <a:tcPr marL="68580" marR="68580" marT="34290" marB="34290" anchor="ctr" horzOverflow="overflow">
                    <a:lnL w="12700" cap="flat" cmpd="sng" algn="ctr">
                      <a:solidFill>
                        <a:srgbClr val="375D7D"/>
                      </a:solidFill>
                      <a:prstDash val="solid"/>
                      <a:round/>
                      <a:headEnd type="none" w="med" len="med"/>
                      <a:tailEnd type="none" w="med" len="med"/>
                    </a:lnL>
                    <a:lnR w="12700" cap="flat" cmpd="sng" algn="ctr">
                      <a:solidFill>
                        <a:srgbClr val="375D7D"/>
                      </a:solidFill>
                      <a:prstDash val="solid"/>
                      <a:round/>
                      <a:headEnd type="none" w="med" len="med"/>
                      <a:tailEnd type="none" w="med" len="med"/>
                    </a:lnR>
                    <a:lnT w="12700" cap="flat" cmpd="sng" algn="ctr">
                      <a:solidFill>
                        <a:srgbClr val="375D7D"/>
                      </a:solidFill>
                      <a:prstDash val="solid"/>
                      <a:round/>
                      <a:headEnd type="none" w="med" len="med"/>
                      <a:tailEnd type="none" w="med" len="med"/>
                    </a:lnT>
                    <a:lnB w="12700" cap="flat" cmpd="sng" algn="ctr">
                      <a:solidFill>
                        <a:srgbClr val="375D7D"/>
                      </a:solidFill>
                      <a:prstDash val="solid"/>
                      <a:round/>
                      <a:headEnd type="none" w="med" len="med"/>
                      <a:tailEnd type="none" w="med" len="med"/>
                    </a:lnB>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05"/>
                  </a:ext>
                </a:extLst>
              </a:tr>
              <a:tr h="390821">
                <a:tc>
                  <a:txBody>
                    <a:bodyPr/>
                    <a:lstStyle>
                      <a:lvl1pPr marL="17463" defTabSz="457200">
                        <a:spcBef>
                          <a:spcPct val="20000"/>
                        </a:spcBef>
                        <a:buClr>
                          <a:schemeClr val="tx1"/>
                        </a:buClr>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1pPr>
                      <a:lvl2pPr marL="742950" indent="-285750" defTabSz="457200">
                        <a:spcBef>
                          <a:spcPct val="20000"/>
                        </a:spcBef>
                        <a:buClr>
                          <a:schemeClr val="tx1"/>
                        </a:buClr>
                        <a:buFont typeface="Arial" panose="020B0604020202020204" pitchFamily="34" charset="0"/>
                        <a:defRPr sz="1200">
                          <a:solidFill>
                            <a:schemeClr val="tx1"/>
                          </a:solidFill>
                          <a:latin typeface="Arial" panose="020B0604020202020204" pitchFamily="34" charset="0"/>
                          <a:ea typeface="ＭＳ Ｐゴシック" panose="020B0600070205080204" pitchFamily="34" charset="-128"/>
                        </a:defRPr>
                      </a:lvl2pPr>
                      <a:lvl3pPr marL="1143000" indent="-228600" defTabSz="457200">
                        <a:spcBef>
                          <a:spcPct val="20000"/>
                        </a:spcBef>
                        <a:buClr>
                          <a:schemeClr val="tx1"/>
                        </a:buClr>
                        <a:defRPr sz="1200">
                          <a:solidFill>
                            <a:schemeClr val="tx1"/>
                          </a:solidFill>
                          <a:latin typeface="Arial" panose="020B0604020202020204" pitchFamily="34" charset="0"/>
                          <a:ea typeface="ＭＳ Ｐゴシック" panose="020B0600070205080204" pitchFamily="34" charset="-128"/>
                        </a:defRPr>
                      </a:lvl3pPr>
                      <a:lvl4pPr marL="1600200" indent="-228600" defTabSz="457200">
                        <a:spcBef>
                          <a:spcPct val="20000"/>
                        </a:spcBef>
                        <a:buClr>
                          <a:schemeClr val="bg1"/>
                        </a:buClr>
                        <a:defRPr sz="1400">
                          <a:solidFill>
                            <a:schemeClr val="bg1"/>
                          </a:solidFill>
                          <a:latin typeface="Arial" panose="020B0604020202020204" pitchFamily="34" charset="0"/>
                          <a:ea typeface="ＭＳ Ｐゴシック" panose="020B0600070205080204" pitchFamily="34" charset="-128"/>
                        </a:defRPr>
                      </a:lvl4pPr>
                      <a:lvl5pPr marL="2057400" indent="-228600" defTabSz="457200">
                        <a:spcBef>
                          <a:spcPct val="20000"/>
                        </a:spcBef>
                        <a:buClr>
                          <a:schemeClr val="bg1"/>
                        </a:buClr>
                        <a:defRPr sz="1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9pPr>
                    </a:lstStyle>
                    <a:p>
                      <a:pPr marL="17145" marR="0" lvl="0" indent="0" algn="l" defTabSz="457200" rtl="0" eaLnBrk="1" fontAlgn="base" latinLnBrk="0" hangingPunct="0">
                        <a:lnSpc>
                          <a:spcPct val="100000"/>
                        </a:lnSpc>
                        <a:spcBef>
                          <a:spcPct val="0"/>
                        </a:spcBef>
                        <a:spcAft>
                          <a:spcPct val="0"/>
                        </a:spcAft>
                        <a:buClrTx/>
                        <a:buSzTx/>
                        <a:buFontTx/>
                        <a:buNone/>
                        <a:tabLst/>
                      </a:pPr>
                      <a:r>
                        <a:rPr kumimoji="0" lang="en-GB" altLang="en-US" sz="1050" b="1" u="none" strike="noStrike" cap="none" normalizeH="0" baseline="0">
                          <a:ln>
                            <a:noFill/>
                          </a:ln>
                          <a:effectLst/>
                        </a:rPr>
                        <a:t>Decision</a:t>
                      </a:r>
                      <a:endParaRPr kumimoji="0" lang="en-GB" altLang="en-US" sz="1050" b="1" i="0" u="none" strike="noStrike" cap="none" normalizeH="0" baseline="0">
                        <a:ln>
                          <a:noFill/>
                        </a:ln>
                        <a:solidFill>
                          <a:srgbClr val="FFFFFF"/>
                        </a:solidFill>
                        <a:effectLst/>
                        <a:latin typeface="Arial"/>
                        <a:ea typeface="ＭＳ Ｐゴシック"/>
                        <a:cs typeface="Times New Roman"/>
                      </a:endParaRPr>
                    </a:p>
                  </a:txBody>
                  <a:tcPr marL="68580" marR="68580" marT="34290" marB="34290" anchor="ctr" horzOverflow="overflow">
                    <a:lnL w="12700" cap="flat" cmpd="sng" algn="ctr">
                      <a:solidFill>
                        <a:srgbClr val="375D7D"/>
                      </a:solidFill>
                      <a:prstDash val="solid"/>
                      <a:round/>
                      <a:headEnd type="none" w="med" len="med"/>
                      <a:tailEnd type="none" w="med" len="med"/>
                    </a:lnL>
                    <a:lnR w="12700" cap="flat" cmpd="sng" algn="ctr">
                      <a:solidFill>
                        <a:srgbClr val="375D7D"/>
                      </a:solidFill>
                      <a:prstDash val="solid"/>
                      <a:round/>
                      <a:headEnd type="none" w="med" len="med"/>
                      <a:tailEnd type="none" w="med" len="med"/>
                    </a:lnR>
                    <a:lnT w="12700" cap="flat" cmpd="sng" algn="ctr">
                      <a:solidFill>
                        <a:srgbClr val="375D7D"/>
                      </a:solidFill>
                      <a:prstDash val="solid"/>
                      <a:round/>
                      <a:headEnd type="none" w="med" len="med"/>
                      <a:tailEnd type="none" w="med" len="med"/>
                    </a:lnT>
                    <a:lnB w="12700" cap="flat" cmpd="sng" algn="ctr">
                      <a:solidFill>
                        <a:srgbClr val="375D7D"/>
                      </a:solidFill>
                      <a:prstDash val="solid"/>
                      <a:round/>
                      <a:headEnd type="none" w="med" len="med"/>
                      <a:tailEnd type="none" w="med" len="med"/>
                    </a:lnB>
                  </a:tcPr>
                </a:tc>
                <a:tc gridSpan="3">
                  <a:txBody>
                    <a:bodyPr/>
                    <a:lstStyle>
                      <a:lvl1pPr marL="17463" defTabSz="457200">
                        <a:spcBef>
                          <a:spcPct val="20000"/>
                        </a:spcBef>
                        <a:buClr>
                          <a:schemeClr val="tx1"/>
                        </a:buClr>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1pPr>
                      <a:lvl2pPr marL="742950" indent="-285750" defTabSz="457200">
                        <a:spcBef>
                          <a:spcPct val="20000"/>
                        </a:spcBef>
                        <a:buClr>
                          <a:schemeClr val="tx1"/>
                        </a:buClr>
                        <a:buFont typeface="Arial" panose="020B0604020202020204" pitchFamily="34" charset="0"/>
                        <a:defRPr sz="1200">
                          <a:solidFill>
                            <a:schemeClr val="tx1"/>
                          </a:solidFill>
                          <a:latin typeface="Arial" panose="020B0604020202020204" pitchFamily="34" charset="0"/>
                          <a:ea typeface="ＭＳ Ｐゴシック" panose="020B0600070205080204" pitchFamily="34" charset="-128"/>
                        </a:defRPr>
                      </a:lvl2pPr>
                      <a:lvl3pPr marL="1143000" indent="-228600" defTabSz="457200">
                        <a:spcBef>
                          <a:spcPct val="20000"/>
                        </a:spcBef>
                        <a:buClr>
                          <a:schemeClr val="tx1"/>
                        </a:buClr>
                        <a:defRPr sz="1200">
                          <a:solidFill>
                            <a:schemeClr val="tx1"/>
                          </a:solidFill>
                          <a:latin typeface="Arial" panose="020B0604020202020204" pitchFamily="34" charset="0"/>
                          <a:ea typeface="ＭＳ Ｐゴシック" panose="020B0600070205080204" pitchFamily="34" charset="-128"/>
                        </a:defRPr>
                      </a:lvl3pPr>
                      <a:lvl4pPr marL="1600200" indent="-228600" defTabSz="457200">
                        <a:spcBef>
                          <a:spcPct val="20000"/>
                        </a:spcBef>
                        <a:buClr>
                          <a:schemeClr val="bg1"/>
                        </a:buClr>
                        <a:defRPr sz="1400">
                          <a:solidFill>
                            <a:schemeClr val="bg1"/>
                          </a:solidFill>
                          <a:latin typeface="Arial" panose="020B0604020202020204" pitchFamily="34" charset="0"/>
                          <a:ea typeface="ＭＳ Ｐゴシック" panose="020B0600070205080204" pitchFamily="34" charset="-128"/>
                        </a:defRPr>
                      </a:lvl4pPr>
                      <a:lvl5pPr marL="2057400" indent="-228600" defTabSz="457200">
                        <a:spcBef>
                          <a:spcPct val="20000"/>
                        </a:spcBef>
                        <a:buClr>
                          <a:schemeClr val="bg1"/>
                        </a:buClr>
                        <a:defRPr sz="1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9pPr>
                    </a:lstStyle>
                    <a:p>
                      <a:pPr marL="17145" marR="0" lvl="0" indent="0" algn="l" rtl="0" eaLnBrk="1" fontAlgn="base" latinLnBrk="0" hangingPunct="1">
                        <a:lnSpc>
                          <a:spcPct val="100000"/>
                        </a:lnSpc>
                        <a:spcBef>
                          <a:spcPct val="0"/>
                        </a:spcBef>
                        <a:spcAft>
                          <a:spcPct val="0"/>
                        </a:spcAft>
                        <a:buClrTx/>
                        <a:buSzTx/>
                        <a:buFontTx/>
                        <a:buNone/>
                      </a:pPr>
                      <a:r>
                        <a:rPr lang="en-GB" altLang="en-US" sz="1050" u="none" strike="noStrike" cap="none" normalizeH="0" baseline="0">
                          <a:ln>
                            <a:noFill/>
                          </a:ln>
                          <a:effectLst/>
                        </a:rPr>
                        <a:t>Implement two MSS managed firewalls including NextGen and web application Firewall to prevent attacks and monitor network traffic.</a:t>
                      </a:r>
                      <a:endParaRPr kumimoji="0" lang="en-GB" altLang="en-US" sz="1050" u="none" strike="noStrike" cap="none" normalizeH="0" baseline="0">
                        <a:ln>
                          <a:noFill/>
                        </a:ln>
                        <a:effectLst/>
                      </a:endParaRPr>
                    </a:p>
                  </a:txBody>
                  <a:tcPr marL="68580" marR="68580" marT="34290" marB="34290" anchor="ctr" horzOverflow="overflow">
                    <a:lnL w="12700" cap="flat" cmpd="sng" algn="ctr">
                      <a:solidFill>
                        <a:srgbClr val="375D7D"/>
                      </a:solidFill>
                      <a:prstDash val="solid"/>
                      <a:round/>
                      <a:headEnd type="none" w="med" len="med"/>
                      <a:tailEnd type="none" w="med" len="med"/>
                    </a:lnL>
                    <a:lnR w="12700" cap="flat" cmpd="sng" algn="ctr">
                      <a:solidFill>
                        <a:srgbClr val="375D7D"/>
                      </a:solidFill>
                      <a:prstDash val="solid"/>
                      <a:round/>
                      <a:headEnd type="none" w="med" len="med"/>
                      <a:tailEnd type="none" w="med" len="med"/>
                    </a:lnR>
                    <a:lnT w="12700" cap="flat" cmpd="sng" algn="ctr">
                      <a:solidFill>
                        <a:srgbClr val="375D7D"/>
                      </a:solidFill>
                      <a:prstDash val="solid"/>
                      <a:round/>
                      <a:headEnd type="none" w="med" len="med"/>
                      <a:tailEnd type="none" w="med" len="med"/>
                    </a:lnT>
                    <a:lnB w="12700" cap="flat" cmpd="sng" algn="ctr">
                      <a:solidFill>
                        <a:srgbClr val="375D7D"/>
                      </a:solidFill>
                      <a:prstDash val="solid"/>
                      <a:round/>
                      <a:headEnd type="none" w="med" len="med"/>
                      <a:tailEnd type="none" w="med" len="med"/>
                    </a:lnB>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06"/>
                  </a:ext>
                </a:extLst>
              </a:tr>
              <a:tr h="390821">
                <a:tc>
                  <a:txBody>
                    <a:bodyPr/>
                    <a:lstStyle>
                      <a:lvl1pPr marL="17463" defTabSz="457200">
                        <a:spcBef>
                          <a:spcPct val="20000"/>
                        </a:spcBef>
                        <a:buClr>
                          <a:schemeClr val="tx1"/>
                        </a:buClr>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1pPr>
                      <a:lvl2pPr marL="742950" indent="-285750" defTabSz="457200">
                        <a:spcBef>
                          <a:spcPct val="20000"/>
                        </a:spcBef>
                        <a:buClr>
                          <a:schemeClr val="tx1"/>
                        </a:buClr>
                        <a:buFont typeface="Arial" panose="020B0604020202020204" pitchFamily="34" charset="0"/>
                        <a:defRPr sz="1200">
                          <a:solidFill>
                            <a:schemeClr val="tx1"/>
                          </a:solidFill>
                          <a:latin typeface="Arial" panose="020B0604020202020204" pitchFamily="34" charset="0"/>
                          <a:ea typeface="ＭＳ Ｐゴシック" panose="020B0600070205080204" pitchFamily="34" charset="-128"/>
                        </a:defRPr>
                      </a:lvl2pPr>
                      <a:lvl3pPr marL="1143000" indent="-228600" defTabSz="457200">
                        <a:spcBef>
                          <a:spcPct val="20000"/>
                        </a:spcBef>
                        <a:buClr>
                          <a:schemeClr val="tx1"/>
                        </a:buClr>
                        <a:defRPr sz="1200">
                          <a:solidFill>
                            <a:schemeClr val="tx1"/>
                          </a:solidFill>
                          <a:latin typeface="Arial" panose="020B0604020202020204" pitchFamily="34" charset="0"/>
                          <a:ea typeface="ＭＳ Ｐゴシック" panose="020B0600070205080204" pitchFamily="34" charset="-128"/>
                        </a:defRPr>
                      </a:lvl3pPr>
                      <a:lvl4pPr marL="1600200" indent="-228600" defTabSz="457200">
                        <a:spcBef>
                          <a:spcPct val="20000"/>
                        </a:spcBef>
                        <a:buClr>
                          <a:schemeClr val="bg1"/>
                        </a:buClr>
                        <a:defRPr sz="1400">
                          <a:solidFill>
                            <a:schemeClr val="bg1"/>
                          </a:solidFill>
                          <a:latin typeface="Arial" panose="020B0604020202020204" pitchFamily="34" charset="0"/>
                          <a:ea typeface="ＭＳ Ｐゴシック" panose="020B0600070205080204" pitchFamily="34" charset="-128"/>
                        </a:defRPr>
                      </a:lvl4pPr>
                      <a:lvl5pPr marL="2057400" indent="-228600" defTabSz="457200">
                        <a:spcBef>
                          <a:spcPct val="20000"/>
                        </a:spcBef>
                        <a:buClr>
                          <a:schemeClr val="bg1"/>
                        </a:buClr>
                        <a:defRPr sz="1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9pPr>
                    </a:lstStyle>
                    <a:p>
                      <a:pPr marL="17145" marR="0" lvl="0" indent="0" algn="l" defTabSz="457200" rtl="0" eaLnBrk="1" fontAlgn="base" latinLnBrk="0" hangingPunct="0">
                        <a:lnSpc>
                          <a:spcPct val="100000"/>
                        </a:lnSpc>
                        <a:spcBef>
                          <a:spcPct val="0"/>
                        </a:spcBef>
                        <a:spcAft>
                          <a:spcPct val="0"/>
                        </a:spcAft>
                        <a:buClrTx/>
                        <a:buSzTx/>
                        <a:buFontTx/>
                        <a:buNone/>
                        <a:tabLst/>
                      </a:pPr>
                      <a:r>
                        <a:rPr kumimoji="0" lang="en-GB" altLang="en-US" sz="1050" b="1" u="none" strike="noStrike" cap="none" normalizeH="0" baseline="0">
                          <a:ln>
                            <a:noFill/>
                          </a:ln>
                          <a:effectLst/>
                        </a:rPr>
                        <a:t>Justification</a:t>
                      </a:r>
                      <a:endParaRPr kumimoji="0" lang="en-GB" altLang="en-US" sz="1050" b="1" i="0" u="none" strike="noStrike" cap="none" normalizeH="0" baseline="0">
                        <a:ln>
                          <a:noFill/>
                        </a:ln>
                        <a:solidFill>
                          <a:srgbClr val="FFFFFF"/>
                        </a:solidFill>
                        <a:effectLst/>
                        <a:latin typeface="Arial"/>
                        <a:ea typeface="ＭＳ Ｐゴシック"/>
                        <a:cs typeface="Times New Roman"/>
                      </a:endParaRPr>
                    </a:p>
                  </a:txBody>
                  <a:tcPr marL="68580" marR="68580" marT="34290" marB="34290" anchor="ctr" horzOverflow="overflow">
                    <a:lnL w="12700" cap="flat" cmpd="sng" algn="ctr">
                      <a:solidFill>
                        <a:srgbClr val="375D7D"/>
                      </a:solidFill>
                      <a:prstDash val="solid"/>
                      <a:round/>
                      <a:headEnd type="none" w="med" len="med"/>
                      <a:tailEnd type="none" w="med" len="med"/>
                    </a:lnL>
                    <a:lnR w="12700" cap="flat" cmpd="sng" algn="ctr">
                      <a:solidFill>
                        <a:srgbClr val="375D7D"/>
                      </a:solidFill>
                      <a:prstDash val="solid"/>
                      <a:round/>
                      <a:headEnd type="none" w="med" len="med"/>
                      <a:tailEnd type="none" w="med" len="med"/>
                    </a:lnR>
                    <a:lnT w="12700" cap="flat" cmpd="sng" algn="ctr">
                      <a:solidFill>
                        <a:srgbClr val="375D7D"/>
                      </a:solidFill>
                      <a:prstDash val="solid"/>
                      <a:round/>
                      <a:headEnd type="none" w="med" len="med"/>
                      <a:tailEnd type="none" w="med" len="med"/>
                    </a:lnT>
                    <a:lnB w="12700" cap="flat" cmpd="sng" algn="ctr">
                      <a:solidFill>
                        <a:srgbClr val="375D7D"/>
                      </a:solidFill>
                      <a:prstDash val="solid"/>
                      <a:round/>
                      <a:headEnd type="none" w="med" len="med"/>
                      <a:tailEnd type="none" w="med" len="med"/>
                    </a:lnB>
                  </a:tcPr>
                </a:tc>
                <a:tc gridSpan="3">
                  <a:txBody>
                    <a:bodyPr/>
                    <a:lstStyle>
                      <a:lvl1pPr marL="17463" defTabSz="457200">
                        <a:spcBef>
                          <a:spcPct val="20000"/>
                        </a:spcBef>
                        <a:buClr>
                          <a:schemeClr val="tx1"/>
                        </a:buClr>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1pPr>
                      <a:lvl2pPr marL="742950" indent="-285750" defTabSz="457200">
                        <a:spcBef>
                          <a:spcPct val="20000"/>
                        </a:spcBef>
                        <a:buClr>
                          <a:schemeClr val="tx1"/>
                        </a:buClr>
                        <a:buFont typeface="Arial" panose="020B0604020202020204" pitchFamily="34" charset="0"/>
                        <a:defRPr sz="1200">
                          <a:solidFill>
                            <a:schemeClr val="tx1"/>
                          </a:solidFill>
                          <a:latin typeface="Arial" panose="020B0604020202020204" pitchFamily="34" charset="0"/>
                          <a:ea typeface="ＭＳ Ｐゴシック" panose="020B0600070205080204" pitchFamily="34" charset="-128"/>
                        </a:defRPr>
                      </a:lvl2pPr>
                      <a:lvl3pPr marL="1143000" indent="-228600" defTabSz="457200">
                        <a:spcBef>
                          <a:spcPct val="20000"/>
                        </a:spcBef>
                        <a:buClr>
                          <a:schemeClr val="tx1"/>
                        </a:buClr>
                        <a:defRPr sz="1200">
                          <a:solidFill>
                            <a:schemeClr val="tx1"/>
                          </a:solidFill>
                          <a:latin typeface="Arial" panose="020B0604020202020204" pitchFamily="34" charset="0"/>
                          <a:ea typeface="ＭＳ Ｐゴシック" panose="020B0600070205080204" pitchFamily="34" charset="-128"/>
                        </a:defRPr>
                      </a:lvl3pPr>
                      <a:lvl4pPr marL="1600200" indent="-228600" defTabSz="457200">
                        <a:spcBef>
                          <a:spcPct val="20000"/>
                        </a:spcBef>
                        <a:buClr>
                          <a:schemeClr val="bg1"/>
                        </a:buClr>
                        <a:defRPr sz="1400">
                          <a:solidFill>
                            <a:schemeClr val="bg1"/>
                          </a:solidFill>
                          <a:latin typeface="Arial" panose="020B0604020202020204" pitchFamily="34" charset="0"/>
                          <a:ea typeface="ＭＳ Ｐゴシック" panose="020B0600070205080204" pitchFamily="34" charset="-128"/>
                        </a:defRPr>
                      </a:lvl4pPr>
                      <a:lvl5pPr marL="2057400" indent="-228600" defTabSz="457200">
                        <a:spcBef>
                          <a:spcPct val="20000"/>
                        </a:spcBef>
                        <a:buClr>
                          <a:schemeClr val="bg1"/>
                        </a:buClr>
                        <a:defRPr sz="1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9pPr>
                    </a:lstStyle>
                    <a:p>
                      <a:pPr marL="17145" marR="0" lvl="0" indent="0" algn="l">
                        <a:lnSpc>
                          <a:spcPct val="100000"/>
                        </a:lnSpc>
                        <a:spcBef>
                          <a:spcPct val="0"/>
                        </a:spcBef>
                        <a:spcAft>
                          <a:spcPct val="0"/>
                        </a:spcAft>
                        <a:buNone/>
                      </a:pPr>
                      <a:r>
                        <a:rPr lang="en-GB" sz="1050" b="0" i="0" u="none" strike="noStrike" cap="none" normalizeH="0" baseline="0" noProof="0" dirty="0">
                          <a:ln>
                            <a:noFill/>
                          </a:ln>
                          <a:effectLst/>
                          <a:latin typeface="Arial"/>
                        </a:rPr>
                        <a:t>The MSS already provides threat detection and response services, so extending their scope to include firewall management ensures consistent 24/7 monitoring, </a:t>
                      </a:r>
                      <a:r>
                        <a:rPr lang="en-GB" sz="1050" b="0" i="0" u="none" strike="noStrike" cap="none" normalizeH="0" baseline="0" noProof="0" dirty="0">
                          <a:ln>
                            <a:noFill/>
                          </a:ln>
                          <a:effectLst/>
                        </a:rPr>
                        <a:t>layered protection.</a:t>
                      </a:r>
                      <a:r>
                        <a:rPr lang="en-GB" sz="1050" b="0" i="0" u="none" strike="noStrike" cap="none" normalizeH="0" baseline="0" noProof="0" dirty="0">
                          <a:ln>
                            <a:noFill/>
                          </a:ln>
                          <a:effectLst/>
                          <a:latin typeface="Arial"/>
                        </a:rPr>
                        <a:t> and faster incident handling.</a:t>
                      </a:r>
                      <a:endParaRPr kumimoji="0" lang="en-US" sz="1050" dirty="0"/>
                    </a:p>
                  </a:txBody>
                  <a:tcPr marL="68580" marR="68580" marT="34290" marB="34290" anchor="ctr" horzOverflow="overflow">
                    <a:lnL w="12700" cap="flat" cmpd="sng" algn="ctr">
                      <a:solidFill>
                        <a:srgbClr val="375D7D"/>
                      </a:solidFill>
                      <a:prstDash val="solid"/>
                      <a:round/>
                      <a:headEnd type="none" w="med" len="med"/>
                      <a:tailEnd type="none" w="med" len="med"/>
                    </a:lnL>
                    <a:lnR w="12700" cap="flat" cmpd="sng" algn="ctr">
                      <a:solidFill>
                        <a:srgbClr val="375D7D"/>
                      </a:solidFill>
                      <a:prstDash val="solid"/>
                      <a:round/>
                      <a:headEnd type="none" w="med" len="med"/>
                      <a:tailEnd type="none" w="med" len="med"/>
                    </a:lnR>
                    <a:lnT w="12700" cap="flat" cmpd="sng" algn="ctr">
                      <a:solidFill>
                        <a:srgbClr val="375D7D"/>
                      </a:solidFill>
                      <a:prstDash val="solid"/>
                      <a:round/>
                      <a:headEnd type="none" w="med" len="med"/>
                      <a:tailEnd type="none" w="med" len="med"/>
                    </a:lnT>
                    <a:lnB w="12700" cap="flat" cmpd="sng" algn="ctr">
                      <a:solidFill>
                        <a:srgbClr val="375D7D"/>
                      </a:solidFill>
                      <a:prstDash val="solid"/>
                      <a:round/>
                      <a:headEnd type="none" w="med" len="med"/>
                      <a:tailEnd type="none" w="med" len="med"/>
                    </a:lnB>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07"/>
                  </a:ext>
                </a:extLst>
              </a:tr>
              <a:tr h="390821">
                <a:tc>
                  <a:txBody>
                    <a:bodyPr/>
                    <a:lstStyle>
                      <a:lvl1pPr marL="17463" defTabSz="457200">
                        <a:spcBef>
                          <a:spcPct val="20000"/>
                        </a:spcBef>
                        <a:buClr>
                          <a:schemeClr val="tx1"/>
                        </a:buClr>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1pPr>
                      <a:lvl2pPr marL="742950" indent="-285750" defTabSz="457200">
                        <a:spcBef>
                          <a:spcPct val="20000"/>
                        </a:spcBef>
                        <a:buClr>
                          <a:schemeClr val="tx1"/>
                        </a:buClr>
                        <a:buFont typeface="Arial" panose="020B0604020202020204" pitchFamily="34" charset="0"/>
                        <a:defRPr sz="1200">
                          <a:solidFill>
                            <a:schemeClr val="tx1"/>
                          </a:solidFill>
                          <a:latin typeface="Arial" panose="020B0604020202020204" pitchFamily="34" charset="0"/>
                          <a:ea typeface="ＭＳ Ｐゴシック" panose="020B0600070205080204" pitchFamily="34" charset="-128"/>
                        </a:defRPr>
                      </a:lvl2pPr>
                      <a:lvl3pPr marL="1143000" indent="-228600" defTabSz="457200">
                        <a:spcBef>
                          <a:spcPct val="20000"/>
                        </a:spcBef>
                        <a:buClr>
                          <a:schemeClr val="tx1"/>
                        </a:buClr>
                        <a:defRPr sz="1200">
                          <a:solidFill>
                            <a:schemeClr val="tx1"/>
                          </a:solidFill>
                          <a:latin typeface="Arial" panose="020B0604020202020204" pitchFamily="34" charset="0"/>
                          <a:ea typeface="ＭＳ Ｐゴシック" panose="020B0600070205080204" pitchFamily="34" charset="-128"/>
                        </a:defRPr>
                      </a:lvl3pPr>
                      <a:lvl4pPr marL="1600200" indent="-228600" defTabSz="457200">
                        <a:spcBef>
                          <a:spcPct val="20000"/>
                        </a:spcBef>
                        <a:buClr>
                          <a:schemeClr val="bg1"/>
                        </a:buClr>
                        <a:defRPr sz="1400">
                          <a:solidFill>
                            <a:schemeClr val="bg1"/>
                          </a:solidFill>
                          <a:latin typeface="Arial" panose="020B0604020202020204" pitchFamily="34" charset="0"/>
                          <a:ea typeface="ＭＳ Ｐゴシック" panose="020B0600070205080204" pitchFamily="34" charset="-128"/>
                        </a:defRPr>
                      </a:lvl4pPr>
                      <a:lvl5pPr marL="2057400" indent="-228600" defTabSz="457200">
                        <a:spcBef>
                          <a:spcPct val="20000"/>
                        </a:spcBef>
                        <a:buClr>
                          <a:schemeClr val="bg1"/>
                        </a:buClr>
                        <a:defRPr sz="1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9pPr>
                    </a:lstStyle>
                    <a:p>
                      <a:pPr marL="17145" marR="0" lvl="0" indent="0" algn="l" defTabSz="457200" rtl="0" eaLnBrk="1" fontAlgn="base" latinLnBrk="0" hangingPunct="0">
                        <a:lnSpc>
                          <a:spcPct val="100000"/>
                        </a:lnSpc>
                        <a:spcBef>
                          <a:spcPct val="0"/>
                        </a:spcBef>
                        <a:spcAft>
                          <a:spcPct val="0"/>
                        </a:spcAft>
                        <a:buClrTx/>
                        <a:buSzTx/>
                        <a:buFontTx/>
                        <a:buNone/>
                        <a:tabLst/>
                      </a:pPr>
                      <a:r>
                        <a:rPr kumimoji="0" lang="en-GB" altLang="en-US" sz="1050" b="1" u="none" strike="noStrike" cap="none" normalizeH="0" baseline="0">
                          <a:ln>
                            <a:noFill/>
                          </a:ln>
                          <a:effectLst/>
                        </a:rPr>
                        <a:t>Implications</a:t>
                      </a:r>
                      <a:endParaRPr kumimoji="0" lang="en-GB" altLang="en-US" sz="1050" b="1" i="0" u="none" strike="noStrike" cap="none" normalizeH="0" baseline="0">
                        <a:ln>
                          <a:noFill/>
                        </a:ln>
                        <a:solidFill>
                          <a:srgbClr val="FFFFFF"/>
                        </a:solidFill>
                        <a:effectLst/>
                        <a:latin typeface="Arial"/>
                        <a:ea typeface="ＭＳ Ｐゴシック"/>
                        <a:cs typeface="Times New Roman"/>
                      </a:endParaRPr>
                    </a:p>
                  </a:txBody>
                  <a:tcPr marL="68580" marR="68580" marT="34290" marB="34290" anchor="ctr" horzOverflow="overflow">
                    <a:lnL w="12700" cap="flat" cmpd="sng" algn="ctr">
                      <a:solidFill>
                        <a:srgbClr val="375D7D"/>
                      </a:solidFill>
                      <a:prstDash val="solid"/>
                      <a:round/>
                      <a:headEnd type="none" w="med" len="med"/>
                      <a:tailEnd type="none" w="med" len="med"/>
                    </a:lnL>
                    <a:lnR w="12700" cap="flat" cmpd="sng" algn="ctr">
                      <a:solidFill>
                        <a:srgbClr val="375D7D"/>
                      </a:solidFill>
                      <a:prstDash val="solid"/>
                      <a:round/>
                      <a:headEnd type="none" w="med" len="med"/>
                      <a:tailEnd type="none" w="med" len="med"/>
                    </a:lnR>
                    <a:lnT w="12700" cap="flat" cmpd="sng" algn="ctr">
                      <a:solidFill>
                        <a:srgbClr val="375D7D"/>
                      </a:solidFill>
                      <a:prstDash val="solid"/>
                      <a:round/>
                      <a:headEnd type="none" w="med" len="med"/>
                      <a:tailEnd type="none" w="med" len="med"/>
                    </a:lnT>
                    <a:lnB w="12700" cap="flat" cmpd="sng" algn="ctr">
                      <a:solidFill>
                        <a:srgbClr val="375D7D"/>
                      </a:solidFill>
                      <a:prstDash val="solid"/>
                      <a:round/>
                      <a:headEnd type="none" w="med" len="med"/>
                      <a:tailEnd type="none" w="med" len="med"/>
                    </a:lnB>
                  </a:tcPr>
                </a:tc>
                <a:tc gridSpan="3">
                  <a:txBody>
                    <a:bodyPr/>
                    <a:lstStyle>
                      <a:lvl1pPr marL="17463" defTabSz="457200">
                        <a:spcBef>
                          <a:spcPct val="20000"/>
                        </a:spcBef>
                        <a:buClr>
                          <a:schemeClr val="tx1"/>
                        </a:buClr>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1pPr>
                      <a:lvl2pPr marL="742950" indent="-285750" defTabSz="457200">
                        <a:spcBef>
                          <a:spcPct val="20000"/>
                        </a:spcBef>
                        <a:buClr>
                          <a:schemeClr val="tx1"/>
                        </a:buClr>
                        <a:buFont typeface="Arial" panose="020B0604020202020204" pitchFamily="34" charset="0"/>
                        <a:defRPr sz="1200">
                          <a:solidFill>
                            <a:schemeClr val="tx1"/>
                          </a:solidFill>
                          <a:latin typeface="Arial" panose="020B0604020202020204" pitchFamily="34" charset="0"/>
                          <a:ea typeface="ＭＳ Ｐゴシック" panose="020B0600070205080204" pitchFamily="34" charset="-128"/>
                        </a:defRPr>
                      </a:lvl2pPr>
                      <a:lvl3pPr marL="1143000" indent="-228600" defTabSz="457200">
                        <a:spcBef>
                          <a:spcPct val="20000"/>
                        </a:spcBef>
                        <a:buClr>
                          <a:schemeClr val="tx1"/>
                        </a:buClr>
                        <a:defRPr sz="1200">
                          <a:solidFill>
                            <a:schemeClr val="tx1"/>
                          </a:solidFill>
                          <a:latin typeface="Arial" panose="020B0604020202020204" pitchFamily="34" charset="0"/>
                          <a:ea typeface="ＭＳ Ｐゴシック" panose="020B0600070205080204" pitchFamily="34" charset="-128"/>
                        </a:defRPr>
                      </a:lvl3pPr>
                      <a:lvl4pPr marL="1600200" indent="-228600" defTabSz="457200">
                        <a:spcBef>
                          <a:spcPct val="20000"/>
                        </a:spcBef>
                        <a:buClr>
                          <a:schemeClr val="bg1"/>
                        </a:buClr>
                        <a:defRPr sz="1400">
                          <a:solidFill>
                            <a:schemeClr val="bg1"/>
                          </a:solidFill>
                          <a:latin typeface="Arial" panose="020B0604020202020204" pitchFamily="34" charset="0"/>
                          <a:ea typeface="ＭＳ Ｐゴシック" panose="020B0600070205080204" pitchFamily="34" charset="-128"/>
                        </a:defRPr>
                      </a:lvl4pPr>
                      <a:lvl5pPr marL="2057400" indent="-228600" defTabSz="457200">
                        <a:spcBef>
                          <a:spcPct val="20000"/>
                        </a:spcBef>
                        <a:buClr>
                          <a:schemeClr val="bg1"/>
                        </a:buClr>
                        <a:defRPr sz="1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9pPr>
                    </a:lstStyle>
                    <a:p>
                      <a:pPr marL="245745" marR="0" lvl="0" indent="-228600" algn="l">
                        <a:lnSpc>
                          <a:spcPct val="100000"/>
                        </a:lnSpc>
                        <a:spcBef>
                          <a:spcPct val="0"/>
                        </a:spcBef>
                        <a:spcAft>
                          <a:spcPct val="0"/>
                        </a:spcAft>
                        <a:buClrTx/>
                        <a:buSzTx/>
                        <a:buFontTx/>
                        <a:buAutoNum type="arabicPeriod"/>
                      </a:pPr>
                      <a:r>
                        <a:rPr lang="en-GB" sz="1050" b="0" i="0" u="none" strike="noStrike" cap="none" normalizeH="0" baseline="0" noProof="0">
                          <a:ln>
                            <a:noFill/>
                          </a:ln>
                          <a:effectLst/>
                          <a:latin typeface="Arial"/>
                        </a:rPr>
                        <a:t>All traffic, including incoming and outgoing, must pass through the appropriate firewalls, with filtering enforced.</a:t>
                      </a:r>
                    </a:p>
                    <a:p>
                      <a:pPr marL="245745" marR="0" lvl="0" indent="-228600" algn="l">
                        <a:lnSpc>
                          <a:spcPct val="100000"/>
                        </a:lnSpc>
                        <a:spcBef>
                          <a:spcPct val="0"/>
                        </a:spcBef>
                        <a:spcAft>
                          <a:spcPct val="0"/>
                        </a:spcAft>
                        <a:buClrTx/>
                        <a:buSzTx/>
                        <a:buFontTx/>
                        <a:buAutoNum type="arabicPeriod"/>
                      </a:pPr>
                      <a:r>
                        <a:rPr lang="en-GB" sz="1050" b="0" i="0" u="none" strike="noStrike" cap="none" normalizeH="0" baseline="0" noProof="0">
                          <a:ln>
                            <a:noFill/>
                          </a:ln>
                          <a:effectLst/>
                          <a:latin typeface="Arial"/>
                        </a:rPr>
                        <a:t>Firewall logs must be forwarded to the MSS.</a:t>
                      </a:r>
                      <a:endParaRPr lang="en-GB" altLang="en-US"/>
                    </a:p>
                  </a:txBody>
                  <a:tcPr marL="68580" marR="68580" marT="34290" marB="34290" anchor="ctr" horzOverflow="overflow">
                    <a:lnL w="12700" cap="flat" cmpd="sng" algn="ctr">
                      <a:solidFill>
                        <a:srgbClr val="375D7D"/>
                      </a:solidFill>
                      <a:prstDash val="solid"/>
                      <a:round/>
                      <a:headEnd type="none" w="med" len="med"/>
                      <a:tailEnd type="none" w="med" len="med"/>
                    </a:lnL>
                    <a:lnR w="12700" cap="flat" cmpd="sng" algn="ctr">
                      <a:solidFill>
                        <a:srgbClr val="375D7D"/>
                      </a:solidFill>
                      <a:prstDash val="solid"/>
                      <a:round/>
                      <a:headEnd type="none" w="med" len="med"/>
                      <a:tailEnd type="none" w="med" len="med"/>
                    </a:lnR>
                    <a:lnT w="12700" cap="flat" cmpd="sng" algn="ctr">
                      <a:solidFill>
                        <a:srgbClr val="375D7D"/>
                      </a:solidFill>
                      <a:prstDash val="solid"/>
                      <a:round/>
                      <a:headEnd type="none" w="med" len="med"/>
                      <a:tailEnd type="none" w="med" len="med"/>
                    </a:lnT>
                    <a:lnB w="12700" cap="flat" cmpd="sng" algn="ctr">
                      <a:solidFill>
                        <a:srgbClr val="375D7D"/>
                      </a:solidFill>
                      <a:prstDash val="solid"/>
                      <a:round/>
                      <a:headEnd type="none" w="med" len="med"/>
                      <a:tailEnd type="none" w="med" len="med"/>
                    </a:lnB>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08"/>
                  </a:ext>
                </a:extLst>
              </a:tr>
              <a:tr h="390821">
                <a:tc>
                  <a:txBody>
                    <a:bodyPr/>
                    <a:lstStyle>
                      <a:lvl1pPr marL="17463" defTabSz="457200">
                        <a:spcBef>
                          <a:spcPct val="20000"/>
                        </a:spcBef>
                        <a:buClr>
                          <a:schemeClr val="tx1"/>
                        </a:buClr>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1pPr>
                      <a:lvl2pPr marL="742950" indent="-285750" defTabSz="457200">
                        <a:spcBef>
                          <a:spcPct val="20000"/>
                        </a:spcBef>
                        <a:buClr>
                          <a:schemeClr val="tx1"/>
                        </a:buClr>
                        <a:buFont typeface="Arial" panose="020B0604020202020204" pitchFamily="34" charset="0"/>
                        <a:defRPr sz="1200">
                          <a:solidFill>
                            <a:schemeClr val="tx1"/>
                          </a:solidFill>
                          <a:latin typeface="Arial" panose="020B0604020202020204" pitchFamily="34" charset="0"/>
                          <a:ea typeface="ＭＳ Ｐゴシック" panose="020B0600070205080204" pitchFamily="34" charset="-128"/>
                        </a:defRPr>
                      </a:lvl2pPr>
                      <a:lvl3pPr marL="1143000" indent="-228600" defTabSz="457200">
                        <a:spcBef>
                          <a:spcPct val="20000"/>
                        </a:spcBef>
                        <a:buClr>
                          <a:schemeClr val="tx1"/>
                        </a:buClr>
                        <a:defRPr sz="1200">
                          <a:solidFill>
                            <a:schemeClr val="tx1"/>
                          </a:solidFill>
                          <a:latin typeface="Arial" panose="020B0604020202020204" pitchFamily="34" charset="0"/>
                          <a:ea typeface="ＭＳ Ｐゴシック" panose="020B0600070205080204" pitchFamily="34" charset="-128"/>
                        </a:defRPr>
                      </a:lvl3pPr>
                      <a:lvl4pPr marL="1600200" indent="-228600" defTabSz="457200">
                        <a:spcBef>
                          <a:spcPct val="20000"/>
                        </a:spcBef>
                        <a:buClr>
                          <a:schemeClr val="bg1"/>
                        </a:buClr>
                        <a:defRPr sz="1400">
                          <a:solidFill>
                            <a:schemeClr val="bg1"/>
                          </a:solidFill>
                          <a:latin typeface="Arial" panose="020B0604020202020204" pitchFamily="34" charset="0"/>
                          <a:ea typeface="ＭＳ Ｐゴシック" panose="020B0600070205080204" pitchFamily="34" charset="-128"/>
                        </a:defRPr>
                      </a:lvl4pPr>
                      <a:lvl5pPr marL="2057400" indent="-228600" defTabSz="457200">
                        <a:spcBef>
                          <a:spcPct val="20000"/>
                        </a:spcBef>
                        <a:buClr>
                          <a:schemeClr val="bg1"/>
                        </a:buClr>
                        <a:defRPr sz="1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9pPr>
                    </a:lstStyle>
                    <a:p>
                      <a:pPr marL="17145" marR="0" lvl="0" indent="0" algn="l" defTabSz="457200" rtl="0" eaLnBrk="1" fontAlgn="base" latinLnBrk="0" hangingPunct="0">
                        <a:lnSpc>
                          <a:spcPct val="100000"/>
                        </a:lnSpc>
                        <a:spcBef>
                          <a:spcPct val="0"/>
                        </a:spcBef>
                        <a:spcAft>
                          <a:spcPct val="0"/>
                        </a:spcAft>
                        <a:buClrTx/>
                        <a:buSzTx/>
                        <a:buFontTx/>
                        <a:buNone/>
                        <a:tabLst/>
                      </a:pPr>
                      <a:r>
                        <a:rPr kumimoji="0" lang="en-GB" altLang="en-US" sz="1050" b="1" u="none" strike="noStrike" cap="none" normalizeH="0" baseline="0">
                          <a:ln>
                            <a:noFill/>
                          </a:ln>
                          <a:effectLst/>
                        </a:rPr>
                        <a:t>Derived requirements</a:t>
                      </a:r>
                      <a:endParaRPr kumimoji="0" lang="en-GB" altLang="en-US" sz="1050" b="1" i="0" u="none" strike="noStrike" cap="none" normalizeH="0" baseline="0">
                        <a:ln>
                          <a:noFill/>
                        </a:ln>
                        <a:solidFill>
                          <a:srgbClr val="FFFFFF"/>
                        </a:solidFill>
                        <a:effectLst/>
                        <a:latin typeface="Arial"/>
                        <a:ea typeface="ＭＳ Ｐゴシック"/>
                        <a:cs typeface="Times New Roman"/>
                      </a:endParaRPr>
                    </a:p>
                  </a:txBody>
                  <a:tcPr marL="68580" marR="68580" marT="34290" marB="34290" anchor="ctr" horzOverflow="overflow">
                    <a:lnL w="12700" cap="flat" cmpd="sng" algn="ctr">
                      <a:solidFill>
                        <a:srgbClr val="375D7D"/>
                      </a:solidFill>
                      <a:prstDash val="solid"/>
                      <a:round/>
                      <a:headEnd type="none" w="med" len="med"/>
                      <a:tailEnd type="none" w="med" len="med"/>
                    </a:lnL>
                    <a:lnR w="12700" cap="flat" cmpd="sng" algn="ctr">
                      <a:solidFill>
                        <a:srgbClr val="375D7D"/>
                      </a:solidFill>
                      <a:prstDash val="solid"/>
                      <a:round/>
                      <a:headEnd type="none" w="med" len="med"/>
                      <a:tailEnd type="none" w="med" len="med"/>
                    </a:lnR>
                    <a:lnT w="12700" cap="flat" cmpd="sng" algn="ctr">
                      <a:solidFill>
                        <a:srgbClr val="375D7D"/>
                      </a:solidFill>
                      <a:prstDash val="solid"/>
                      <a:round/>
                      <a:headEnd type="none" w="med" len="med"/>
                      <a:tailEnd type="none" w="med" len="med"/>
                    </a:lnT>
                    <a:lnB w="12700" cap="flat" cmpd="sng" algn="ctr">
                      <a:solidFill>
                        <a:srgbClr val="375D7D"/>
                      </a:solidFill>
                      <a:prstDash val="solid"/>
                      <a:round/>
                      <a:headEnd type="none" w="med" len="med"/>
                      <a:tailEnd type="none" w="med" len="med"/>
                    </a:lnB>
                  </a:tcPr>
                </a:tc>
                <a:tc gridSpan="3">
                  <a:txBody>
                    <a:bodyPr/>
                    <a:lstStyle>
                      <a:lvl1pPr marL="17463" defTabSz="457200">
                        <a:spcBef>
                          <a:spcPct val="20000"/>
                        </a:spcBef>
                        <a:buClr>
                          <a:schemeClr val="tx1"/>
                        </a:buClr>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1pPr>
                      <a:lvl2pPr marL="742950" indent="-285750" defTabSz="457200">
                        <a:spcBef>
                          <a:spcPct val="20000"/>
                        </a:spcBef>
                        <a:buClr>
                          <a:schemeClr val="tx1"/>
                        </a:buClr>
                        <a:buFont typeface="Arial" panose="020B0604020202020204" pitchFamily="34" charset="0"/>
                        <a:defRPr sz="1200">
                          <a:solidFill>
                            <a:schemeClr val="tx1"/>
                          </a:solidFill>
                          <a:latin typeface="Arial" panose="020B0604020202020204" pitchFamily="34" charset="0"/>
                          <a:ea typeface="ＭＳ Ｐゴシック" panose="020B0600070205080204" pitchFamily="34" charset="-128"/>
                        </a:defRPr>
                      </a:lvl2pPr>
                      <a:lvl3pPr marL="1143000" indent="-228600" defTabSz="457200">
                        <a:spcBef>
                          <a:spcPct val="20000"/>
                        </a:spcBef>
                        <a:buClr>
                          <a:schemeClr val="tx1"/>
                        </a:buClr>
                        <a:defRPr sz="1200">
                          <a:solidFill>
                            <a:schemeClr val="tx1"/>
                          </a:solidFill>
                          <a:latin typeface="Arial" panose="020B0604020202020204" pitchFamily="34" charset="0"/>
                          <a:ea typeface="ＭＳ Ｐゴシック" panose="020B0600070205080204" pitchFamily="34" charset="-128"/>
                        </a:defRPr>
                      </a:lvl3pPr>
                      <a:lvl4pPr marL="1600200" indent="-228600" defTabSz="457200">
                        <a:spcBef>
                          <a:spcPct val="20000"/>
                        </a:spcBef>
                        <a:buClr>
                          <a:schemeClr val="bg1"/>
                        </a:buClr>
                        <a:defRPr sz="1400">
                          <a:solidFill>
                            <a:schemeClr val="bg1"/>
                          </a:solidFill>
                          <a:latin typeface="Arial" panose="020B0604020202020204" pitchFamily="34" charset="0"/>
                          <a:ea typeface="ＭＳ Ｐゴシック" panose="020B0600070205080204" pitchFamily="34" charset="-128"/>
                        </a:defRPr>
                      </a:lvl4pPr>
                      <a:lvl5pPr marL="2057400" indent="-228600" defTabSz="457200">
                        <a:spcBef>
                          <a:spcPct val="20000"/>
                        </a:spcBef>
                        <a:buClr>
                          <a:schemeClr val="bg1"/>
                        </a:buClr>
                        <a:defRPr sz="1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9pPr>
                    </a:lstStyle>
                    <a:p>
                      <a:pPr marL="245745" marR="0" lvl="0" indent="-228600" algn="l">
                        <a:lnSpc>
                          <a:spcPct val="100000"/>
                        </a:lnSpc>
                        <a:spcBef>
                          <a:spcPct val="0"/>
                        </a:spcBef>
                        <a:spcAft>
                          <a:spcPct val="0"/>
                        </a:spcAft>
                        <a:buClrTx/>
                        <a:buSzTx/>
                        <a:buFontTx/>
                        <a:buAutoNum type="arabicPeriod"/>
                      </a:pPr>
                      <a:r>
                        <a:rPr lang="en-GB" sz="1050" b="0" i="0" u="none" strike="noStrike" cap="none" normalizeH="0" baseline="0" noProof="0">
                          <a:ln>
                            <a:noFill/>
                          </a:ln>
                          <a:effectLst/>
                          <a:latin typeface="Arial"/>
                        </a:rPr>
                        <a:t>Integrate firewall logging with the MSS system.</a:t>
                      </a:r>
                      <a:endParaRPr lang="en-GB" altLang="en-US" sz="1050" u="none" strike="noStrike" cap="none" normalizeH="0" baseline="0">
                        <a:ln>
                          <a:noFill/>
                        </a:ln>
                        <a:effectLst/>
                      </a:endParaRPr>
                    </a:p>
                    <a:p>
                      <a:pPr marL="245745" marR="0" lvl="0" indent="-228600" algn="l">
                        <a:lnSpc>
                          <a:spcPct val="100000"/>
                        </a:lnSpc>
                        <a:spcBef>
                          <a:spcPct val="0"/>
                        </a:spcBef>
                        <a:spcAft>
                          <a:spcPct val="0"/>
                        </a:spcAft>
                        <a:buClrTx/>
                        <a:buSzTx/>
                        <a:buFontTx/>
                        <a:buAutoNum type="arabicPeriod"/>
                      </a:pPr>
                      <a:r>
                        <a:rPr lang="en-GB" sz="1050" b="0" i="0" u="none" strike="noStrike" cap="none" normalizeH="0" baseline="0" noProof="0">
                          <a:ln>
                            <a:noFill/>
                          </a:ln>
                          <a:effectLst/>
                          <a:latin typeface="Arial"/>
                        </a:rPr>
                        <a:t>Regular testing of firewalls, including WAF evaluation.</a:t>
                      </a:r>
                      <a:endParaRPr lang="en-GB" b="0" i="0" noProof="0">
                        <a:latin typeface="Arial"/>
                      </a:endParaRPr>
                    </a:p>
                  </a:txBody>
                  <a:tcPr marL="68580" marR="68580" marT="34290" marB="34290" anchor="ctr" horzOverflow="overflow">
                    <a:lnL w="12700" cap="flat" cmpd="sng" algn="ctr">
                      <a:solidFill>
                        <a:srgbClr val="375D7D"/>
                      </a:solidFill>
                      <a:prstDash val="solid"/>
                      <a:round/>
                      <a:headEnd type="none" w="med" len="med"/>
                      <a:tailEnd type="none" w="med" len="med"/>
                    </a:lnL>
                    <a:lnR w="12700" cap="flat" cmpd="sng" algn="ctr">
                      <a:solidFill>
                        <a:srgbClr val="375D7D"/>
                      </a:solidFill>
                      <a:prstDash val="solid"/>
                      <a:round/>
                      <a:headEnd type="none" w="med" len="med"/>
                      <a:tailEnd type="none" w="med" len="med"/>
                    </a:lnR>
                    <a:lnT w="12700" cap="flat" cmpd="sng" algn="ctr">
                      <a:solidFill>
                        <a:srgbClr val="375D7D"/>
                      </a:solidFill>
                      <a:prstDash val="solid"/>
                      <a:round/>
                      <a:headEnd type="none" w="med" len="med"/>
                      <a:tailEnd type="none" w="med" len="med"/>
                    </a:lnT>
                    <a:lnB w="12700" cap="flat" cmpd="sng" algn="ctr">
                      <a:solidFill>
                        <a:srgbClr val="375D7D"/>
                      </a:solidFill>
                      <a:prstDash val="solid"/>
                      <a:round/>
                      <a:headEnd type="none" w="med" len="med"/>
                      <a:tailEnd type="none" w="med" len="med"/>
                    </a:lnB>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09"/>
                  </a:ext>
                </a:extLst>
              </a:tr>
              <a:tr h="390821">
                <a:tc>
                  <a:txBody>
                    <a:bodyPr/>
                    <a:lstStyle>
                      <a:lvl1pPr marL="17463" defTabSz="457200">
                        <a:spcBef>
                          <a:spcPct val="20000"/>
                        </a:spcBef>
                        <a:buClr>
                          <a:schemeClr val="tx1"/>
                        </a:buClr>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1pPr>
                      <a:lvl2pPr marL="742950" indent="-285750" defTabSz="457200">
                        <a:spcBef>
                          <a:spcPct val="20000"/>
                        </a:spcBef>
                        <a:buClr>
                          <a:schemeClr val="tx1"/>
                        </a:buClr>
                        <a:buFont typeface="Arial" panose="020B0604020202020204" pitchFamily="34" charset="0"/>
                        <a:defRPr sz="1200">
                          <a:solidFill>
                            <a:schemeClr val="tx1"/>
                          </a:solidFill>
                          <a:latin typeface="Arial" panose="020B0604020202020204" pitchFamily="34" charset="0"/>
                          <a:ea typeface="ＭＳ Ｐゴシック" panose="020B0600070205080204" pitchFamily="34" charset="-128"/>
                        </a:defRPr>
                      </a:lvl2pPr>
                      <a:lvl3pPr marL="1143000" indent="-228600" defTabSz="457200">
                        <a:spcBef>
                          <a:spcPct val="20000"/>
                        </a:spcBef>
                        <a:buClr>
                          <a:schemeClr val="tx1"/>
                        </a:buClr>
                        <a:defRPr sz="1200">
                          <a:solidFill>
                            <a:schemeClr val="tx1"/>
                          </a:solidFill>
                          <a:latin typeface="Arial" panose="020B0604020202020204" pitchFamily="34" charset="0"/>
                          <a:ea typeface="ＭＳ Ｐゴシック" panose="020B0600070205080204" pitchFamily="34" charset="-128"/>
                        </a:defRPr>
                      </a:lvl3pPr>
                      <a:lvl4pPr marL="1600200" indent="-228600" defTabSz="457200">
                        <a:spcBef>
                          <a:spcPct val="20000"/>
                        </a:spcBef>
                        <a:buClr>
                          <a:schemeClr val="bg1"/>
                        </a:buClr>
                        <a:defRPr sz="1400">
                          <a:solidFill>
                            <a:schemeClr val="bg1"/>
                          </a:solidFill>
                          <a:latin typeface="Arial" panose="020B0604020202020204" pitchFamily="34" charset="0"/>
                          <a:ea typeface="ＭＳ Ｐゴシック" panose="020B0600070205080204" pitchFamily="34" charset="-128"/>
                        </a:defRPr>
                      </a:lvl4pPr>
                      <a:lvl5pPr marL="2057400" indent="-228600" defTabSz="457200">
                        <a:spcBef>
                          <a:spcPct val="20000"/>
                        </a:spcBef>
                        <a:buClr>
                          <a:schemeClr val="bg1"/>
                        </a:buClr>
                        <a:defRPr sz="1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9pPr>
                    </a:lstStyle>
                    <a:p>
                      <a:pPr marL="17145" marR="0" lvl="0" indent="0" algn="l" defTabSz="457200" rtl="0" eaLnBrk="1" fontAlgn="base" latinLnBrk="0" hangingPunct="0">
                        <a:lnSpc>
                          <a:spcPct val="100000"/>
                        </a:lnSpc>
                        <a:spcBef>
                          <a:spcPct val="0"/>
                        </a:spcBef>
                        <a:spcAft>
                          <a:spcPct val="0"/>
                        </a:spcAft>
                        <a:buClrTx/>
                        <a:buSzTx/>
                        <a:buFontTx/>
                        <a:buNone/>
                        <a:tabLst/>
                      </a:pPr>
                      <a:r>
                        <a:rPr kumimoji="0" lang="en-GB" altLang="en-US" sz="1050" b="1" u="none" strike="noStrike" cap="none" normalizeH="0" baseline="0">
                          <a:ln>
                            <a:noFill/>
                          </a:ln>
                          <a:effectLst/>
                        </a:rPr>
                        <a:t>Related Decisions</a:t>
                      </a:r>
                      <a:endParaRPr kumimoji="0" lang="en-GB" altLang="en-US" sz="1050" b="1" i="0" u="none" strike="noStrike" cap="none" normalizeH="0" baseline="0">
                        <a:ln>
                          <a:noFill/>
                        </a:ln>
                        <a:solidFill>
                          <a:srgbClr val="FFFFFF"/>
                        </a:solidFill>
                        <a:effectLst/>
                        <a:latin typeface="Arial"/>
                        <a:ea typeface="ＭＳ Ｐゴシック"/>
                        <a:cs typeface="Times New Roman"/>
                      </a:endParaRPr>
                    </a:p>
                  </a:txBody>
                  <a:tcPr marL="68580" marR="68580" marT="34290" marB="34290" anchor="ctr" horzOverflow="overflow">
                    <a:lnL w="12700" cap="flat" cmpd="sng" algn="ctr">
                      <a:solidFill>
                        <a:srgbClr val="375D7D"/>
                      </a:solidFill>
                      <a:prstDash val="solid"/>
                      <a:round/>
                      <a:headEnd type="none" w="med" len="med"/>
                      <a:tailEnd type="none" w="med" len="med"/>
                    </a:lnL>
                    <a:lnR w="12700" cap="flat" cmpd="sng" algn="ctr">
                      <a:solidFill>
                        <a:srgbClr val="375D7D"/>
                      </a:solidFill>
                      <a:prstDash val="solid"/>
                      <a:round/>
                      <a:headEnd type="none" w="med" len="med"/>
                      <a:tailEnd type="none" w="med" len="med"/>
                    </a:lnR>
                    <a:lnT w="12700" cap="flat" cmpd="sng" algn="ctr">
                      <a:solidFill>
                        <a:srgbClr val="375D7D"/>
                      </a:solidFill>
                      <a:prstDash val="solid"/>
                      <a:round/>
                      <a:headEnd type="none" w="med" len="med"/>
                      <a:tailEnd type="none" w="med" len="med"/>
                    </a:lnT>
                    <a:lnB w="12700" cap="flat" cmpd="sng" algn="ctr">
                      <a:solidFill>
                        <a:srgbClr val="375D7D"/>
                      </a:solidFill>
                      <a:prstDash val="solid"/>
                      <a:round/>
                      <a:headEnd type="none" w="med" len="med"/>
                      <a:tailEnd type="none" w="med" len="med"/>
                    </a:lnB>
                  </a:tcPr>
                </a:tc>
                <a:tc gridSpan="3">
                  <a:txBody>
                    <a:bodyPr/>
                    <a:lstStyle>
                      <a:lvl1pPr marL="17463" defTabSz="457200">
                        <a:spcBef>
                          <a:spcPct val="20000"/>
                        </a:spcBef>
                        <a:buClr>
                          <a:schemeClr val="tx1"/>
                        </a:buClr>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1pPr>
                      <a:lvl2pPr marL="742950" indent="-285750" defTabSz="457200">
                        <a:spcBef>
                          <a:spcPct val="20000"/>
                        </a:spcBef>
                        <a:buClr>
                          <a:schemeClr val="tx1"/>
                        </a:buClr>
                        <a:buFont typeface="Arial" panose="020B0604020202020204" pitchFamily="34" charset="0"/>
                        <a:defRPr sz="1200">
                          <a:solidFill>
                            <a:schemeClr val="tx1"/>
                          </a:solidFill>
                          <a:latin typeface="Arial" panose="020B0604020202020204" pitchFamily="34" charset="0"/>
                          <a:ea typeface="ＭＳ Ｐゴシック" panose="020B0600070205080204" pitchFamily="34" charset="-128"/>
                        </a:defRPr>
                      </a:lvl2pPr>
                      <a:lvl3pPr marL="1143000" indent="-228600" defTabSz="457200">
                        <a:spcBef>
                          <a:spcPct val="20000"/>
                        </a:spcBef>
                        <a:buClr>
                          <a:schemeClr val="tx1"/>
                        </a:buClr>
                        <a:defRPr sz="1200">
                          <a:solidFill>
                            <a:schemeClr val="tx1"/>
                          </a:solidFill>
                          <a:latin typeface="Arial" panose="020B0604020202020204" pitchFamily="34" charset="0"/>
                          <a:ea typeface="ＭＳ Ｐゴシック" panose="020B0600070205080204" pitchFamily="34" charset="-128"/>
                        </a:defRPr>
                      </a:lvl3pPr>
                      <a:lvl4pPr marL="1600200" indent="-228600" defTabSz="457200">
                        <a:spcBef>
                          <a:spcPct val="20000"/>
                        </a:spcBef>
                        <a:buClr>
                          <a:schemeClr val="bg1"/>
                        </a:buClr>
                        <a:defRPr sz="1400">
                          <a:solidFill>
                            <a:schemeClr val="bg1"/>
                          </a:solidFill>
                          <a:latin typeface="Arial" panose="020B0604020202020204" pitchFamily="34" charset="0"/>
                          <a:ea typeface="ＭＳ Ｐゴシック" panose="020B0600070205080204" pitchFamily="34" charset="-128"/>
                        </a:defRPr>
                      </a:lvl4pPr>
                      <a:lvl5pPr marL="2057400" indent="-228600" defTabSz="457200">
                        <a:spcBef>
                          <a:spcPct val="20000"/>
                        </a:spcBef>
                        <a:buClr>
                          <a:schemeClr val="bg1"/>
                        </a:buClr>
                        <a:defRPr sz="1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Clr>
                          <a:schemeClr val="bg1"/>
                        </a:buClr>
                        <a:defRPr sz="1400">
                          <a:solidFill>
                            <a:schemeClr val="bg1"/>
                          </a:solidFill>
                          <a:latin typeface="Arial" panose="020B0604020202020204" pitchFamily="34" charset="0"/>
                          <a:ea typeface="ＭＳ Ｐゴシック" panose="020B0600070205080204" pitchFamily="34" charset="-128"/>
                        </a:defRPr>
                      </a:lvl9pPr>
                    </a:lstStyle>
                    <a:p>
                      <a:pPr marL="245745" marR="0" lvl="0" indent="-228600" algn="l">
                        <a:lnSpc>
                          <a:spcPct val="100000"/>
                        </a:lnSpc>
                        <a:spcBef>
                          <a:spcPct val="0"/>
                        </a:spcBef>
                        <a:spcAft>
                          <a:spcPct val="0"/>
                        </a:spcAft>
                        <a:buClrTx/>
                        <a:buSzTx/>
                        <a:buFontTx/>
                        <a:buAutoNum type="arabicPeriod"/>
                      </a:pPr>
                      <a:r>
                        <a:rPr lang="en-GB" sz="1050" b="0" i="0" u="none" strike="noStrike" cap="none" normalizeH="0" baseline="0" noProof="0" dirty="0">
                          <a:ln>
                            <a:noFill/>
                          </a:ln>
                          <a:effectLst/>
                          <a:latin typeface="Arial"/>
                        </a:rPr>
                        <a:t>Log/Event Forwarder to send logs to MSS.</a:t>
                      </a:r>
                      <a:endParaRPr lang="en-GB" altLang="en-US" sz="1050" u="none" strike="noStrike" cap="none" normalizeH="0" baseline="0" dirty="0">
                        <a:ln>
                          <a:noFill/>
                        </a:ln>
                        <a:effectLst/>
                      </a:endParaRPr>
                    </a:p>
                    <a:p>
                      <a:pPr marL="245745" marR="0" lvl="0" indent="-228600" algn="l">
                        <a:lnSpc>
                          <a:spcPct val="100000"/>
                        </a:lnSpc>
                        <a:spcBef>
                          <a:spcPct val="0"/>
                        </a:spcBef>
                        <a:spcAft>
                          <a:spcPct val="0"/>
                        </a:spcAft>
                        <a:buClrTx/>
                        <a:buSzTx/>
                        <a:buFontTx/>
                        <a:buAutoNum type="arabicPeriod"/>
                      </a:pPr>
                      <a:r>
                        <a:rPr lang="en-GB" sz="1050" b="0" i="0" u="none" strike="noStrike" cap="none" normalizeH="0" baseline="0" noProof="0" dirty="0">
                          <a:ln>
                            <a:noFill/>
                          </a:ln>
                          <a:effectLst/>
                          <a:latin typeface="Arial"/>
                        </a:rPr>
                        <a:t>VPC Endpoints for secure private connections.</a:t>
                      </a:r>
                      <a:endParaRPr lang="en-GB" b="0" i="0" noProof="0" dirty="0">
                        <a:latin typeface="Arial"/>
                      </a:endParaRPr>
                    </a:p>
                  </a:txBody>
                  <a:tcPr marL="68580" marR="68580" marT="34290" marB="34290" anchor="ctr" horzOverflow="overflow">
                    <a:lnL w="12700" cap="flat" cmpd="sng" algn="ctr">
                      <a:solidFill>
                        <a:srgbClr val="375D7D"/>
                      </a:solidFill>
                      <a:prstDash val="solid"/>
                      <a:round/>
                      <a:headEnd type="none" w="med" len="med"/>
                      <a:tailEnd type="none" w="med" len="med"/>
                    </a:lnL>
                    <a:lnR w="12700" cap="flat" cmpd="sng" algn="ctr">
                      <a:solidFill>
                        <a:srgbClr val="375D7D"/>
                      </a:solidFill>
                      <a:prstDash val="solid"/>
                      <a:round/>
                      <a:headEnd type="none" w="med" len="med"/>
                      <a:tailEnd type="none" w="med" len="med"/>
                    </a:lnR>
                    <a:lnT w="12700" cap="flat" cmpd="sng" algn="ctr">
                      <a:solidFill>
                        <a:srgbClr val="375D7D"/>
                      </a:solidFill>
                      <a:prstDash val="solid"/>
                      <a:round/>
                      <a:headEnd type="none" w="med" len="med"/>
                      <a:tailEnd type="none" w="med" len="med"/>
                    </a:lnT>
                    <a:lnB w="12700" cap="flat" cmpd="sng" algn="ctr">
                      <a:solidFill>
                        <a:srgbClr val="375D7D"/>
                      </a:solidFill>
                      <a:prstDash val="solid"/>
                      <a:round/>
                      <a:headEnd type="none" w="med" len="med"/>
                      <a:tailEnd type="none" w="med" len="med"/>
                    </a:lnB>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10"/>
                  </a:ext>
                </a:extLst>
              </a:tr>
            </a:tbl>
          </a:graphicData>
        </a:graphic>
      </p:graphicFrame>
      <p:sp>
        <p:nvSpPr>
          <p:cNvPr id="5" name="Title 1">
            <a:extLst>
              <a:ext uri="{FF2B5EF4-FFF2-40B4-BE49-F238E27FC236}">
                <a16:creationId xmlns:a16="http://schemas.microsoft.com/office/drawing/2014/main" id="{26410891-98B3-F3F4-54AA-47CF0B72608F}"/>
              </a:ext>
            </a:extLst>
          </p:cNvPr>
          <p:cNvSpPr txBox="1">
            <a:spLocks/>
          </p:cNvSpPr>
          <p:nvPr/>
        </p:nvSpPr>
        <p:spPr>
          <a:xfrm>
            <a:off x="7559805" y="4892203"/>
            <a:ext cx="1344997" cy="14621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2pPr>
            <a:lvl3pPr marR="0" lvl="2"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3pPr>
            <a:lvl4pPr marR="0" lvl="3"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4pPr>
            <a:lvl5pPr marR="0" lvl="4"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5pPr>
            <a:lvl6pPr marR="0" lvl="5"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6pPr>
            <a:lvl7pPr marR="0" lvl="6"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7pPr>
            <a:lvl8pPr marR="0" lvl="7"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8pPr>
            <a:lvl9pPr marR="0" lvl="8"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9pPr>
          </a:lstStyle>
          <a:p>
            <a:r>
              <a:rPr lang="en-GB" sz="900" err="1"/>
              <a:t>AmirAli</a:t>
            </a:r>
            <a:r>
              <a:rPr lang="en-GB" sz="900"/>
              <a:t> </a:t>
            </a:r>
            <a:r>
              <a:rPr lang="en-GB" sz="900" err="1"/>
              <a:t>Taherdoust</a:t>
            </a:r>
            <a:endParaRPr lang="en-US" err="1"/>
          </a:p>
        </p:txBody>
      </p:sp>
    </p:spTree>
    <p:extLst>
      <p:ext uri="{BB962C8B-B14F-4D97-AF65-F5344CB8AC3E}">
        <p14:creationId xmlns:p14="http://schemas.microsoft.com/office/powerpoint/2010/main" val="6626178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32BD0-0ED8-7B9D-3A6C-1864326BDA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B5032D-81C1-9B41-44A3-EF1DEE3D0EA2}"/>
              </a:ext>
            </a:extLst>
          </p:cNvPr>
          <p:cNvSpPr>
            <a:spLocks noGrp="1"/>
          </p:cNvSpPr>
          <p:nvPr>
            <p:ph type="title"/>
          </p:nvPr>
        </p:nvSpPr>
        <p:spPr/>
        <p:txBody>
          <a:bodyPr/>
          <a:lstStyle/>
          <a:p>
            <a:r>
              <a:rPr lang="en-GB" sz="3600" noProof="0"/>
              <a:t>Threat Detection &amp; Incident Response</a:t>
            </a:r>
          </a:p>
        </p:txBody>
      </p:sp>
      <p:sp>
        <p:nvSpPr>
          <p:cNvPr id="4" name="Title 1">
            <a:extLst>
              <a:ext uri="{FF2B5EF4-FFF2-40B4-BE49-F238E27FC236}">
                <a16:creationId xmlns:a16="http://schemas.microsoft.com/office/drawing/2014/main" id="{63F53244-8431-6CEA-686C-6F87625B4B00}"/>
              </a:ext>
            </a:extLst>
          </p:cNvPr>
          <p:cNvSpPr txBox="1">
            <a:spLocks/>
          </p:cNvSpPr>
          <p:nvPr/>
        </p:nvSpPr>
        <p:spPr>
          <a:xfrm>
            <a:off x="6941389" y="4533948"/>
            <a:ext cx="1528390" cy="15474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2pPr>
            <a:lvl3pPr marR="0" lvl="2"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3pPr>
            <a:lvl4pPr marR="0" lvl="3"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4pPr>
            <a:lvl5pPr marR="0" lvl="4"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5pPr>
            <a:lvl6pPr marR="0" lvl="5"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6pPr>
            <a:lvl7pPr marR="0" lvl="6"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7pPr>
            <a:lvl8pPr marR="0" lvl="7"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8pPr>
            <a:lvl9pPr marR="0" lvl="8"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9pPr>
          </a:lstStyle>
          <a:p>
            <a:r>
              <a:rPr lang="en-GB" sz="900"/>
              <a:t>Winnie Wanjiku </a:t>
            </a:r>
            <a:r>
              <a:rPr lang="en-GB" sz="900" err="1"/>
              <a:t>Githua</a:t>
            </a:r>
            <a:endParaRPr lang="en-US" err="1"/>
          </a:p>
        </p:txBody>
      </p:sp>
    </p:spTree>
    <p:extLst>
      <p:ext uri="{BB962C8B-B14F-4D97-AF65-F5344CB8AC3E}">
        <p14:creationId xmlns:p14="http://schemas.microsoft.com/office/powerpoint/2010/main" val="28214474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BACDB-09DD-72BB-CB42-B7DB8C182BB8}"/>
              </a:ext>
            </a:extLst>
          </p:cNvPr>
          <p:cNvSpPr>
            <a:spLocks noGrp="1"/>
          </p:cNvSpPr>
          <p:nvPr>
            <p:ph type="title"/>
          </p:nvPr>
        </p:nvSpPr>
        <p:spPr>
          <a:xfrm>
            <a:off x="713250" y="140225"/>
            <a:ext cx="4635900" cy="572700"/>
          </a:xfrm>
        </p:spPr>
        <p:txBody>
          <a:bodyPr/>
          <a:lstStyle/>
          <a:p>
            <a:r>
              <a:rPr lang="en-US"/>
              <a:t>RAID Log</a:t>
            </a:r>
            <a:endParaRPr lang="en-BM"/>
          </a:p>
        </p:txBody>
      </p:sp>
      <p:graphicFrame>
        <p:nvGraphicFramePr>
          <p:cNvPr id="4" name="Group 78">
            <a:extLst>
              <a:ext uri="{FF2B5EF4-FFF2-40B4-BE49-F238E27FC236}">
                <a16:creationId xmlns:a16="http://schemas.microsoft.com/office/drawing/2014/main" id="{E5FD2E21-DCEE-01C1-E5B9-0741E555802C}"/>
              </a:ext>
            </a:extLst>
          </p:cNvPr>
          <p:cNvGraphicFramePr>
            <a:graphicFrameLocks/>
          </p:cNvGraphicFramePr>
          <p:nvPr>
            <p:extLst>
              <p:ext uri="{D42A27DB-BD31-4B8C-83A1-F6EECF244321}">
                <p14:modId xmlns:p14="http://schemas.microsoft.com/office/powerpoint/2010/main" val="1736949978"/>
              </p:ext>
            </p:extLst>
          </p:nvPr>
        </p:nvGraphicFramePr>
        <p:xfrm>
          <a:off x="713250" y="837386"/>
          <a:ext cx="8176751" cy="4030794"/>
        </p:xfrm>
        <a:graphic>
          <a:graphicData uri="http://schemas.openxmlformats.org/drawingml/2006/table">
            <a:tbl>
              <a:tblPr/>
              <a:tblGrid>
                <a:gridCol w="3275343">
                  <a:extLst>
                    <a:ext uri="{9D8B030D-6E8A-4147-A177-3AD203B41FA5}">
                      <a16:colId xmlns:a16="http://schemas.microsoft.com/office/drawing/2014/main" val="20002"/>
                    </a:ext>
                  </a:extLst>
                </a:gridCol>
                <a:gridCol w="3526734">
                  <a:extLst>
                    <a:ext uri="{9D8B030D-6E8A-4147-A177-3AD203B41FA5}">
                      <a16:colId xmlns:a16="http://schemas.microsoft.com/office/drawing/2014/main" val="20006"/>
                    </a:ext>
                  </a:extLst>
                </a:gridCol>
                <a:gridCol w="1374674">
                  <a:extLst>
                    <a:ext uri="{9D8B030D-6E8A-4147-A177-3AD203B41FA5}">
                      <a16:colId xmlns:a16="http://schemas.microsoft.com/office/drawing/2014/main" val="1293521922"/>
                    </a:ext>
                  </a:extLst>
                </a:gridCol>
              </a:tblGrid>
              <a:tr h="237302">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900" b="1" i="0" u="none" strike="noStrike" cap="none" normalizeH="0" baseline="0">
                          <a:ln>
                            <a:noFill/>
                          </a:ln>
                          <a:solidFill>
                            <a:srgbClr val="000000"/>
                          </a:solidFill>
                          <a:effectLst/>
                          <a:latin typeface="+mn-lt"/>
                          <a:ea typeface="ＭＳ Ｐゴシック"/>
                        </a:rPr>
                        <a:t>Statement</a:t>
                      </a:r>
                    </a:p>
                  </a:txBody>
                  <a:tcPr marL="54000" marR="54000" marT="54000" marB="54000" horzOverflow="overflow">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900" b="1" i="0" u="none" strike="noStrike" cap="none" normalizeH="0" baseline="0">
                          <a:ln>
                            <a:noFill/>
                          </a:ln>
                          <a:solidFill>
                            <a:srgbClr val="000000"/>
                          </a:solidFill>
                          <a:effectLst/>
                          <a:latin typeface="+mn-lt"/>
                          <a:ea typeface="ＭＳ Ｐゴシック"/>
                        </a:rPr>
                        <a:t>Action(s)</a:t>
                      </a:r>
                    </a:p>
                  </a:txBody>
                  <a:tcPr marL="54000" marR="54000" marT="54000" marB="54000" horzOverflow="overflow">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900" b="1" i="0" u="none" strike="noStrike" cap="none" normalizeH="0" baseline="0">
                          <a:ln>
                            <a:noFill/>
                          </a:ln>
                          <a:solidFill>
                            <a:srgbClr val="000000"/>
                          </a:solidFill>
                          <a:effectLst/>
                          <a:latin typeface="+mn-lt"/>
                          <a:ea typeface="ＭＳ Ｐゴシック"/>
                        </a:rPr>
                        <a:t>Owner &amp; Date</a:t>
                      </a:r>
                    </a:p>
                  </a:txBody>
                  <a:tcPr marL="54000" marR="54000" marT="54000" marB="54000" horzOverflow="overflow">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768357">
                <a:tc>
                  <a:txBody>
                    <a:bodyPr/>
                    <a:lstStyle/>
                    <a:p>
                      <a:pPr marL="0" marR="0" lvl="0" indent="0" algn="l">
                        <a:lnSpc>
                          <a:spcPct val="100000"/>
                        </a:lnSpc>
                        <a:spcBef>
                          <a:spcPct val="0"/>
                        </a:spcBef>
                        <a:spcAft>
                          <a:spcPct val="0"/>
                        </a:spcAft>
                        <a:buNone/>
                      </a:pPr>
                      <a:r>
                        <a:rPr lang="en-GB" sz="900" b="1" i="0" u="none" strike="noStrike" cap="none" normalizeH="0" baseline="0" noProof="0">
                          <a:ln>
                            <a:noFill/>
                          </a:ln>
                          <a:solidFill>
                            <a:srgbClr val="000000"/>
                          </a:solidFill>
                          <a:effectLst/>
                          <a:latin typeface="IBM Plex Sans"/>
                        </a:rPr>
                        <a:t>R. </a:t>
                      </a:r>
                      <a:r>
                        <a:rPr lang="en-GB" sz="900" b="0" i="0" u="none" strike="noStrike" cap="none" normalizeH="0" baseline="0" noProof="0">
                          <a:ln>
                            <a:noFill/>
                          </a:ln>
                          <a:solidFill>
                            <a:srgbClr val="000000"/>
                          </a:solidFill>
                          <a:effectLst/>
                          <a:latin typeface="IBM Plex Sans"/>
                        </a:rPr>
                        <a:t>There is a risk that the project has insufficient resources (load balancing, sufficient budget, employees) allocated to it, caused as a result of an increase to initial scope which may result in failure to the deliver the project or an increase to the project deadline/cost.</a:t>
                      </a:r>
                      <a:endParaRPr kumimoji="0" lang="en-GB" sz="900" b="0" i="0" u="none" strike="noStrike" cap="none" normalizeH="0" baseline="0" noProof="0">
                        <a:ln>
                          <a:noFill/>
                        </a:ln>
                        <a:solidFill>
                          <a:srgbClr val="000000"/>
                        </a:solidFill>
                        <a:effectLst/>
                        <a:latin typeface="IBM Plex Sans"/>
                      </a:endParaRPr>
                    </a:p>
                  </a:txBody>
                  <a:tcPr marL="54000" marR="54000" marT="54000" marB="54000" horzOverflow="overflow">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lnTlToBr>
                      <a:noFill/>
                    </a:lnTlToBr>
                    <a:lnBlToTr>
                      <a:noFill/>
                    </a:lnBlToTr>
                    <a:solidFill>
                      <a:schemeClr val="bg1"/>
                    </a:solidFill>
                  </a:tcPr>
                </a:tc>
                <a:tc>
                  <a:txBody>
                    <a:bodyPr/>
                    <a:lstStyle/>
                    <a:p>
                      <a:pPr marL="0" marR="0" lvl="0" indent="0" algn="l" rtl="0" eaLnBrk="1" fontAlgn="ctr" latinLnBrk="0" hangingPunct="1">
                        <a:lnSpc>
                          <a:spcPct val="100000"/>
                        </a:lnSpc>
                        <a:spcBef>
                          <a:spcPct val="0"/>
                        </a:spcBef>
                        <a:spcAft>
                          <a:spcPct val="0"/>
                        </a:spcAft>
                        <a:buClrTx/>
                        <a:buSzTx/>
                        <a:buFontTx/>
                        <a:buNone/>
                      </a:pPr>
                      <a:r>
                        <a:rPr lang="en-GB" sz="900" b="0" i="0" u="none" strike="noStrike" cap="none" normalizeH="0" baseline="0">
                          <a:ln>
                            <a:noFill/>
                          </a:ln>
                          <a:solidFill>
                            <a:srgbClr val="000000"/>
                          </a:solidFill>
                          <a:effectLst/>
                          <a:latin typeface="+mn-lt"/>
                          <a:ea typeface="ＭＳ Ｐゴシック"/>
                        </a:rPr>
                        <a:t>Confirm the amount of project resources allocated considers a potential increase in scope.</a:t>
                      </a:r>
                      <a:endParaRPr kumimoji="0" lang="en-GB" sz="900" b="0" i="0" u="none" strike="noStrike" cap="none" normalizeH="0" baseline="0">
                        <a:ln>
                          <a:noFill/>
                        </a:ln>
                        <a:solidFill>
                          <a:srgbClr val="000000"/>
                        </a:solidFill>
                        <a:effectLst/>
                        <a:latin typeface="+mn-lt"/>
                        <a:ea typeface="ＭＳ Ｐゴシック"/>
                      </a:endParaRPr>
                    </a:p>
                  </a:txBody>
                  <a:tcPr marL="54000" marR="54000" marT="54000" marB="54000" horzOverflow="overflow">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lnTlToBr>
                      <a:noFill/>
                    </a:lnTlToBr>
                    <a:lnBlToTr>
                      <a:noFill/>
                    </a:lnBlToTr>
                    <a:solidFill>
                      <a:schemeClr val="bg1"/>
                    </a:solidFill>
                  </a:tcPr>
                </a:tc>
                <a:tc>
                  <a:txBody>
                    <a:bodyPr/>
                    <a:lstStyle/>
                    <a:p>
                      <a:pPr marL="0" marR="0" lvl="0" indent="0" algn="l" rtl="0" eaLnBrk="1" fontAlgn="ctr" latinLnBrk="0" hangingPunct="1">
                        <a:lnSpc>
                          <a:spcPct val="100000"/>
                        </a:lnSpc>
                        <a:spcBef>
                          <a:spcPct val="0"/>
                        </a:spcBef>
                        <a:spcAft>
                          <a:spcPct val="0"/>
                        </a:spcAft>
                        <a:buClrTx/>
                        <a:buSzTx/>
                        <a:buFontTx/>
                        <a:buNone/>
                      </a:pPr>
                      <a:r>
                        <a:rPr lang="en-GB" sz="900" b="0" i="0" u="none" strike="noStrike" cap="none" normalizeH="0" baseline="0">
                          <a:ln>
                            <a:noFill/>
                          </a:ln>
                          <a:solidFill>
                            <a:srgbClr val="000000"/>
                          </a:solidFill>
                          <a:effectLst/>
                          <a:latin typeface="+mn-lt"/>
                          <a:ea typeface="ＭＳ Ｐゴシック"/>
                        </a:rPr>
                        <a:t>Project Resourcing + Before Project Start Date</a:t>
                      </a:r>
                      <a:endParaRPr kumimoji="0" lang="en-GB" sz="900" b="0" i="0" u="none" strike="noStrike" cap="none" normalizeH="0" baseline="0">
                        <a:ln>
                          <a:noFill/>
                        </a:ln>
                        <a:solidFill>
                          <a:srgbClr val="000000"/>
                        </a:solidFill>
                        <a:effectLst/>
                        <a:latin typeface="+mn-lt"/>
                        <a:ea typeface="ＭＳ Ｐゴシック" pitchFamily="34" charset="-128"/>
                      </a:endParaRPr>
                    </a:p>
                  </a:txBody>
                  <a:tcPr marL="54000" marR="54000" marT="54000" marB="54000" horzOverflow="overflow">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1129914">
                <a:tc>
                  <a:txBody>
                    <a:bodyPr/>
                    <a:lstStyle/>
                    <a:p>
                      <a:pPr marL="0" marR="0" lvl="0" indent="0" algn="l">
                        <a:lnSpc>
                          <a:spcPct val="100000"/>
                        </a:lnSpc>
                        <a:spcBef>
                          <a:spcPct val="0"/>
                        </a:spcBef>
                        <a:spcAft>
                          <a:spcPct val="0"/>
                        </a:spcAft>
                        <a:buNone/>
                      </a:pPr>
                      <a:r>
                        <a:rPr lang="en-GB" sz="900" b="1" i="0" u="none" strike="noStrike" cap="none" normalizeH="0" baseline="0" noProof="0">
                          <a:ln>
                            <a:noFill/>
                          </a:ln>
                          <a:solidFill>
                            <a:srgbClr val="000000"/>
                          </a:solidFill>
                          <a:effectLst/>
                          <a:latin typeface="IBM Plex Sans"/>
                        </a:rPr>
                        <a:t>A. </a:t>
                      </a:r>
                      <a:r>
                        <a:rPr kumimoji="0" lang="en-GB" sz="900" b="0" i="0" u="none" strike="noStrike" cap="none" normalizeH="0" baseline="0">
                          <a:ln>
                            <a:noFill/>
                          </a:ln>
                          <a:solidFill>
                            <a:srgbClr val="000000"/>
                          </a:solidFill>
                          <a:effectLst/>
                          <a:latin typeface="+mn-lt"/>
                          <a:ea typeface="ＭＳ Ｐゴシック"/>
                        </a:rPr>
                        <a:t>There is an assumption that</a:t>
                      </a:r>
                      <a:r>
                        <a:rPr lang="en-GB" sz="900" b="0" i="0" u="none" strike="noStrike" cap="none" normalizeH="0" baseline="0">
                          <a:ln>
                            <a:noFill/>
                          </a:ln>
                          <a:solidFill>
                            <a:srgbClr val="000000"/>
                          </a:solidFill>
                          <a:effectLst/>
                          <a:latin typeface="+mn-lt"/>
                          <a:ea typeface="ＭＳ Ｐゴシック"/>
                        </a:rPr>
                        <a:t> the chatbot product will come out of the box in a preconfigured state that will allow changes to be made to it.</a:t>
                      </a:r>
                      <a:r>
                        <a:rPr kumimoji="0" lang="en-GB" sz="900" b="0" i="0" u="none" strike="noStrike" cap="none" normalizeH="0" baseline="0">
                          <a:ln>
                            <a:noFill/>
                          </a:ln>
                          <a:solidFill>
                            <a:srgbClr val="000000"/>
                          </a:solidFill>
                          <a:effectLst/>
                          <a:latin typeface="+mn-lt"/>
                          <a:ea typeface="ＭＳ Ｐゴシック"/>
                        </a:rPr>
                        <a:t> If assumption is not validated or turns out to be invalid there is a risk that</a:t>
                      </a:r>
                      <a:r>
                        <a:rPr lang="en-GB" sz="900" b="0" i="0" u="none" strike="noStrike" cap="none" normalizeH="0" baseline="0">
                          <a:ln>
                            <a:noFill/>
                          </a:ln>
                          <a:solidFill>
                            <a:srgbClr val="000000"/>
                          </a:solidFill>
                          <a:effectLst/>
                          <a:latin typeface="+mn-lt"/>
                          <a:ea typeface="ＭＳ Ｐゴシック"/>
                        </a:rPr>
                        <a:t> t</a:t>
                      </a:r>
                      <a:r>
                        <a:rPr lang="en-GB" sz="900" b="0" i="0" u="none" strike="noStrike" cap="none" normalizeH="0" baseline="0" noProof="0">
                          <a:ln>
                            <a:noFill/>
                          </a:ln>
                          <a:solidFill>
                            <a:srgbClr val="000000"/>
                          </a:solidFill>
                          <a:effectLst/>
                          <a:latin typeface="IBM Plex Sans"/>
                        </a:rPr>
                        <a:t>here could be a difficulty integrating the chatbot SaaS within the CRM system which may result in needing to switch providers to a more amenable one, potentially resulting in a delay of the project deliverable.</a:t>
                      </a:r>
                    </a:p>
                  </a:txBody>
                  <a:tcPr marL="54000" marR="54000" marT="54000" marB="54000" anchor="ctr" horzOverflow="overflow">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lnTlToBr>
                      <a:noFill/>
                    </a:lnTlToBr>
                    <a:lnBlToTr>
                      <a:noFill/>
                    </a:lnBlToTr>
                    <a:solidFill>
                      <a:schemeClr val="bg1"/>
                    </a:solidFill>
                  </a:tcPr>
                </a:tc>
                <a:tc>
                  <a:txBody>
                    <a:bodyPr/>
                    <a:lstStyle/>
                    <a:p>
                      <a:pPr marL="0" marR="0" lvl="0" indent="0" algn="l" rtl="0" eaLnBrk="1" fontAlgn="ctr" latinLnBrk="0" hangingPunct="1">
                        <a:lnSpc>
                          <a:spcPct val="100000"/>
                        </a:lnSpc>
                        <a:spcBef>
                          <a:spcPct val="0"/>
                        </a:spcBef>
                        <a:spcAft>
                          <a:spcPct val="0"/>
                        </a:spcAft>
                        <a:buClrTx/>
                        <a:buSzTx/>
                        <a:buFontTx/>
                        <a:buNone/>
                      </a:pPr>
                      <a:r>
                        <a:rPr lang="en-GB" sz="900" b="0" i="0" u="none" strike="noStrike" cap="none" normalizeH="0" baseline="0">
                          <a:ln>
                            <a:noFill/>
                          </a:ln>
                          <a:solidFill>
                            <a:srgbClr val="000000"/>
                          </a:solidFill>
                          <a:effectLst/>
                          <a:latin typeface="+mn-lt"/>
                          <a:ea typeface="ＭＳ Ｐゴシック"/>
                        </a:rPr>
                        <a:t>Verify with the chatbot providers that their products are in fact configurable in the required way.</a:t>
                      </a:r>
                      <a:endParaRPr kumimoji="0" lang="en-GB" sz="900" b="0" i="0" u="none" strike="noStrike" cap="none" normalizeH="0" baseline="0">
                        <a:ln>
                          <a:noFill/>
                        </a:ln>
                        <a:solidFill>
                          <a:srgbClr val="000000"/>
                        </a:solidFill>
                        <a:effectLst/>
                        <a:latin typeface="+mn-lt"/>
                        <a:ea typeface="ＭＳ Ｐゴシック" pitchFamily="34" charset="-128"/>
                      </a:endParaRPr>
                    </a:p>
                  </a:txBody>
                  <a:tcPr marL="54000" marR="54000" marT="54000" marB="54000" horzOverflow="overflow">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lnTlToBr>
                      <a:noFill/>
                    </a:lnTlToBr>
                    <a:lnBlToTr>
                      <a:noFill/>
                    </a:lnBlToTr>
                    <a:solidFill>
                      <a:schemeClr val="bg1"/>
                    </a:solidFill>
                  </a:tcPr>
                </a:tc>
                <a:tc>
                  <a:txBody>
                    <a:bodyPr/>
                    <a:lstStyle/>
                    <a:p>
                      <a:pPr marL="0" marR="0" lvl="0" indent="0" algn="l" rtl="0" eaLnBrk="1" fontAlgn="ctr" latinLnBrk="0" hangingPunct="1">
                        <a:lnSpc>
                          <a:spcPct val="100000"/>
                        </a:lnSpc>
                        <a:spcBef>
                          <a:spcPct val="0"/>
                        </a:spcBef>
                        <a:spcAft>
                          <a:spcPct val="0"/>
                        </a:spcAft>
                        <a:buClrTx/>
                        <a:buSzTx/>
                        <a:buFontTx/>
                        <a:buNone/>
                      </a:pPr>
                      <a:r>
                        <a:rPr lang="en-GB" sz="900" b="0" i="0" u="none" strike="noStrike" cap="none" normalizeH="0" baseline="0">
                          <a:ln>
                            <a:noFill/>
                          </a:ln>
                          <a:solidFill>
                            <a:srgbClr val="000000"/>
                          </a:solidFill>
                          <a:effectLst/>
                          <a:latin typeface="+mn-lt"/>
                          <a:ea typeface="ＭＳ Ｐゴシック"/>
                        </a:rPr>
                        <a:t>Service Integrator </a:t>
                      </a:r>
                      <a:r>
                        <a:rPr kumimoji="0" lang="en-GB" sz="900" b="0" i="0" u="none" strike="noStrike" cap="none" normalizeH="0" baseline="0">
                          <a:ln>
                            <a:noFill/>
                          </a:ln>
                          <a:solidFill>
                            <a:srgbClr val="000000"/>
                          </a:solidFill>
                          <a:effectLst/>
                          <a:latin typeface="+mn-lt"/>
                          <a:ea typeface="ＭＳ Ｐゴシック"/>
                        </a:rPr>
                        <a:t>+ </a:t>
                      </a:r>
                      <a:r>
                        <a:rPr lang="en-GB" sz="900" b="0" i="0" u="none" strike="noStrike" cap="none" normalizeH="0" baseline="0">
                          <a:ln>
                            <a:noFill/>
                          </a:ln>
                          <a:solidFill>
                            <a:srgbClr val="000000"/>
                          </a:solidFill>
                          <a:effectLst/>
                          <a:latin typeface="+mn-lt"/>
                          <a:ea typeface="ＭＳ Ｐゴシック"/>
                        </a:rPr>
                        <a:t>One month from start of project</a:t>
                      </a:r>
                      <a:endParaRPr kumimoji="0" lang="en-GB" sz="900" b="0" i="0" u="none" strike="noStrike" cap="none" normalizeH="0" baseline="0">
                        <a:ln>
                          <a:noFill/>
                        </a:ln>
                        <a:solidFill>
                          <a:srgbClr val="000000"/>
                        </a:solidFill>
                        <a:effectLst/>
                        <a:latin typeface="+mn-lt"/>
                        <a:ea typeface="ＭＳ Ｐゴシック"/>
                      </a:endParaRPr>
                    </a:p>
                  </a:txBody>
                  <a:tcPr marL="54000" marR="54000" marT="54000" marB="54000" horzOverflow="overflow">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901120">
                <a:tc>
                  <a:txBody>
                    <a:bodyPr/>
                    <a:lstStyle/>
                    <a:p>
                      <a:pPr marL="0" marR="0" lvl="0" indent="0" algn="l" rtl="0">
                        <a:lnSpc>
                          <a:spcPct val="100000"/>
                        </a:lnSpc>
                        <a:spcBef>
                          <a:spcPct val="0"/>
                        </a:spcBef>
                        <a:spcAft>
                          <a:spcPct val="0"/>
                        </a:spcAft>
                        <a:buClrTx/>
                        <a:buSzTx/>
                        <a:buFontTx/>
                        <a:buNone/>
                      </a:pPr>
                      <a:r>
                        <a:rPr lang="en-GB" sz="900" b="1" i="0" u="none" strike="noStrike" cap="none" normalizeH="0" baseline="0">
                          <a:ln>
                            <a:noFill/>
                          </a:ln>
                          <a:solidFill>
                            <a:srgbClr val="000000"/>
                          </a:solidFill>
                          <a:effectLst/>
                          <a:latin typeface="+mn-lt"/>
                          <a:ea typeface="ＭＳ Ｐゴシック"/>
                        </a:rPr>
                        <a:t>I. </a:t>
                      </a:r>
                      <a:r>
                        <a:rPr lang="en-GB" sz="900" b="0" i="0" u="none" strike="noStrike" cap="none" normalizeH="0" baseline="0">
                          <a:ln>
                            <a:noFill/>
                          </a:ln>
                          <a:solidFill>
                            <a:srgbClr val="000000"/>
                          </a:solidFill>
                          <a:effectLst/>
                          <a:latin typeface="+mn-lt"/>
                          <a:ea typeface="ＭＳ Ｐゴシック"/>
                        </a:rPr>
                        <a:t>There</a:t>
                      </a:r>
                      <a:r>
                        <a:rPr kumimoji="0" lang="en-GB" sz="900" b="0" i="0" u="none" strike="noStrike" cap="none" normalizeH="0" baseline="0">
                          <a:ln>
                            <a:noFill/>
                          </a:ln>
                          <a:solidFill>
                            <a:srgbClr val="000000"/>
                          </a:solidFill>
                          <a:effectLst/>
                          <a:latin typeface="+mn-lt"/>
                          <a:ea typeface="ＭＳ Ｐゴシック"/>
                        </a:rPr>
                        <a:t> is an issue that </a:t>
                      </a:r>
                      <a:r>
                        <a:rPr lang="en-GB" sz="900" b="0" i="0" u="none" strike="noStrike" cap="none" normalizeH="0" baseline="0">
                          <a:ln>
                            <a:noFill/>
                          </a:ln>
                          <a:solidFill>
                            <a:srgbClr val="000000"/>
                          </a:solidFill>
                          <a:effectLst/>
                          <a:latin typeface="+mn-lt"/>
                          <a:ea typeface="ＭＳ Ｐゴシック"/>
                        </a:rPr>
                        <a:t>a lead developer on the project has taken an unplanned leave </a:t>
                      </a:r>
                      <a:r>
                        <a:rPr kumimoji="0" lang="en-GB" sz="900" b="0" i="0" u="none" strike="noStrike" cap="none" normalizeH="0" baseline="0">
                          <a:ln>
                            <a:noFill/>
                          </a:ln>
                          <a:solidFill>
                            <a:srgbClr val="000000"/>
                          </a:solidFill>
                          <a:effectLst/>
                          <a:latin typeface="+mn-lt"/>
                          <a:ea typeface="ＭＳ Ｐゴシック"/>
                        </a:rPr>
                        <a:t>which has resulted in </a:t>
                      </a:r>
                      <a:r>
                        <a:rPr lang="en-GB" sz="900" b="0" i="0" u="none" strike="noStrike" cap="none" normalizeH="0" baseline="0">
                          <a:ln>
                            <a:noFill/>
                          </a:ln>
                          <a:solidFill>
                            <a:srgbClr val="000000"/>
                          </a:solidFill>
                          <a:effectLst/>
                          <a:latin typeface="+mn-lt"/>
                          <a:ea typeface="ＭＳ Ｐゴシック"/>
                        </a:rPr>
                        <a:t>a reduction of development speed.</a:t>
                      </a:r>
                      <a:r>
                        <a:rPr kumimoji="0" lang="en-GB" sz="900" b="0" i="0" u="none" strike="noStrike" cap="none" normalizeH="0" baseline="0">
                          <a:ln>
                            <a:noFill/>
                          </a:ln>
                          <a:solidFill>
                            <a:srgbClr val="000000"/>
                          </a:solidFill>
                          <a:effectLst/>
                          <a:latin typeface="+mn-lt"/>
                          <a:ea typeface="ＭＳ Ｐゴシック"/>
                        </a:rPr>
                        <a:t> This has been caused because </a:t>
                      </a:r>
                      <a:r>
                        <a:rPr lang="en-GB" sz="900" b="0" i="0" u="none" strike="noStrike" cap="none" normalizeH="0" baseline="0">
                          <a:ln>
                            <a:noFill/>
                          </a:ln>
                          <a:solidFill>
                            <a:srgbClr val="000000"/>
                          </a:solidFill>
                          <a:effectLst/>
                          <a:latin typeface="+mn-lt"/>
                          <a:ea typeface="ＭＳ Ｐゴシック"/>
                        </a:rPr>
                        <a:t>the organisation of the development team in no longer being managed so misalignments are occurring more frequently, linking to </a:t>
                      </a:r>
                      <a:r>
                        <a:rPr lang="en-GB" sz="900" b="1" i="0" u="none" strike="noStrike" cap="none" normalizeH="0" baseline="0">
                          <a:ln>
                            <a:noFill/>
                          </a:ln>
                          <a:solidFill>
                            <a:srgbClr val="000000"/>
                          </a:solidFill>
                          <a:effectLst/>
                          <a:latin typeface="+mn-lt"/>
                          <a:ea typeface="ＭＳ Ｐゴシック"/>
                        </a:rPr>
                        <a:t>R2 </a:t>
                      </a:r>
                      <a:r>
                        <a:rPr lang="en-GB" sz="900" b="0" i="0" u="none" strike="noStrike" cap="none" normalizeH="0" baseline="0">
                          <a:ln>
                            <a:noFill/>
                          </a:ln>
                          <a:solidFill>
                            <a:srgbClr val="000000"/>
                          </a:solidFill>
                          <a:effectLst/>
                          <a:latin typeface="+mn-lt"/>
                          <a:ea typeface="ＭＳ Ｐゴシック"/>
                        </a:rPr>
                        <a:t>in the risk table (appendix).</a:t>
                      </a:r>
                      <a:endParaRPr kumimoji="0" lang="en-GB" sz="900" b="0" i="0" u="none" strike="noStrike" cap="none" normalizeH="0" baseline="0">
                        <a:ln>
                          <a:noFill/>
                        </a:ln>
                        <a:solidFill>
                          <a:srgbClr val="000000"/>
                        </a:solidFill>
                        <a:effectLst/>
                        <a:latin typeface="+mn-lt"/>
                        <a:ea typeface="ＭＳ Ｐゴシック"/>
                      </a:endParaRPr>
                    </a:p>
                  </a:txBody>
                  <a:tcPr marL="54000" marR="54000" marT="54000" marB="54000" anchor="b" horzOverflow="overflow">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lnTlToBr>
                      <a:noFill/>
                    </a:lnTlToBr>
                    <a:lnBlToTr>
                      <a:noFill/>
                    </a:lnBlToTr>
                    <a:solidFill>
                      <a:schemeClr val="bg1"/>
                    </a:solidFill>
                  </a:tcPr>
                </a:tc>
                <a:tc>
                  <a:txBody>
                    <a:bodyPr/>
                    <a:lstStyle/>
                    <a:p>
                      <a:pPr marL="0" marR="0" lvl="0" indent="0" algn="l" rtl="0" eaLnBrk="1" fontAlgn="ctr" latinLnBrk="0" hangingPunct="1">
                        <a:lnSpc>
                          <a:spcPct val="100000"/>
                        </a:lnSpc>
                        <a:spcBef>
                          <a:spcPct val="0"/>
                        </a:spcBef>
                        <a:spcAft>
                          <a:spcPct val="0"/>
                        </a:spcAft>
                        <a:buClrTx/>
                        <a:buSzTx/>
                        <a:buFontTx/>
                        <a:buNone/>
                      </a:pPr>
                      <a:r>
                        <a:rPr lang="en-GB" sz="900" b="0" i="0" u="none" strike="noStrike" cap="none" normalizeH="0" baseline="0" dirty="0">
                          <a:ln>
                            <a:noFill/>
                          </a:ln>
                          <a:solidFill>
                            <a:srgbClr val="000000"/>
                          </a:solidFill>
                          <a:effectLst/>
                          <a:latin typeface="+mn-lt"/>
                          <a:ea typeface="ＭＳ Ｐゴシック"/>
                        </a:rPr>
                        <a:t>Confirm and assist with the wellbeing of the employee in question to ensure a swift return to work.</a:t>
                      </a:r>
                    </a:p>
                    <a:p>
                      <a:pPr marL="0" marR="0" lvl="0" indent="0" algn="l">
                        <a:lnSpc>
                          <a:spcPct val="100000"/>
                        </a:lnSpc>
                        <a:spcBef>
                          <a:spcPct val="0"/>
                        </a:spcBef>
                        <a:spcAft>
                          <a:spcPct val="0"/>
                        </a:spcAft>
                        <a:buClrTx/>
                        <a:buSzTx/>
                        <a:buFontTx/>
                        <a:buNone/>
                      </a:pPr>
                      <a:endParaRPr lang="en-GB" sz="900" b="0" i="0" u="none" strike="noStrike" cap="none" normalizeH="0" baseline="0" dirty="0">
                        <a:ln>
                          <a:noFill/>
                        </a:ln>
                        <a:solidFill>
                          <a:srgbClr val="000000"/>
                        </a:solidFill>
                        <a:effectLst/>
                        <a:latin typeface="+mn-lt"/>
                        <a:ea typeface="ＭＳ Ｐゴシック"/>
                      </a:endParaRPr>
                    </a:p>
                    <a:p>
                      <a:pPr marL="0" marR="0" lvl="0" indent="0" algn="l">
                        <a:lnSpc>
                          <a:spcPct val="100000"/>
                        </a:lnSpc>
                        <a:spcBef>
                          <a:spcPct val="0"/>
                        </a:spcBef>
                        <a:spcAft>
                          <a:spcPct val="0"/>
                        </a:spcAft>
                        <a:buClrTx/>
                        <a:buSzTx/>
                        <a:buFontTx/>
                        <a:buNone/>
                      </a:pPr>
                      <a:r>
                        <a:rPr lang="en-GB" sz="900" b="0" i="0" u="none" strike="noStrike" cap="none" normalizeH="0" baseline="0" dirty="0">
                          <a:ln>
                            <a:noFill/>
                          </a:ln>
                          <a:solidFill>
                            <a:srgbClr val="000000"/>
                          </a:solidFill>
                          <a:effectLst/>
                          <a:latin typeface="+mn-lt"/>
                          <a:ea typeface="ＭＳ Ｐゴシック"/>
                        </a:rPr>
                        <a:t>Review redundancy plans to ensure a lack of key personnel is reduced for future projects.</a:t>
                      </a:r>
                    </a:p>
                  </a:txBody>
                  <a:tcPr marL="54000" marR="54000" marT="54000" marB="54000" horzOverflow="overflow">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lnTlToBr>
                      <a:noFill/>
                    </a:lnTlToBr>
                    <a:lnBlToTr>
                      <a:noFill/>
                    </a:lnBlToTr>
                    <a:solidFill>
                      <a:schemeClr val="bg1"/>
                    </a:solidFill>
                  </a:tcPr>
                </a:tc>
                <a:tc>
                  <a:txBody>
                    <a:bodyPr/>
                    <a:lstStyle/>
                    <a:p>
                      <a:pPr marL="0" marR="0" lvl="0" indent="0" algn="l" rtl="0" eaLnBrk="1" fontAlgn="ctr" latinLnBrk="0" hangingPunct="1">
                        <a:lnSpc>
                          <a:spcPct val="100000"/>
                        </a:lnSpc>
                        <a:spcBef>
                          <a:spcPct val="0"/>
                        </a:spcBef>
                        <a:spcAft>
                          <a:spcPct val="0"/>
                        </a:spcAft>
                        <a:buClrTx/>
                        <a:buSzTx/>
                        <a:buFontTx/>
                        <a:buNone/>
                      </a:pPr>
                      <a:r>
                        <a:rPr lang="en-GB" sz="900" b="0" i="0" u="none" strike="noStrike" cap="none" normalizeH="0" baseline="0">
                          <a:ln>
                            <a:noFill/>
                          </a:ln>
                          <a:solidFill>
                            <a:srgbClr val="000000"/>
                          </a:solidFill>
                          <a:effectLst/>
                          <a:latin typeface="+mn-lt"/>
                          <a:ea typeface="ＭＳ Ｐゴシック"/>
                        </a:rPr>
                        <a:t>Project Manager/Human Resources + Until Employee can Return</a:t>
                      </a:r>
                      <a:endParaRPr kumimoji="0" lang="en-GB" sz="900" b="0" i="0" u="none" strike="noStrike" cap="none" normalizeH="0" baseline="0">
                        <a:ln>
                          <a:noFill/>
                        </a:ln>
                        <a:solidFill>
                          <a:srgbClr val="000000"/>
                        </a:solidFill>
                        <a:effectLst/>
                        <a:latin typeface="+mn-lt"/>
                        <a:ea typeface="ＭＳ Ｐゴシック" pitchFamily="34" charset="-128"/>
                      </a:endParaRPr>
                    </a:p>
                  </a:txBody>
                  <a:tcPr marL="54000" marR="54000" marT="54000" marB="54000" horzOverflow="overflow">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901120">
                <a:tc>
                  <a:txBody>
                    <a:bodyPr/>
                    <a:lstStyle/>
                    <a:p>
                      <a:pPr marL="0" marR="0" lvl="0" indent="0" algn="l" rtl="0" eaLnBrk="1" fontAlgn="ctr" latinLnBrk="0" hangingPunct="1">
                        <a:lnSpc>
                          <a:spcPct val="100000"/>
                        </a:lnSpc>
                        <a:spcBef>
                          <a:spcPct val="0"/>
                        </a:spcBef>
                        <a:spcAft>
                          <a:spcPct val="0"/>
                        </a:spcAft>
                        <a:buClrTx/>
                        <a:buSzTx/>
                        <a:buFontTx/>
                        <a:buNone/>
                      </a:pPr>
                      <a:r>
                        <a:rPr lang="en-GB" sz="900" b="1" i="0" u="none" strike="noStrike" cap="none" normalizeH="0" baseline="0">
                          <a:ln>
                            <a:noFill/>
                          </a:ln>
                          <a:solidFill>
                            <a:srgbClr val="000000"/>
                          </a:solidFill>
                          <a:effectLst/>
                          <a:latin typeface="+mn-lt"/>
                          <a:ea typeface="ＭＳ Ｐゴシック"/>
                        </a:rPr>
                        <a:t>D. </a:t>
                      </a:r>
                      <a:r>
                        <a:rPr lang="en-GB" sz="900" b="0" i="0" u="none" strike="noStrike" cap="none" normalizeH="0" baseline="0">
                          <a:ln>
                            <a:noFill/>
                          </a:ln>
                          <a:solidFill>
                            <a:srgbClr val="000000"/>
                          </a:solidFill>
                          <a:effectLst/>
                          <a:latin typeface="+mn-lt"/>
                          <a:ea typeface="ＭＳ Ｐゴシック"/>
                        </a:rPr>
                        <a:t>There</a:t>
                      </a:r>
                      <a:r>
                        <a:rPr kumimoji="0" lang="en-GB" sz="900" b="0" i="0" u="none" strike="noStrike" cap="none" normalizeH="0" baseline="0">
                          <a:ln>
                            <a:noFill/>
                          </a:ln>
                          <a:solidFill>
                            <a:srgbClr val="000000"/>
                          </a:solidFill>
                          <a:effectLst/>
                          <a:latin typeface="+mn-lt"/>
                          <a:ea typeface="ＭＳ Ｐゴシック"/>
                        </a:rPr>
                        <a:t> is a dependency on </a:t>
                      </a:r>
                      <a:r>
                        <a:rPr lang="en-GB" sz="900" b="0" i="0" u="none" strike="noStrike" cap="none" normalizeH="0" baseline="0">
                          <a:ln>
                            <a:noFill/>
                          </a:ln>
                          <a:solidFill>
                            <a:srgbClr val="000000"/>
                          </a:solidFill>
                          <a:effectLst/>
                          <a:latin typeface="+mn-lt"/>
                          <a:ea typeface="ＭＳ Ｐゴシック"/>
                        </a:rPr>
                        <a:t>the chatbot provider</a:t>
                      </a:r>
                      <a:r>
                        <a:rPr kumimoji="0" lang="en-GB" sz="900" b="0" i="0" u="none" strike="noStrike" cap="none" normalizeH="0" baseline="0">
                          <a:ln>
                            <a:noFill/>
                          </a:ln>
                          <a:solidFill>
                            <a:srgbClr val="000000"/>
                          </a:solidFill>
                          <a:effectLst/>
                          <a:latin typeface="+mn-lt"/>
                          <a:ea typeface="ＭＳ Ｐゴシック"/>
                        </a:rPr>
                        <a:t> to </a:t>
                      </a:r>
                      <a:r>
                        <a:rPr lang="en-GB" sz="900" b="0" i="0" u="none" strike="noStrike" cap="none" normalizeH="0" baseline="0">
                          <a:ln>
                            <a:noFill/>
                          </a:ln>
                          <a:solidFill>
                            <a:srgbClr val="000000"/>
                          </a:solidFill>
                          <a:effectLst/>
                          <a:latin typeface="+mn-lt"/>
                          <a:ea typeface="ＭＳ Ｐゴシック"/>
                        </a:rPr>
                        <a:t>have 24/7 availability</a:t>
                      </a:r>
                      <a:r>
                        <a:rPr kumimoji="0" lang="en-GB" sz="900" b="0" i="0" u="none" strike="noStrike" cap="none" normalizeH="0" baseline="0">
                          <a:ln>
                            <a:noFill/>
                          </a:ln>
                          <a:solidFill>
                            <a:srgbClr val="000000"/>
                          </a:solidFill>
                          <a:effectLst/>
                          <a:latin typeface="+mn-lt"/>
                          <a:ea typeface="ＭＳ Ｐゴシック"/>
                        </a:rPr>
                        <a:t> </a:t>
                      </a:r>
                      <a:r>
                        <a:rPr lang="en-GB" sz="900" b="0" i="0" u="none" strike="noStrike" cap="none" normalizeH="0" baseline="0">
                          <a:ln>
                            <a:noFill/>
                          </a:ln>
                          <a:solidFill>
                            <a:srgbClr val="000000"/>
                          </a:solidFill>
                          <a:effectLst/>
                          <a:latin typeface="+mn-lt"/>
                          <a:ea typeface="ＭＳ Ｐゴシック"/>
                        </a:rPr>
                        <a:t>of their service within a month of the project start date. </a:t>
                      </a:r>
                      <a:r>
                        <a:rPr kumimoji="0" lang="en-GB" sz="900" b="0" i="0" u="none" strike="noStrike" cap="none" normalizeH="0" baseline="0">
                          <a:ln>
                            <a:noFill/>
                          </a:ln>
                          <a:solidFill>
                            <a:srgbClr val="000000"/>
                          </a:solidFill>
                          <a:effectLst/>
                          <a:latin typeface="+mn-lt"/>
                          <a:ea typeface="ＭＳ Ｐゴシック"/>
                        </a:rPr>
                        <a:t>If not delivered against and/or in required timeframe there is a risk that</a:t>
                      </a:r>
                      <a:r>
                        <a:rPr lang="en-GB" sz="900" b="0" i="0" u="none" strike="noStrike" cap="none" normalizeH="0" baseline="0">
                          <a:ln>
                            <a:noFill/>
                          </a:ln>
                          <a:solidFill>
                            <a:srgbClr val="000000"/>
                          </a:solidFill>
                          <a:effectLst/>
                          <a:latin typeface="+mn-lt"/>
                          <a:ea typeface="ＭＳ Ｐゴシック"/>
                        </a:rPr>
                        <a:t> there could be issues implementing and testing the integration </a:t>
                      </a:r>
                      <a:r>
                        <a:rPr kumimoji="0" lang="en-GB" sz="900" b="0" i="0" u="none" strike="noStrike" cap="none" normalizeH="0" baseline="0">
                          <a:ln>
                            <a:noFill/>
                          </a:ln>
                          <a:solidFill>
                            <a:srgbClr val="000000"/>
                          </a:solidFill>
                          <a:effectLst/>
                          <a:latin typeface="+mn-lt"/>
                          <a:ea typeface="ＭＳ Ｐゴシック"/>
                        </a:rPr>
                        <a:t>which may result in</a:t>
                      </a:r>
                      <a:r>
                        <a:rPr lang="en-GB" sz="900" b="0" i="0" u="none" strike="noStrike" cap="none" normalizeH="0" baseline="0">
                          <a:ln>
                            <a:noFill/>
                          </a:ln>
                          <a:solidFill>
                            <a:srgbClr val="000000"/>
                          </a:solidFill>
                          <a:effectLst/>
                          <a:latin typeface="+mn-lt"/>
                          <a:ea typeface="ＭＳ Ｐゴシック"/>
                        </a:rPr>
                        <a:t> a delay of the final project deliverable.</a:t>
                      </a:r>
                      <a:endParaRPr kumimoji="0" lang="en-GB" sz="900" b="0" i="1" u="none" strike="noStrike" cap="none" normalizeH="0" baseline="0">
                        <a:ln>
                          <a:noFill/>
                        </a:ln>
                        <a:solidFill>
                          <a:srgbClr val="000000"/>
                        </a:solidFill>
                        <a:effectLst/>
                        <a:latin typeface="+mn-lt"/>
                        <a:ea typeface="ＭＳ Ｐゴシック"/>
                      </a:endParaRPr>
                    </a:p>
                  </a:txBody>
                  <a:tcPr marL="54000" marR="54000" marT="54000" marB="54000" anchor="ctr" horzOverflow="overflow">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lnTlToBr>
                      <a:noFill/>
                    </a:lnTlToBr>
                    <a:lnBlToTr>
                      <a:noFill/>
                    </a:lnBlToTr>
                    <a:solidFill>
                      <a:schemeClr val="bg1"/>
                    </a:solidFill>
                  </a:tcPr>
                </a:tc>
                <a:tc>
                  <a:txBody>
                    <a:bodyPr/>
                    <a:lstStyle/>
                    <a:p>
                      <a:pPr marL="0" marR="0" lvl="0" indent="0" algn="l" rtl="0" eaLnBrk="1" fontAlgn="ctr" latinLnBrk="0" hangingPunct="1">
                        <a:lnSpc>
                          <a:spcPct val="100000"/>
                        </a:lnSpc>
                        <a:spcBef>
                          <a:spcPct val="0"/>
                        </a:spcBef>
                        <a:spcAft>
                          <a:spcPct val="0"/>
                        </a:spcAft>
                        <a:buClrTx/>
                        <a:buSzTx/>
                        <a:buFontTx/>
                        <a:buNone/>
                      </a:pPr>
                      <a:r>
                        <a:rPr lang="en-GB" sz="900" b="0" i="0" u="none" strike="noStrike" cap="none" normalizeH="0" baseline="0">
                          <a:ln>
                            <a:noFill/>
                          </a:ln>
                          <a:solidFill>
                            <a:schemeClr val="tx1"/>
                          </a:solidFill>
                          <a:effectLst/>
                          <a:latin typeface="+mn-lt"/>
                          <a:ea typeface="ＭＳ Ｐゴシック"/>
                        </a:rPr>
                        <a:t>Confirm with the chatbot provider that they can meet this requirement within the project timeline.</a:t>
                      </a:r>
                      <a:endParaRPr kumimoji="0" lang="en-GB" sz="900" b="0" i="0" u="none" strike="noStrike" cap="none" normalizeH="0" baseline="0">
                        <a:ln>
                          <a:noFill/>
                        </a:ln>
                        <a:solidFill>
                          <a:schemeClr val="tx1"/>
                        </a:solidFill>
                        <a:effectLst/>
                        <a:latin typeface="+mn-lt"/>
                        <a:ea typeface="ＭＳ Ｐゴシック" pitchFamily="34" charset="-128"/>
                      </a:endParaRPr>
                    </a:p>
                  </a:txBody>
                  <a:tcPr marL="54000" marR="54000" marT="54000" marB="54000" horzOverflow="overflow">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lnTlToBr>
                      <a:noFill/>
                    </a:lnTlToBr>
                    <a:lnBlToTr>
                      <a:noFill/>
                    </a:lnBlToTr>
                    <a:solidFill>
                      <a:schemeClr val="bg1"/>
                    </a:solidFill>
                  </a:tcPr>
                </a:tc>
                <a:tc>
                  <a:txBody>
                    <a:bodyPr/>
                    <a:lstStyle/>
                    <a:p>
                      <a:pPr marL="0" marR="0" lvl="0" indent="0" algn="l">
                        <a:lnSpc>
                          <a:spcPct val="100000"/>
                        </a:lnSpc>
                        <a:spcBef>
                          <a:spcPct val="0"/>
                        </a:spcBef>
                        <a:spcAft>
                          <a:spcPct val="0"/>
                        </a:spcAft>
                        <a:buNone/>
                      </a:pPr>
                      <a:r>
                        <a:rPr lang="en-GB" sz="900" b="0" i="0" u="none" strike="noStrike" cap="none" normalizeH="0" baseline="0" noProof="0" dirty="0">
                          <a:ln>
                            <a:noFill/>
                          </a:ln>
                          <a:solidFill>
                            <a:srgbClr val="000000"/>
                          </a:solidFill>
                          <a:effectLst/>
                          <a:latin typeface="IBM Plex Sans"/>
                        </a:rPr>
                        <a:t>Project Manager + One Month from Project Start</a:t>
                      </a:r>
                      <a:endParaRPr lang="en-US" sz="900" b="0" i="0" u="none" strike="noStrike" cap="none" normalizeH="0" baseline="0" noProof="0" dirty="0">
                        <a:ln>
                          <a:noFill/>
                        </a:ln>
                        <a:solidFill>
                          <a:srgbClr val="000000"/>
                        </a:solidFill>
                        <a:effectLst/>
                        <a:latin typeface="IBM Plex Sans"/>
                      </a:endParaRPr>
                    </a:p>
                    <a:p>
                      <a:pPr marL="0" marR="0" lvl="0" indent="0" algn="l">
                        <a:lnSpc>
                          <a:spcPct val="100000"/>
                        </a:lnSpc>
                        <a:spcBef>
                          <a:spcPct val="0"/>
                        </a:spcBef>
                        <a:spcAft>
                          <a:spcPct val="0"/>
                        </a:spcAft>
                        <a:buNone/>
                      </a:pPr>
                      <a:r>
                        <a:rPr lang="en-GB" sz="900" b="0" i="0" u="none" strike="noStrike" cap="none" normalizeH="0" baseline="0" noProof="0" dirty="0">
                          <a:ln>
                            <a:noFill/>
                          </a:ln>
                          <a:solidFill>
                            <a:srgbClr val="000000"/>
                          </a:solidFill>
                          <a:effectLst/>
                          <a:latin typeface="IBM Plex Sans"/>
                        </a:rPr>
                        <a:t>Date</a:t>
                      </a:r>
                      <a:endParaRPr kumimoji="0" lang="en-GB" sz="900" b="0" i="0" u="none" strike="noStrike" cap="none" normalizeH="0" baseline="0" dirty="0">
                        <a:ln>
                          <a:noFill/>
                        </a:ln>
                        <a:solidFill>
                          <a:schemeClr val="tx1"/>
                        </a:solidFill>
                        <a:effectLst/>
                        <a:latin typeface="+mn-lt"/>
                        <a:ea typeface="ＭＳ Ｐゴシック"/>
                      </a:endParaRPr>
                    </a:p>
                  </a:txBody>
                  <a:tcPr marL="54000" marR="54000" marT="54000" marB="54000" horzOverflow="overflow">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629905686"/>
                  </a:ext>
                </a:extLst>
              </a:tr>
            </a:tbl>
          </a:graphicData>
        </a:graphic>
      </p:graphicFrame>
      <p:sp>
        <p:nvSpPr>
          <p:cNvPr id="5" name="Title 1">
            <a:extLst>
              <a:ext uri="{FF2B5EF4-FFF2-40B4-BE49-F238E27FC236}">
                <a16:creationId xmlns:a16="http://schemas.microsoft.com/office/drawing/2014/main" id="{FDFBD235-03F5-F93F-5928-ABEA2B48632D}"/>
              </a:ext>
            </a:extLst>
          </p:cNvPr>
          <p:cNvSpPr txBox="1">
            <a:spLocks/>
          </p:cNvSpPr>
          <p:nvPr/>
        </p:nvSpPr>
        <p:spPr>
          <a:xfrm>
            <a:off x="7261259" y="4943381"/>
            <a:ext cx="1553978" cy="992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2pPr>
            <a:lvl3pPr marR="0" lvl="2"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3pPr>
            <a:lvl4pPr marR="0" lvl="3"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4pPr>
            <a:lvl5pPr marR="0" lvl="4"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5pPr>
            <a:lvl6pPr marR="0" lvl="5"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6pPr>
            <a:lvl7pPr marR="0" lvl="6"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7pPr>
            <a:lvl8pPr marR="0" lvl="7"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8pPr>
            <a:lvl9pPr marR="0" lvl="8"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9pPr>
          </a:lstStyle>
          <a:p>
            <a:r>
              <a:rPr lang="en-GB" sz="900"/>
              <a:t>Winnie Wanjiku </a:t>
            </a:r>
            <a:r>
              <a:rPr lang="en-GB" sz="900" err="1"/>
              <a:t>Githua</a:t>
            </a:r>
            <a:endParaRPr lang="en-US" err="1"/>
          </a:p>
        </p:txBody>
      </p:sp>
    </p:spTree>
    <p:extLst>
      <p:ext uri="{BB962C8B-B14F-4D97-AF65-F5344CB8AC3E}">
        <p14:creationId xmlns:p14="http://schemas.microsoft.com/office/powerpoint/2010/main" val="13811739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0C659-1FE6-44AC-A2C5-846FBE0EE7D3}"/>
              </a:ext>
            </a:extLst>
          </p:cNvPr>
          <p:cNvSpPr>
            <a:spLocks noGrp="1"/>
          </p:cNvSpPr>
          <p:nvPr>
            <p:ph type="title"/>
          </p:nvPr>
        </p:nvSpPr>
        <p:spPr>
          <a:xfrm>
            <a:off x="681900" y="525"/>
            <a:ext cx="7704000" cy="572700"/>
          </a:xfrm>
        </p:spPr>
        <p:txBody>
          <a:bodyPr/>
          <a:lstStyle/>
          <a:p>
            <a:r>
              <a:rPr lang="en-US" dirty="0"/>
              <a:t>Threat Detection Use Case</a:t>
            </a:r>
            <a:endParaRPr lang="en-BM" dirty="0"/>
          </a:p>
        </p:txBody>
      </p:sp>
      <p:graphicFrame>
        <p:nvGraphicFramePr>
          <p:cNvPr id="3" name="Table 2">
            <a:extLst>
              <a:ext uri="{FF2B5EF4-FFF2-40B4-BE49-F238E27FC236}">
                <a16:creationId xmlns:a16="http://schemas.microsoft.com/office/drawing/2014/main" id="{784E265A-6273-A91C-6F70-5D808F2C481F}"/>
              </a:ext>
            </a:extLst>
          </p:cNvPr>
          <p:cNvGraphicFramePr>
            <a:graphicFrameLocks noGrp="1"/>
          </p:cNvGraphicFramePr>
          <p:nvPr>
            <p:extLst>
              <p:ext uri="{D42A27DB-BD31-4B8C-83A1-F6EECF244321}">
                <p14:modId xmlns:p14="http://schemas.microsoft.com/office/powerpoint/2010/main" val="4030578591"/>
              </p:ext>
            </p:extLst>
          </p:nvPr>
        </p:nvGraphicFramePr>
        <p:xfrm>
          <a:off x="478726" y="500432"/>
          <a:ext cx="8563674" cy="4357459"/>
        </p:xfrm>
        <a:graphic>
          <a:graphicData uri="http://schemas.openxmlformats.org/drawingml/2006/table">
            <a:tbl>
              <a:tblPr firstRow="1" bandRow="1">
                <a:tableStyleId>{5940675A-B579-460E-94D1-54222C63F5DA}</a:tableStyleId>
              </a:tblPr>
              <a:tblGrid>
                <a:gridCol w="1223382">
                  <a:extLst>
                    <a:ext uri="{9D8B030D-6E8A-4147-A177-3AD203B41FA5}">
                      <a16:colId xmlns:a16="http://schemas.microsoft.com/office/drawing/2014/main" val="1320349199"/>
                    </a:ext>
                  </a:extLst>
                </a:gridCol>
                <a:gridCol w="1223382">
                  <a:extLst>
                    <a:ext uri="{9D8B030D-6E8A-4147-A177-3AD203B41FA5}">
                      <a16:colId xmlns:a16="http://schemas.microsoft.com/office/drawing/2014/main" val="4110933087"/>
                    </a:ext>
                  </a:extLst>
                </a:gridCol>
                <a:gridCol w="1223382">
                  <a:extLst>
                    <a:ext uri="{9D8B030D-6E8A-4147-A177-3AD203B41FA5}">
                      <a16:colId xmlns:a16="http://schemas.microsoft.com/office/drawing/2014/main" val="761678949"/>
                    </a:ext>
                  </a:extLst>
                </a:gridCol>
                <a:gridCol w="1223382">
                  <a:extLst>
                    <a:ext uri="{9D8B030D-6E8A-4147-A177-3AD203B41FA5}">
                      <a16:colId xmlns:a16="http://schemas.microsoft.com/office/drawing/2014/main" val="955899225"/>
                    </a:ext>
                  </a:extLst>
                </a:gridCol>
                <a:gridCol w="1223382">
                  <a:extLst>
                    <a:ext uri="{9D8B030D-6E8A-4147-A177-3AD203B41FA5}">
                      <a16:colId xmlns:a16="http://schemas.microsoft.com/office/drawing/2014/main" val="3685222251"/>
                    </a:ext>
                  </a:extLst>
                </a:gridCol>
                <a:gridCol w="1223382">
                  <a:extLst>
                    <a:ext uri="{9D8B030D-6E8A-4147-A177-3AD203B41FA5}">
                      <a16:colId xmlns:a16="http://schemas.microsoft.com/office/drawing/2014/main" val="3147783342"/>
                    </a:ext>
                  </a:extLst>
                </a:gridCol>
                <a:gridCol w="1223382">
                  <a:extLst>
                    <a:ext uri="{9D8B030D-6E8A-4147-A177-3AD203B41FA5}">
                      <a16:colId xmlns:a16="http://schemas.microsoft.com/office/drawing/2014/main" val="2688221706"/>
                    </a:ext>
                  </a:extLst>
                </a:gridCol>
              </a:tblGrid>
              <a:tr h="287710">
                <a:tc gridSpan="7">
                  <a:txBody>
                    <a:bodyPr/>
                    <a:lstStyle/>
                    <a:p>
                      <a:r>
                        <a:rPr lang="en-US" sz="750" b="1">
                          <a:solidFill>
                            <a:schemeClr val="bg1"/>
                          </a:solidFill>
                        </a:rPr>
                        <a:t>Threat detection use case: Monitor Access Logs for Anomalies</a:t>
                      </a:r>
                    </a:p>
                  </a:txBody>
                  <a:tcPr>
                    <a:solidFill>
                      <a:schemeClr val="tx1"/>
                    </a:solidFill>
                  </a:tcPr>
                </a:tc>
                <a:tc hMerge="1">
                  <a:txBody>
                    <a:bodyPr/>
                    <a:lstStyle/>
                    <a:p>
                      <a:endParaRPr lang="en-US" sz="1000" b="1"/>
                    </a:p>
                  </a:txBody>
                  <a:tcPr/>
                </a:tc>
                <a:tc hMerge="1">
                  <a:txBody>
                    <a:bodyPr/>
                    <a:lstStyle/>
                    <a:p>
                      <a:endParaRPr lang="en-US" sz="1000" b="1"/>
                    </a:p>
                  </a:txBody>
                  <a:tcPr/>
                </a:tc>
                <a:tc hMerge="1">
                  <a:txBody>
                    <a:bodyPr/>
                    <a:lstStyle/>
                    <a:p>
                      <a:endParaRPr lang="en-US" sz="1000" b="1"/>
                    </a:p>
                  </a:txBody>
                  <a:tcPr/>
                </a:tc>
                <a:tc hMerge="1">
                  <a:txBody>
                    <a:bodyPr/>
                    <a:lstStyle/>
                    <a:p>
                      <a:endParaRPr lang="en-US" sz="1000" b="1"/>
                    </a:p>
                  </a:txBody>
                  <a:tcPr/>
                </a:tc>
                <a:tc hMerge="1">
                  <a:txBody>
                    <a:bodyPr/>
                    <a:lstStyle/>
                    <a:p>
                      <a:endParaRPr lang="en-US" sz="1000" b="1"/>
                    </a:p>
                  </a:txBody>
                  <a:tcPr/>
                </a:tc>
                <a:tc hMerge="1">
                  <a:txBody>
                    <a:bodyPr/>
                    <a:lstStyle/>
                    <a:p>
                      <a:endParaRPr lang="en-US" sz="1000" b="1"/>
                    </a:p>
                  </a:txBody>
                  <a:tcPr/>
                </a:tc>
                <a:extLst>
                  <a:ext uri="{0D108BD9-81ED-4DB2-BD59-A6C34878D82A}">
                    <a16:rowId xmlns:a16="http://schemas.microsoft.com/office/drawing/2014/main" val="537502207"/>
                  </a:ext>
                </a:extLst>
              </a:tr>
              <a:tr h="188810">
                <a:tc>
                  <a:txBody>
                    <a:bodyPr/>
                    <a:lstStyle/>
                    <a:p>
                      <a:r>
                        <a:rPr lang="en-US" sz="750" b="1"/>
                        <a:t>Description</a:t>
                      </a:r>
                    </a:p>
                  </a:txBody>
                  <a:tcPr>
                    <a:solidFill>
                      <a:schemeClr val="bg1">
                        <a:lumMod val="85000"/>
                      </a:schemeClr>
                    </a:solidFill>
                  </a:tcPr>
                </a:tc>
                <a:tc gridSpan="6">
                  <a:txBody>
                    <a:bodyPr/>
                    <a:lstStyle/>
                    <a:p>
                      <a:pPr lvl="0" algn="l">
                        <a:lnSpc>
                          <a:spcPct val="100000"/>
                        </a:lnSpc>
                        <a:spcBef>
                          <a:spcPts val="0"/>
                        </a:spcBef>
                        <a:spcAft>
                          <a:spcPts val="0"/>
                        </a:spcAft>
                        <a:buNone/>
                      </a:pPr>
                      <a:r>
                        <a:rPr lang="en-US" sz="750" b="1" i="0" u="none" strike="noStrike" noProof="0" dirty="0">
                          <a:latin typeface="IBM Plex Sans"/>
                        </a:rPr>
                        <a:t>Detect any anomalies that appear in the access logs indicating unauthorized use, account compromise, or data scraping attempts.</a:t>
                      </a:r>
                    </a:p>
                  </a:txBody>
                  <a:tcPr/>
                </a:tc>
                <a:tc hMerge="1">
                  <a:txBody>
                    <a:bodyPr/>
                    <a:lstStyle/>
                    <a:p>
                      <a:endParaRPr lang="en-US" sz="1000" b="1"/>
                    </a:p>
                  </a:txBody>
                  <a:tcPr/>
                </a:tc>
                <a:tc hMerge="1">
                  <a:txBody>
                    <a:bodyPr/>
                    <a:lstStyle/>
                    <a:p>
                      <a:endParaRPr lang="en-US" sz="1000" b="1"/>
                    </a:p>
                  </a:txBody>
                  <a:tcPr/>
                </a:tc>
                <a:tc hMerge="1">
                  <a:txBody>
                    <a:bodyPr/>
                    <a:lstStyle/>
                    <a:p>
                      <a:endParaRPr lang="en-US" sz="1000" b="1"/>
                    </a:p>
                  </a:txBody>
                  <a:tcPr/>
                </a:tc>
                <a:tc hMerge="1">
                  <a:txBody>
                    <a:bodyPr/>
                    <a:lstStyle/>
                    <a:p>
                      <a:endParaRPr lang="en-US" sz="1000" b="1"/>
                    </a:p>
                  </a:txBody>
                  <a:tcPr/>
                </a:tc>
                <a:tc hMerge="1">
                  <a:txBody>
                    <a:bodyPr/>
                    <a:lstStyle/>
                    <a:p>
                      <a:endParaRPr lang="en-US" sz="1000" b="1"/>
                    </a:p>
                  </a:txBody>
                  <a:tcPr/>
                </a:tc>
                <a:extLst>
                  <a:ext uri="{0D108BD9-81ED-4DB2-BD59-A6C34878D82A}">
                    <a16:rowId xmlns:a16="http://schemas.microsoft.com/office/drawing/2014/main" val="1872635420"/>
                  </a:ext>
                </a:extLst>
              </a:tr>
              <a:tr h="503493">
                <a:tc>
                  <a:txBody>
                    <a:bodyPr/>
                    <a:lstStyle/>
                    <a:p>
                      <a:r>
                        <a:rPr lang="en-US" sz="750" b="1"/>
                        <a:t>Rationale</a:t>
                      </a:r>
                    </a:p>
                  </a:txBody>
                  <a:tcPr>
                    <a:solidFill>
                      <a:schemeClr val="bg1">
                        <a:lumMod val="85000"/>
                      </a:schemeClr>
                    </a:solidFill>
                  </a:tcPr>
                </a:tc>
                <a:tc gridSpan="6">
                  <a:txBody>
                    <a:bodyPr/>
                    <a:lstStyle/>
                    <a:p>
                      <a:pPr lvl="0">
                        <a:buNone/>
                      </a:pPr>
                      <a:r>
                        <a:rPr lang="en-GB" sz="750" b="1"/>
                        <a:t>When looking at the access logs, the presence of  an unauthorised user accessing our system could signify our system is compromised. Unauthorised access is a significant security threat as an attacker could perform actions outside of regular user permissions, access or misuse resources, or attempt to escalate privileges. This could result in operational disruptions, financial loss, and reputational damage.</a:t>
                      </a:r>
                      <a:endParaRPr lang="en-US" sz="750" b="1"/>
                    </a:p>
                  </a:txBody>
                  <a:tcPr/>
                </a:tc>
                <a:tc hMerge="1">
                  <a:txBody>
                    <a:bodyPr/>
                    <a:lstStyle/>
                    <a:p>
                      <a:endParaRPr lang="en-US" sz="1000" b="1"/>
                    </a:p>
                  </a:txBody>
                  <a:tcPr/>
                </a:tc>
                <a:tc hMerge="1">
                  <a:txBody>
                    <a:bodyPr/>
                    <a:lstStyle/>
                    <a:p>
                      <a:endParaRPr lang="en-US" sz="1000" b="1"/>
                    </a:p>
                  </a:txBody>
                  <a:tcPr/>
                </a:tc>
                <a:tc hMerge="1">
                  <a:txBody>
                    <a:bodyPr/>
                    <a:lstStyle/>
                    <a:p>
                      <a:endParaRPr lang="en-US" sz="1000" b="1"/>
                    </a:p>
                  </a:txBody>
                  <a:tcPr/>
                </a:tc>
                <a:tc hMerge="1">
                  <a:txBody>
                    <a:bodyPr/>
                    <a:lstStyle/>
                    <a:p>
                      <a:endParaRPr lang="en-US" sz="1000" b="1"/>
                    </a:p>
                  </a:txBody>
                  <a:tcPr/>
                </a:tc>
                <a:tc hMerge="1">
                  <a:txBody>
                    <a:bodyPr/>
                    <a:lstStyle/>
                    <a:p>
                      <a:endParaRPr lang="en-US" sz="1000" b="1"/>
                    </a:p>
                  </a:txBody>
                  <a:tcPr/>
                </a:tc>
                <a:extLst>
                  <a:ext uri="{0D108BD9-81ED-4DB2-BD59-A6C34878D82A}">
                    <a16:rowId xmlns:a16="http://schemas.microsoft.com/office/drawing/2014/main" val="2787543182"/>
                  </a:ext>
                </a:extLst>
              </a:tr>
              <a:tr h="188810">
                <a:tc>
                  <a:txBody>
                    <a:bodyPr/>
                    <a:lstStyle/>
                    <a:p>
                      <a:r>
                        <a:rPr lang="en-US" sz="750" b="1"/>
                        <a:t>Requester</a:t>
                      </a:r>
                    </a:p>
                  </a:txBody>
                  <a:tcPr>
                    <a:solidFill>
                      <a:schemeClr val="bg1">
                        <a:lumMod val="85000"/>
                      </a:schemeClr>
                    </a:solidFill>
                  </a:tcPr>
                </a:tc>
                <a:tc gridSpan="6">
                  <a:txBody>
                    <a:bodyPr/>
                    <a:lstStyle/>
                    <a:p>
                      <a:r>
                        <a:rPr lang="en-US" sz="750" b="1" dirty="0"/>
                        <a:t>Security Architect</a:t>
                      </a:r>
                    </a:p>
                  </a:txBody>
                  <a:tcPr/>
                </a:tc>
                <a:tc hMerge="1">
                  <a:txBody>
                    <a:bodyPr/>
                    <a:lstStyle/>
                    <a:p>
                      <a:endParaRPr lang="en-US" sz="1000" b="1"/>
                    </a:p>
                  </a:txBody>
                  <a:tcPr/>
                </a:tc>
                <a:tc hMerge="1">
                  <a:txBody>
                    <a:bodyPr/>
                    <a:lstStyle/>
                    <a:p>
                      <a:endParaRPr lang="en-US" sz="1000" b="1"/>
                    </a:p>
                  </a:txBody>
                  <a:tcPr/>
                </a:tc>
                <a:tc hMerge="1">
                  <a:txBody>
                    <a:bodyPr/>
                    <a:lstStyle/>
                    <a:p>
                      <a:endParaRPr lang="en-US" sz="1000" b="1"/>
                    </a:p>
                  </a:txBody>
                  <a:tcPr/>
                </a:tc>
                <a:tc hMerge="1">
                  <a:txBody>
                    <a:bodyPr/>
                    <a:lstStyle/>
                    <a:p>
                      <a:endParaRPr lang="en-US" sz="1000" b="1"/>
                    </a:p>
                  </a:txBody>
                  <a:tcPr/>
                </a:tc>
                <a:tc hMerge="1">
                  <a:txBody>
                    <a:bodyPr/>
                    <a:lstStyle/>
                    <a:p>
                      <a:endParaRPr lang="en-US" sz="1000" b="1"/>
                    </a:p>
                  </a:txBody>
                  <a:tcPr/>
                </a:tc>
                <a:extLst>
                  <a:ext uri="{0D108BD9-81ED-4DB2-BD59-A6C34878D82A}">
                    <a16:rowId xmlns:a16="http://schemas.microsoft.com/office/drawing/2014/main" val="165185063"/>
                  </a:ext>
                </a:extLst>
              </a:tr>
              <a:tr h="188810">
                <a:tc>
                  <a:txBody>
                    <a:bodyPr/>
                    <a:lstStyle/>
                    <a:p>
                      <a:r>
                        <a:rPr lang="en-US" sz="750" b="1"/>
                        <a:t>Rule</a:t>
                      </a:r>
                    </a:p>
                  </a:txBody>
                  <a:tcPr>
                    <a:solidFill>
                      <a:schemeClr val="bg1">
                        <a:lumMod val="85000"/>
                      </a:schemeClr>
                    </a:solidFill>
                  </a:tcPr>
                </a:tc>
                <a:tc>
                  <a:txBody>
                    <a:bodyPr/>
                    <a:lstStyle/>
                    <a:p>
                      <a:r>
                        <a:rPr lang="en-US" sz="750" b="1"/>
                        <a:t>Description</a:t>
                      </a:r>
                    </a:p>
                  </a:txBody>
                  <a:tcPr>
                    <a:solidFill>
                      <a:schemeClr val="bg1">
                        <a:lumMod val="85000"/>
                      </a:schemeClr>
                    </a:solidFill>
                  </a:tcPr>
                </a:tc>
                <a:tc>
                  <a:txBody>
                    <a:bodyPr/>
                    <a:lstStyle/>
                    <a:p>
                      <a:r>
                        <a:rPr lang="en-US" sz="750" b="1"/>
                        <a:t>Event sources</a:t>
                      </a:r>
                    </a:p>
                  </a:txBody>
                  <a:tcPr>
                    <a:solidFill>
                      <a:schemeClr val="bg1">
                        <a:lumMod val="85000"/>
                      </a:schemeClr>
                    </a:solidFill>
                  </a:tcPr>
                </a:tc>
                <a:tc>
                  <a:txBody>
                    <a:bodyPr/>
                    <a:lstStyle/>
                    <a:p>
                      <a:r>
                        <a:rPr lang="en-US" sz="750" b="1"/>
                        <a:t>Event fields</a:t>
                      </a:r>
                    </a:p>
                  </a:txBody>
                  <a:tcPr>
                    <a:solidFill>
                      <a:schemeClr val="bg1">
                        <a:lumMod val="85000"/>
                      </a:schemeClr>
                    </a:solidFill>
                  </a:tcPr>
                </a:tc>
                <a:tc>
                  <a:txBody>
                    <a:bodyPr/>
                    <a:lstStyle/>
                    <a:p>
                      <a:r>
                        <a:rPr lang="en-US" sz="750" b="1"/>
                        <a:t>Exceptions</a:t>
                      </a:r>
                    </a:p>
                  </a:txBody>
                  <a:tcPr>
                    <a:solidFill>
                      <a:schemeClr val="bg1">
                        <a:lumMod val="85000"/>
                      </a:schemeClr>
                    </a:solidFill>
                  </a:tcPr>
                </a:tc>
                <a:tc>
                  <a:txBody>
                    <a:bodyPr/>
                    <a:lstStyle/>
                    <a:p>
                      <a:r>
                        <a:rPr lang="en-US" sz="750" b="1"/>
                        <a:t>Dimensions</a:t>
                      </a:r>
                    </a:p>
                  </a:txBody>
                  <a:tcPr>
                    <a:solidFill>
                      <a:schemeClr val="bg1">
                        <a:lumMod val="85000"/>
                      </a:schemeClr>
                    </a:solidFill>
                  </a:tcPr>
                </a:tc>
                <a:tc>
                  <a:txBody>
                    <a:bodyPr/>
                    <a:lstStyle/>
                    <a:p>
                      <a:r>
                        <a:rPr lang="en-US" sz="750" b="1"/>
                        <a:t>Notes</a:t>
                      </a:r>
                    </a:p>
                  </a:txBody>
                  <a:tcPr>
                    <a:solidFill>
                      <a:schemeClr val="bg1">
                        <a:lumMod val="85000"/>
                      </a:schemeClr>
                    </a:solidFill>
                  </a:tcPr>
                </a:tc>
                <a:extLst>
                  <a:ext uri="{0D108BD9-81ED-4DB2-BD59-A6C34878D82A}">
                    <a16:rowId xmlns:a16="http://schemas.microsoft.com/office/drawing/2014/main" val="448617133"/>
                  </a:ext>
                </a:extLst>
              </a:tr>
              <a:tr h="935059">
                <a:tc>
                  <a:txBody>
                    <a:bodyPr/>
                    <a:lstStyle/>
                    <a:p>
                      <a:pPr lvl="0">
                        <a:buNone/>
                      </a:pPr>
                      <a:r>
                        <a:rPr lang="en-US" sz="750" b="0" i="0" u="none" strike="noStrike" noProof="0">
                          <a:latin typeface="IBM Plex Sans"/>
                        </a:rPr>
                        <a:t>Sensitive Data Access Anomaly</a:t>
                      </a:r>
                      <a:endParaRPr lang="en-US" sz="750"/>
                    </a:p>
                  </a:txBody>
                  <a:tcPr/>
                </a:tc>
                <a:tc>
                  <a:txBody>
                    <a:bodyPr/>
                    <a:lstStyle/>
                    <a:p>
                      <a:pPr lvl="0">
                        <a:buNone/>
                      </a:pPr>
                      <a:r>
                        <a:rPr lang="en-US" sz="750" b="0" i="0" u="none" strike="noStrike" noProof="0">
                          <a:latin typeface="IBM Plex Sans"/>
                        </a:rPr>
                        <a:t>Detect unusual access patterns to sensitive endpoints (e.g., querying 10 different Customer Profiles in under 1 minute).</a:t>
                      </a:r>
                      <a:endParaRPr lang="en-US" sz="750"/>
                    </a:p>
                  </a:txBody>
                  <a:tcPr/>
                </a:tc>
                <a:tc>
                  <a:txBody>
                    <a:bodyPr/>
                    <a:lstStyle/>
                    <a:p>
                      <a:pPr lvl="0">
                        <a:buNone/>
                      </a:pPr>
                      <a:r>
                        <a:rPr lang="en-US" sz="750" b="0" i="0" u="none" strike="noStrike" noProof="0">
                          <a:latin typeface="IBM Plex Sans"/>
                        </a:rPr>
                        <a:t>Core Application Logs, Database Logs</a:t>
                      </a:r>
                      <a:endParaRPr lang="en-US" sz="750"/>
                    </a:p>
                  </a:txBody>
                  <a:tcPr/>
                </a:tc>
                <a:tc>
                  <a:txBody>
                    <a:bodyPr/>
                    <a:lstStyle/>
                    <a:p>
                      <a:pPr lvl="0">
                        <a:buNone/>
                      </a:pPr>
                      <a:r>
                        <a:rPr lang="en-US" sz="750" b="0" i="0" u="none" strike="noStrike" noProof="0">
                          <a:latin typeface="IBM Plex Sans"/>
                        </a:rPr>
                        <a:t>Query Type, Resource ID Accessed, User ID</a:t>
                      </a:r>
                      <a:endParaRPr lang="en-US" sz="750"/>
                    </a:p>
                  </a:txBody>
                  <a:tcPr/>
                </a:tc>
                <a:tc>
                  <a:txBody>
                    <a:bodyPr/>
                    <a:lstStyle/>
                    <a:p>
                      <a:pPr lvl="0">
                        <a:buNone/>
                      </a:pPr>
                      <a:r>
                        <a:rPr lang="en-US" sz="750" b="0" i="0" u="none" strike="noStrike" noProof="0">
                          <a:latin typeface="IBM Plex Sans"/>
                        </a:rPr>
                        <a:t>If automated batch processing jobs are run at scheduled times.</a:t>
                      </a:r>
                      <a:endParaRPr lang="en-US" sz="750"/>
                    </a:p>
                  </a:txBody>
                  <a:tcPr/>
                </a:tc>
                <a:tc>
                  <a:txBody>
                    <a:bodyPr/>
                    <a:lstStyle/>
                    <a:p>
                      <a:pPr lvl="0">
                        <a:buNone/>
                      </a:pPr>
                      <a:r>
                        <a:rPr lang="en-US" sz="750" b="0" i="0" u="none" strike="noStrike" noProof="0">
                          <a:latin typeface="IBM Plex Sans"/>
                        </a:rPr>
                        <a:t>Customer Data and Payment Data</a:t>
                      </a:r>
                      <a:endParaRPr lang="en-US" sz="750"/>
                    </a:p>
                  </a:txBody>
                  <a:tcPr/>
                </a:tc>
                <a:tc>
                  <a:txBody>
                    <a:bodyPr/>
                    <a:lstStyle/>
                    <a:p>
                      <a:pPr lvl="0">
                        <a:buNone/>
                      </a:pPr>
                      <a:r>
                        <a:rPr lang="en-US" sz="750" b="0" i="0" u="none" strike="noStrike" noProof="0">
                          <a:latin typeface="IBM Plex Sans"/>
                        </a:rPr>
                        <a:t> Rapid and sequential access to different customer records indicates that “data Scraping” or “mass data leakage” is occurring.</a:t>
                      </a:r>
                      <a:endParaRPr lang="en-US" sz="750"/>
                    </a:p>
                  </a:txBody>
                  <a:tcPr/>
                </a:tc>
                <a:extLst>
                  <a:ext uri="{0D108BD9-81ED-4DB2-BD59-A6C34878D82A}">
                    <a16:rowId xmlns:a16="http://schemas.microsoft.com/office/drawing/2014/main" val="2245022153"/>
                  </a:ext>
                </a:extLst>
              </a:tr>
              <a:tr h="854140">
                <a:tc>
                  <a:txBody>
                    <a:bodyPr/>
                    <a:lstStyle/>
                    <a:p>
                      <a:pPr lvl="0">
                        <a:buNone/>
                      </a:pPr>
                      <a:r>
                        <a:rPr lang="en-US" sz="750" b="0" i="0" u="none" strike="noStrike" noProof="0">
                          <a:latin typeface="IBM Plex Sans"/>
                        </a:rPr>
                        <a:t>High volume and speed of API requests</a:t>
                      </a:r>
                      <a:endParaRPr lang="en-US" sz="750"/>
                    </a:p>
                  </a:txBody>
                  <a:tcPr/>
                </a:tc>
                <a:tc>
                  <a:txBody>
                    <a:bodyPr/>
                    <a:lstStyle/>
                    <a:p>
                      <a:pPr lvl="0">
                        <a:buNone/>
                      </a:pPr>
                      <a:r>
                        <a:rPr lang="en-US" sz="750" b="0" i="0" u="none" strike="noStrike" noProof="0">
                          <a:latin typeface="IBM Plex Sans"/>
                        </a:rPr>
                        <a:t>Detect a sudden increase in API requests from the chatbot that exceed a set threshold.</a:t>
                      </a:r>
                      <a:endParaRPr lang="en-US" sz="750"/>
                    </a:p>
                  </a:txBody>
                  <a:tcPr/>
                </a:tc>
                <a:tc>
                  <a:txBody>
                    <a:bodyPr/>
                    <a:lstStyle/>
                    <a:p>
                      <a:pPr lvl="0">
                        <a:buNone/>
                      </a:pPr>
                      <a:r>
                        <a:rPr lang="en-US" sz="750" b="0" i="0" u="none" strike="noStrike" noProof="0">
                          <a:latin typeface="IBM Plex Sans"/>
                        </a:rPr>
                        <a:t>API Gateway Access Logs, WAF Logs</a:t>
                      </a:r>
                      <a:endParaRPr lang="en-US" sz="750"/>
                    </a:p>
                  </a:txBody>
                  <a:tcPr/>
                </a:tc>
                <a:tc>
                  <a:txBody>
                    <a:bodyPr/>
                    <a:lstStyle/>
                    <a:p>
                      <a:pPr lvl="0">
                        <a:buNone/>
                      </a:pPr>
                      <a:r>
                        <a:rPr lang="en-US" sz="750" b="0" i="0" u="none" strike="noStrike" noProof="0">
                          <a:latin typeface="IBM Plex Sans"/>
                        </a:rPr>
                        <a:t>Source IP, Timestamp, Request Count, User Context (JWT)</a:t>
                      </a:r>
                      <a:endParaRPr lang="en-US" sz="750"/>
                    </a:p>
                  </a:txBody>
                  <a:tcPr/>
                </a:tc>
                <a:tc>
                  <a:txBody>
                    <a:bodyPr/>
                    <a:lstStyle/>
                    <a:p>
                      <a:pPr lvl="0">
                        <a:buNone/>
                      </a:pPr>
                      <a:r>
                        <a:rPr lang="en-US" sz="750" b="0" i="0" u="none" strike="noStrike" noProof="0">
                          <a:latin typeface="IBM Plex Sans"/>
                        </a:rPr>
                        <a:t>None, because volume limits should apply to all sessions to prevent DoS or scraping.</a:t>
                      </a:r>
                      <a:endParaRPr lang="en-US" sz="750"/>
                    </a:p>
                  </a:txBody>
                  <a:tcPr/>
                </a:tc>
                <a:tc>
                  <a:txBody>
                    <a:bodyPr/>
                    <a:lstStyle/>
                    <a:p>
                      <a:pPr lvl="0">
                        <a:buNone/>
                      </a:pPr>
                      <a:r>
                        <a:rPr lang="en-US" sz="750" b="0" i="0" u="none" strike="noStrike" noProof="0"/>
                        <a:t>Chatbot SaaS VPC Interface</a:t>
                      </a:r>
                      <a:endParaRPr lang="en-US" sz="750"/>
                    </a:p>
                  </a:txBody>
                  <a:tcPr/>
                </a:tc>
                <a:tc>
                  <a:txBody>
                    <a:bodyPr/>
                    <a:lstStyle/>
                    <a:p>
                      <a:pPr lvl="0">
                        <a:buNone/>
                      </a:pPr>
                      <a:r>
                        <a:rPr lang="en-US" sz="750" b="0" i="0" u="none" strike="noStrike" noProof="0">
                          <a:latin typeface="IBM Plex Sans"/>
                        </a:rPr>
                        <a:t>A sudden increase in traffic usually indicates that a script/bot is driving the chatbot, not a human.</a:t>
                      </a:r>
                      <a:endParaRPr lang="en-US" sz="750"/>
                    </a:p>
                  </a:txBody>
                  <a:tcPr/>
                </a:tc>
                <a:extLst>
                  <a:ext uri="{0D108BD9-81ED-4DB2-BD59-A6C34878D82A}">
                    <a16:rowId xmlns:a16="http://schemas.microsoft.com/office/drawing/2014/main" val="896918649"/>
                  </a:ext>
                </a:extLst>
              </a:tr>
              <a:tr h="1159837">
                <a:tc>
                  <a:txBody>
                    <a:bodyPr/>
                    <a:lstStyle/>
                    <a:p>
                      <a:pPr lvl="0">
                        <a:buNone/>
                      </a:pPr>
                      <a:r>
                        <a:rPr lang="en-US" sz="750" b="0" i="0" u="none" strike="noStrike" noProof="0">
                          <a:latin typeface="IBM Plex Sans"/>
                        </a:rPr>
                        <a:t>High IP Cardinality for Single User</a:t>
                      </a:r>
                      <a:endParaRPr lang="en-US" sz="750"/>
                    </a:p>
                  </a:txBody>
                  <a:tcPr/>
                </a:tc>
                <a:tc>
                  <a:txBody>
                    <a:bodyPr/>
                    <a:lstStyle/>
                    <a:p>
                      <a:pPr lvl="0">
                        <a:buNone/>
                      </a:pPr>
                      <a:r>
                        <a:rPr lang="en-US" sz="750" b="0" i="0" u="none" strike="noStrike" noProof="0">
                          <a:latin typeface="IBM Plex Sans"/>
                        </a:rPr>
                        <a:t>Detect when a single JWT (identified by Client_ID or Token_ID) is associated with multiple distinct Source_IP addresses within a short time window (e.g., &gt; 3 IPs in 5 mins).</a:t>
                      </a:r>
                      <a:endParaRPr lang="en-US" sz="750"/>
                    </a:p>
                  </a:txBody>
                  <a:tcPr/>
                </a:tc>
                <a:tc>
                  <a:txBody>
                    <a:bodyPr/>
                    <a:lstStyle/>
                    <a:p>
                      <a:pPr lvl="0">
                        <a:buNone/>
                      </a:pPr>
                      <a:r>
                        <a:rPr lang="en-US" sz="750" b="0" i="0" u="none" strike="noStrike" noProof="0"/>
                        <a:t>API Gateway Access Logs</a:t>
                      </a:r>
                      <a:endParaRPr lang="en-US" sz="750"/>
                    </a:p>
                  </a:txBody>
                  <a:tcPr/>
                </a:tc>
                <a:tc>
                  <a:txBody>
                    <a:bodyPr/>
                    <a:lstStyle/>
                    <a:p>
                      <a:pPr lvl="0">
                        <a:buNone/>
                      </a:pPr>
                      <a:r>
                        <a:rPr lang="en-US" sz="750" b="0" i="0" u="none" strike="noStrike" noProof="0">
                          <a:latin typeface="IBM Plex Sans"/>
                        </a:rPr>
                        <a:t>Client_ID, Source_IP, Token_ID, Timestamp</a:t>
                      </a:r>
                      <a:endParaRPr lang="en-US" sz="750"/>
                    </a:p>
                  </a:txBody>
                  <a:tcPr/>
                </a:tc>
                <a:tc>
                  <a:txBody>
                    <a:bodyPr/>
                    <a:lstStyle/>
                    <a:p>
                      <a:pPr lvl="0">
                        <a:buNone/>
                      </a:pPr>
                      <a:r>
                        <a:rPr lang="en-US" sz="750" b="0" i="0" u="none" strike="noStrike" noProof="0">
                          <a:latin typeface="IBM Plex Sans"/>
                        </a:rPr>
                        <a:t>Dynamic network changes rarely cause a large number of IPs to change rapidly in a short period of time, and the rate is less and slower than the alert threshold.</a:t>
                      </a:r>
                      <a:endParaRPr lang="en-US" sz="750"/>
                    </a:p>
                  </a:txBody>
                  <a:tcPr/>
                </a:tc>
                <a:tc>
                  <a:txBody>
                    <a:bodyPr/>
                    <a:lstStyle/>
                    <a:p>
                      <a:pPr lvl="0">
                        <a:buNone/>
                      </a:pPr>
                      <a:r>
                        <a:rPr lang="en-US" sz="750" b="0" i="0" u="none" strike="noStrike" noProof="0"/>
                        <a:t>Chatbot API Gateway</a:t>
                      </a:r>
                    </a:p>
                  </a:txBody>
                  <a:tcPr/>
                </a:tc>
                <a:tc>
                  <a:txBody>
                    <a:bodyPr/>
                    <a:lstStyle/>
                    <a:p>
                      <a:pPr lvl="0">
                        <a:buNone/>
                      </a:pPr>
                      <a:r>
                        <a:rPr lang="en-US" sz="750" b="0" i="0" u="none" strike="noStrike" noProof="0" dirty="0">
                          <a:latin typeface="IBM Plex Sans"/>
                        </a:rPr>
                        <a:t>Seeing multiple distinct IPs for one token strongly suggests the token has been leaked and is being used by a botnet or multiple attackers.</a:t>
                      </a:r>
                      <a:endParaRPr lang="en-US" sz="750" dirty="0"/>
                    </a:p>
                  </a:txBody>
                  <a:tcPr/>
                </a:tc>
                <a:extLst>
                  <a:ext uri="{0D108BD9-81ED-4DB2-BD59-A6C34878D82A}">
                    <a16:rowId xmlns:a16="http://schemas.microsoft.com/office/drawing/2014/main" val="3399517874"/>
                  </a:ext>
                </a:extLst>
              </a:tr>
            </a:tbl>
          </a:graphicData>
        </a:graphic>
      </p:graphicFrame>
      <p:sp>
        <p:nvSpPr>
          <p:cNvPr id="5" name="Title 1">
            <a:extLst>
              <a:ext uri="{FF2B5EF4-FFF2-40B4-BE49-F238E27FC236}">
                <a16:creationId xmlns:a16="http://schemas.microsoft.com/office/drawing/2014/main" id="{0C765D46-6D2A-B0A7-0B2C-888F8F2B4385}"/>
              </a:ext>
            </a:extLst>
          </p:cNvPr>
          <p:cNvSpPr txBox="1">
            <a:spLocks/>
          </p:cNvSpPr>
          <p:nvPr/>
        </p:nvSpPr>
        <p:spPr>
          <a:xfrm>
            <a:off x="7261259" y="4943381"/>
            <a:ext cx="1553978" cy="992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2pPr>
            <a:lvl3pPr marR="0" lvl="2"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3pPr>
            <a:lvl4pPr marR="0" lvl="3"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4pPr>
            <a:lvl5pPr marR="0" lvl="4"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5pPr>
            <a:lvl6pPr marR="0" lvl="5"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6pPr>
            <a:lvl7pPr marR="0" lvl="6"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7pPr>
            <a:lvl8pPr marR="0" lvl="7"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8pPr>
            <a:lvl9pPr marR="0" lvl="8"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9pPr>
          </a:lstStyle>
          <a:p>
            <a:r>
              <a:rPr lang="en-GB" sz="900"/>
              <a:t>Winnie Wanjiku </a:t>
            </a:r>
            <a:r>
              <a:rPr lang="en-GB" sz="900" err="1"/>
              <a:t>Githua</a:t>
            </a:r>
            <a:endParaRPr lang="en-US" err="1"/>
          </a:p>
        </p:txBody>
      </p:sp>
    </p:spTree>
    <p:extLst>
      <p:ext uri="{BB962C8B-B14F-4D97-AF65-F5344CB8AC3E}">
        <p14:creationId xmlns:p14="http://schemas.microsoft.com/office/powerpoint/2010/main" val="6365893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806E2-91D2-005A-85B3-CA12CB4ED2AB}"/>
              </a:ext>
            </a:extLst>
          </p:cNvPr>
          <p:cNvSpPr>
            <a:spLocks noGrp="1"/>
          </p:cNvSpPr>
          <p:nvPr>
            <p:ph type="title"/>
          </p:nvPr>
        </p:nvSpPr>
        <p:spPr>
          <a:xfrm>
            <a:off x="720000" y="-1"/>
            <a:ext cx="7704000" cy="445701"/>
          </a:xfrm>
        </p:spPr>
        <p:txBody>
          <a:bodyPr/>
          <a:lstStyle/>
          <a:p>
            <a:r>
              <a:rPr lang="en-US"/>
              <a:t>Incident Response Runbook</a:t>
            </a:r>
            <a:endParaRPr lang="en-BM"/>
          </a:p>
        </p:txBody>
      </p:sp>
      <p:graphicFrame>
        <p:nvGraphicFramePr>
          <p:cNvPr id="3" name="Table 2">
            <a:extLst>
              <a:ext uri="{FF2B5EF4-FFF2-40B4-BE49-F238E27FC236}">
                <a16:creationId xmlns:a16="http://schemas.microsoft.com/office/drawing/2014/main" id="{10FD9860-3539-3CEC-7617-BFFA17571E36}"/>
              </a:ext>
            </a:extLst>
          </p:cNvPr>
          <p:cNvGraphicFramePr>
            <a:graphicFrameLocks noGrp="1"/>
          </p:cNvGraphicFramePr>
          <p:nvPr>
            <p:extLst>
              <p:ext uri="{D42A27DB-BD31-4B8C-83A1-F6EECF244321}">
                <p14:modId xmlns:p14="http://schemas.microsoft.com/office/powerpoint/2010/main" val="936300446"/>
              </p:ext>
            </p:extLst>
          </p:nvPr>
        </p:nvGraphicFramePr>
        <p:xfrm>
          <a:off x="720000" y="492161"/>
          <a:ext cx="8040030" cy="4389120"/>
        </p:xfrm>
        <a:graphic>
          <a:graphicData uri="http://schemas.openxmlformats.org/drawingml/2006/table">
            <a:tbl>
              <a:tblPr firstRow="1" bandRow="1">
                <a:tableStyleId>{5940675A-B579-460E-94D1-54222C63F5DA}</a:tableStyleId>
              </a:tblPr>
              <a:tblGrid>
                <a:gridCol w="788883">
                  <a:extLst>
                    <a:ext uri="{9D8B030D-6E8A-4147-A177-3AD203B41FA5}">
                      <a16:colId xmlns:a16="http://schemas.microsoft.com/office/drawing/2014/main" val="2191494365"/>
                    </a:ext>
                  </a:extLst>
                </a:gridCol>
                <a:gridCol w="482945">
                  <a:extLst>
                    <a:ext uri="{9D8B030D-6E8A-4147-A177-3AD203B41FA5}">
                      <a16:colId xmlns:a16="http://schemas.microsoft.com/office/drawing/2014/main" val="4209067470"/>
                    </a:ext>
                  </a:extLst>
                </a:gridCol>
                <a:gridCol w="5185494">
                  <a:extLst>
                    <a:ext uri="{9D8B030D-6E8A-4147-A177-3AD203B41FA5}">
                      <a16:colId xmlns:a16="http://schemas.microsoft.com/office/drawing/2014/main" val="1894152320"/>
                    </a:ext>
                  </a:extLst>
                </a:gridCol>
                <a:gridCol w="395677">
                  <a:extLst>
                    <a:ext uri="{9D8B030D-6E8A-4147-A177-3AD203B41FA5}">
                      <a16:colId xmlns:a16="http://schemas.microsoft.com/office/drawing/2014/main" val="3811816895"/>
                    </a:ext>
                  </a:extLst>
                </a:gridCol>
                <a:gridCol w="395677">
                  <a:extLst>
                    <a:ext uri="{9D8B030D-6E8A-4147-A177-3AD203B41FA5}">
                      <a16:colId xmlns:a16="http://schemas.microsoft.com/office/drawing/2014/main" val="156933209"/>
                    </a:ext>
                  </a:extLst>
                </a:gridCol>
                <a:gridCol w="395677">
                  <a:extLst>
                    <a:ext uri="{9D8B030D-6E8A-4147-A177-3AD203B41FA5}">
                      <a16:colId xmlns:a16="http://schemas.microsoft.com/office/drawing/2014/main" val="1459053096"/>
                    </a:ext>
                  </a:extLst>
                </a:gridCol>
                <a:gridCol w="395677">
                  <a:extLst>
                    <a:ext uri="{9D8B030D-6E8A-4147-A177-3AD203B41FA5}">
                      <a16:colId xmlns:a16="http://schemas.microsoft.com/office/drawing/2014/main" val="595208093"/>
                    </a:ext>
                  </a:extLst>
                </a:gridCol>
              </a:tblGrid>
              <a:tr h="157707">
                <a:tc gridSpan="7">
                  <a:txBody>
                    <a:bodyPr/>
                    <a:lstStyle/>
                    <a:p>
                      <a:r>
                        <a:rPr lang="en-US" sz="750">
                          <a:solidFill>
                            <a:schemeClr val="bg1"/>
                          </a:solidFill>
                        </a:rPr>
                        <a:t>Incident response runbook: Access logs anomalies response </a:t>
                      </a:r>
                    </a:p>
                  </a:txBody>
                  <a:tcPr marL="36000" marR="36000">
                    <a:solidFill>
                      <a:schemeClr val="tx1"/>
                    </a:solidFill>
                  </a:tcPr>
                </a:tc>
                <a:tc hMerge="1">
                  <a:txBody>
                    <a:bodyPr/>
                    <a:lstStyle/>
                    <a:p>
                      <a:endParaRPr lang="en-US" sz="900" b="1"/>
                    </a:p>
                  </a:txBody>
                  <a:tcPr marL="36000" marR="36000"/>
                </a:tc>
                <a:tc hMerge="1">
                  <a:txBody>
                    <a:bodyPr/>
                    <a:lstStyle/>
                    <a:p>
                      <a:endParaRPr lang="en-US" sz="900" b="1"/>
                    </a:p>
                  </a:txBody>
                  <a:tcPr marL="36000" marR="36000"/>
                </a:tc>
                <a:tc hMerge="1">
                  <a:txBody>
                    <a:bodyPr/>
                    <a:lstStyle/>
                    <a:p>
                      <a:pPr algn="ctr"/>
                      <a:endParaRPr lang="en-US" sz="900" b="1"/>
                    </a:p>
                  </a:txBody>
                  <a:tcPr marL="36000" marR="36000"/>
                </a:tc>
                <a:tc hMerge="1">
                  <a:txBody>
                    <a:bodyPr/>
                    <a:lstStyle/>
                    <a:p>
                      <a:pPr algn="ctr"/>
                      <a:endParaRPr lang="en-US" sz="900" b="1"/>
                    </a:p>
                  </a:txBody>
                  <a:tcPr marL="36000" marR="36000"/>
                </a:tc>
                <a:tc hMerge="1">
                  <a:txBody>
                    <a:bodyPr/>
                    <a:lstStyle/>
                    <a:p>
                      <a:pPr marL="0" marR="0" lvl="0" indent="0" algn="ctr" defTabSz="685873" rtl="0" eaLnBrk="1" fontAlgn="auto" latinLnBrk="0" hangingPunct="1">
                        <a:lnSpc>
                          <a:spcPct val="100000"/>
                        </a:lnSpc>
                        <a:spcBef>
                          <a:spcPts val="0"/>
                        </a:spcBef>
                        <a:spcAft>
                          <a:spcPts val="0"/>
                        </a:spcAft>
                        <a:buClrTx/>
                        <a:buSzTx/>
                        <a:buFontTx/>
                        <a:buNone/>
                        <a:tabLst/>
                        <a:defRPr/>
                      </a:pPr>
                      <a:endParaRPr lang="en-US" sz="900" b="1"/>
                    </a:p>
                  </a:txBody>
                  <a:tcPr marL="36000" marR="36000"/>
                </a:tc>
                <a:tc hMerge="1">
                  <a:txBody>
                    <a:bodyPr/>
                    <a:lstStyle/>
                    <a:p>
                      <a:pPr algn="ctr"/>
                      <a:endParaRPr lang="en-US" sz="900" b="1"/>
                    </a:p>
                  </a:txBody>
                  <a:tcPr marL="36000" marR="36000"/>
                </a:tc>
                <a:extLst>
                  <a:ext uri="{0D108BD9-81ED-4DB2-BD59-A6C34878D82A}">
                    <a16:rowId xmlns:a16="http://schemas.microsoft.com/office/drawing/2014/main" val="1543910197"/>
                  </a:ext>
                </a:extLst>
              </a:tr>
              <a:tr h="157707">
                <a:tc gridSpan="2">
                  <a:txBody>
                    <a:bodyPr/>
                    <a:lstStyle/>
                    <a:p>
                      <a:r>
                        <a:rPr lang="en-US" sz="750" b="1"/>
                        <a:t>Description</a:t>
                      </a:r>
                    </a:p>
                  </a:txBody>
                  <a:tcPr marL="36000" marR="36000">
                    <a:solidFill>
                      <a:schemeClr val="bg1">
                        <a:lumMod val="75000"/>
                      </a:schemeClr>
                    </a:solidFill>
                  </a:tcPr>
                </a:tc>
                <a:tc hMerge="1">
                  <a:txBody>
                    <a:bodyPr/>
                    <a:lstStyle/>
                    <a:p>
                      <a:endParaRPr lang="en-US" sz="900" b="1"/>
                    </a:p>
                  </a:txBody>
                  <a:tcPr marL="36000" marR="36000"/>
                </a:tc>
                <a:tc gridSpan="5">
                  <a:txBody>
                    <a:bodyPr/>
                    <a:lstStyle/>
                    <a:p>
                      <a:r>
                        <a:rPr lang="en-US" sz="750" b="1"/>
                        <a:t>Respond to anomalies in the access logs </a:t>
                      </a:r>
                      <a:r>
                        <a:rPr lang="en-US" sz="750" b="1" i="0" u="none" strike="noStrike" noProof="0">
                          <a:latin typeface="Arial"/>
                        </a:rPr>
                        <a:t>(SaaS AI Chatbot).</a:t>
                      </a:r>
                      <a:endParaRPr lang="en-US" sz="750" b="1"/>
                    </a:p>
                  </a:txBody>
                  <a:tcPr marL="36000" marR="36000"/>
                </a:tc>
                <a:tc hMerge="1">
                  <a:txBody>
                    <a:bodyPr/>
                    <a:lstStyle/>
                    <a:p>
                      <a:pPr algn="ctr"/>
                      <a:endParaRPr lang="en-US" sz="900" b="1"/>
                    </a:p>
                  </a:txBody>
                  <a:tcPr marL="36000" marR="36000"/>
                </a:tc>
                <a:tc hMerge="1">
                  <a:txBody>
                    <a:bodyPr/>
                    <a:lstStyle/>
                    <a:p>
                      <a:pPr algn="ctr"/>
                      <a:endParaRPr lang="en-US" sz="900" b="1"/>
                    </a:p>
                  </a:txBody>
                  <a:tcPr marL="36000" marR="36000"/>
                </a:tc>
                <a:tc hMerge="1">
                  <a:txBody>
                    <a:bodyPr/>
                    <a:lstStyle/>
                    <a:p>
                      <a:pPr marL="0" marR="0" lvl="0" indent="0" algn="ctr" defTabSz="685873" rtl="0" eaLnBrk="1" fontAlgn="auto" latinLnBrk="0" hangingPunct="1">
                        <a:lnSpc>
                          <a:spcPct val="100000"/>
                        </a:lnSpc>
                        <a:spcBef>
                          <a:spcPts val="0"/>
                        </a:spcBef>
                        <a:spcAft>
                          <a:spcPts val="0"/>
                        </a:spcAft>
                        <a:buClrTx/>
                        <a:buSzTx/>
                        <a:buFontTx/>
                        <a:buNone/>
                        <a:tabLst/>
                        <a:defRPr/>
                      </a:pPr>
                      <a:endParaRPr lang="en-US" sz="900" b="1"/>
                    </a:p>
                  </a:txBody>
                  <a:tcPr marL="36000" marR="36000"/>
                </a:tc>
                <a:tc hMerge="1">
                  <a:txBody>
                    <a:bodyPr/>
                    <a:lstStyle/>
                    <a:p>
                      <a:pPr algn="ctr"/>
                      <a:endParaRPr lang="en-US" sz="900" b="1"/>
                    </a:p>
                  </a:txBody>
                  <a:tcPr marL="36000" marR="36000"/>
                </a:tc>
                <a:extLst>
                  <a:ext uri="{0D108BD9-81ED-4DB2-BD59-A6C34878D82A}">
                    <a16:rowId xmlns:a16="http://schemas.microsoft.com/office/drawing/2014/main" val="2009828658"/>
                  </a:ext>
                </a:extLst>
              </a:tr>
              <a:tr h="157707">
                <a:tc gridSpan="2">
                  <a:txBody>
                    <a:bodyPr/>
                    <a:lstStyle/>
                    <a:p>
                      <a:r>
                        <a:rPr lang="en-US" sz="750" b="1"/>
                        <a:t>Detection Use Case</a:t>
                      </a:r>
                    </a:p>
                  </a:txBody>
                  <a:tcPr marL="36000" marR="36000">
                    <a:solidFill>
                      <a:schemeClr val="bg1">
                        <a:lumMod val="75000"/>
                      </a:schemeClr>
                    </a:solidFill>
                  </a:tcPr>
                </a:tc>
                <a:tc hMerge="1">
                  <a:txBody>
                    <a:bodyPr/>
                    <a:lstStyle/>
                    <a:p>
                      <a:endParaRPr lang="en-US" sz="900" b="1"/>
                    </a:p>
                  </a:txBody>
                  <a:tcPr marL="36000" marR="36000"/>
                </a:tc>
                <a:tc gridSpan="5">
                  <a:txBody>
                    <a:bodyPr/>
                    <a:lstStyle/>
                    <a:p>
                      <a:r>
                        <a:rPr lang="en-US" sz="750" b="1"/>
                        <a:t>Access logs anomalies detection</a:t>
                      </a:r>
                    </a:p>
                  </a:txBody>
                  <a:tcPr marL="36000" marR="36000"/>
                </a:tc>
                <a:tc hMerge="1">
                  <a:txBody>
                    <a:bodyPr/>
                    <a:lstStyle/>
                    <a:p>
                      <a:pPr algn="ctr"/>
                      <a:endParaRPr lang="en-US" sz="900" b="1"/>
                    </a:p>
                  </a:txBody>
                  <a:tcPr marL="36000" marR="36000"/>
                </a:tc>
                <a:tc hMerge="1">
                  <a:txBody>
                    <a:bodyPr/>
                    <a:lstStyle/>
                    <a:p>
                      <a:pPr algn="ctr"/>
                      <a:endParaRPr lang="en-US" sz="900" b="1"/>
                    </a:p>
                  </a:txBody>
                  <a:tcPr marL="36000" marR="36000"/>
                </a:tc>
                <a:tc hMerge="1">
                  <a:txBody>
                    <a:bodyPr/>
                    <a:lstStyle/>
                    <a:p>
                      <a:pPr marL="0" marR="0" lvl="0" indent="0" algn="ctr" defTabSz="685873" rtl="0" eaLnBrk="1" fontAlgn="auto" latinLnBrk="0" hangingPunct="1">
                        <a:lnSpc>
                          <a:spcPct val="100000"/>
                        </a:lnSpc>
                        <a:spcBef>
                          <a:spcPts val="0"/>
                        </a:spcBef>
                        <a:spcAft>
                          <a:spcPts val="0"/>
                        </a:spcAft>
                        <a:buClrTx/>
                        <a:buSzTx/>
                        <a:buFontTx/>
                        <a:buNone/>
                        <a:tabLst/>
                        <a:defRPr/>
                      </a:pPr>
                      <a:endParaRPr lang="en-US" sz="900" b="1"/>
                    </a:p>
                  </a:txBody>
                  <a:tcPr marL="36000" marR="36000"/>
                </a:tc>
                <a:tc hMerge="1">
                  <a:txBody>
                    <a:bodyPr/>
                    <a:lstStyle/>
                    <a:p>
                      <a:pPr algn="ctr"/>
                      <a:endParaRPr lang="en-US" sz="900" b="1"/>
                    </a:p>
                  </a:txBody>
                  <a:tcPr marL="36000" marR="36000"/>
                </a:tc>
                <a:extLst>
                  <a:ext uri="{0D108BD9-81ED-4DB2-BD59-A6C34878D82A}">
                    <a16:rowId xmlns:a16="http://schemas.microsoft.com/office/drawing/2014/main" val="3982911783"/>
                  </a:ext>
                </a:extLst>
              </a:tr>
              <a:tr h="157707">
                <a:tc>
                  <a:txBody>
                    <a:bodyPr/>
                    <a:lstStyle/>
                    <a:p>
                      <a:endParaRPr lang="en-US" sz="750"/>
                    </a:p>
                  </a:txBody>
                  <a:tcPr marL="36000" marR="36000">
                    <a:solidFill>
                      <a:schemeClr val="bg1">
                        <a:lumMod val="75000"/>
                      </a:schemeClr>
                    </a:solidFill>
                  </a:tcPr>
                </a:tc>
                <a:tc>
                  <a:txBody>
                    <a:bodyPr/>
                    <a:lstStyle/>
                    <a:p>
                      <a:r>
                        <a:rPr lang="en-US" sz="750" b="1"/>
                        <a:t>Activity</a:t>
                      </a:r>
                    </a:p>
                  </a:txBody>
                  <a:tcPr marL="36000" marR="36000">
                    <a:solidFill>
                      <a:schemeClr val="bg1">
                        <a:lumMod val="75000"/>
                      </a:schemeClr>
                    </a:solidFill>
                  </a:tcPr>
                </a:tc>
                <a:tc>
                  <a:txBody>
                    <a:bodyPr/>
                    <a:lstStyle/>
                    <a:p>
                      <a:r>
                        <a:rPr lang="en-US" sz="750" b="1"/>
                        <a:t>Description</a:t>
                      </a:r>
                    </a:p>
                  </a:txBody>
                  <a:tcPr marL="36000" marR="36000">
                    <a:solidFill>
                      <a:schemeClr val="bg1">
                        <a:lumMod val="75000"/>
                      </a:schemeClr>
                    </a:solidFill>
                  </a:tcPr>
                </a:tc>
                <a:tc>
                  <a:txBody>
                    <a:bodyPr/>
                    <a:lstStyle/>
                    <a:p>
                      <a:pPr algn="ctr"/>
                      <a:r>
                        <a:rPr lang="en-US" sz="750" b="1"/>
                        <a:t>Tier 1</a:t>
                      </a:r>
                    </a:p>
                  </a:txBody>
                  <a:tcPr marL="36000" marR="36000">
                    <a:solidFill>
                      <a:schemeClr val="bg1">
                        <a:lumMod val="75000"/>
                      </a:schemeClr>
                    </a:solidFill>
                  </a:tcPr>
                </a:tc>
                <a:tc>
                  <a:txBody>
                    <a:bodyPr/>
                    <a:lstStyle/>
                    <a:p>
                      <a:pPr algn="ctr"/>
                      <a:r>
                        <a:rPr lang="en-US" sz="750" b="1"/>
                        <a:t>Tier 2</a:t>
                      </a:r>
                    </a:p>
                  </a:txBody>
                  <a:tcPr marL="36000" marR="36000">
                    <a:solidFill>
                      <a:schemeClr val="bg1">
                        <a:lumMod val="75000"/>
                      </a:schemeClr>
                    </a:solidFill>
                  </a:tcPr>
                </a:tc>
                <a:tc>
                  <a:txBody>
                    <a:bodyPr/>
                    <a:lstStyle/>
                    <a:p>
                      <a:pPr marL="0" marR="0" lvl="0" indent="0" algn="ctr" defTabSz="685873" rtl="0" eaLnBrk="1" fontAlgn="auto" latinLnBrk="0" hangingPunct="1">
                        <a:lnSpc>
                          <a:spcPct val="100000"/>
                        </a:lnSpc>
                        <a:spcBef>
                          <a:spcPts val="0"/>
                        </a:spcBef>
                        <a:spcAft>
                          <a:spcPts val="0"/>
                        </a:spcAft>
                        <a:buClrTx/>
                        <a:buSzTx/>
                        <a:buFontTx/>
                        <a:buNone/>
                        <a:tabLst/>
                        <a:defRPr/>
                      </a:pPr>
                      <a:r>
                        <a:rPr lang="en-US" sz="750" b="1"/>
                        <a:t>Tier 3</a:t>
                      </a:r>
                    </a:p>
                  </a:txBody>
                  <a:tcPr marL="36000" marR="36000">
                    <a:solidFill>
                      <a:schemeClr val="bg1">
                        <a:lumMod val="75000"/>
                      </a:schemeClr>
                    </a:solidFill>
                  </a:tcPr>
                </a:tc>
                <a:tc>
                  <a:txBody>
                    <a:bodyPr/>
                    <a:lstStyle/>
                    <a:p>
                      <a:pPr algn="ctr"/>
                      <a:r>
                        <a:rPr lang="en-US" sz="750" b="1"/>
                        <a:t>Tier 4</a:t>
                      </a:r>
                    </a:p>
                  </a:txBody>
                  <a:tcPr marL="36000" marR="36000">
                    <a:solidFill>
                      <a:schemeClr val="bg1">
                        <a:lumMod val="75000"/>
                      </a:schemeClr>
                    </a:solidFill>
                  </a:tcPr>
                </a:tc>
                <a:extLst>
                  <a:ext uri="{0D108BD9-81ED-4DB2-BD59-A6C34878D82A}">
                    <a16:rowId xmlns:a16="http://schemas.microsoft.com/office/drawing/2014/main" val="170554745"/>
                  </a:ext>
                </a:extLst>
              </a:tr>
              <a:tr h="337944">
                <a:tc rowSpan="2">
                  <a:txBody>
                    <a:bodyPr/>
                    <a:lstStyle/>
                    <a:p>
                      <a:r>
                        <a:rPr lang="en-US" sz="750" b="1"/>
                        <a:t>Identification</a:t>
                      </a:r>
                    </a:p>
                  </a:txBody>
                  <a:tcPr marL="36000" marR="36000">
                    <a:solidFill>
                      <a:schemeClr val="bg1">
                        <a:lumMod val="75000"/>
                      </a:schemeClr>
                    </a:solidFill>
                  </a:tcPr>
                </a:tc>
                <a:tc>
                  <a:txBody>
                    <a:bodyPr/>
                    <a:lstStyle/>
                    <a:p>
                      <a:r>
                        <a:rPr lang="en-US" sz="750"/>
                        <a:t>1.</a:t>
                      </a:r>
                    </a:p>
                  </a:txBody>
                  <a:tcPr marL="36000" marR="36000"/>
                </a:tc>
                <a:tc>
                  <a:txBody>
                    <a:bodyPr/>
                    <a:lstStyle/>
                    <a:p>
                      <a:pPr marL="0" indent="0">
                        <a:buNone/>
                      </a:pPr>
                      <a:r>
                        <a:rPr lang="en-US" sz="750" b="0" i="0" u="none" strike="noStrike" noProof="0"/>
                        <a:t>1. Check the alert and note the time, system and severity.</a:t>
                      </a:r>
                    </a:p>
                    <a:p>
                      <a:pPr marL="0" lvl="0" indent="0">
                        <a:buNone/>
                      </a:pPr>
                      <a:r>
                        <a:rPr lang="en-US" sz="750" b="0" i="0" u="none" strike="noStrike" noProof="0">
                          <a:latin typeface="IBM Plex Sans"/>
                        </a:rPr>
                        <a:t>2. </a:t>
                      </a:r>
                      <a:r>
                        <a:rPr lang="en-US" sz="750" b="0" i="0" u="none" strike="noStrike" noProof="0"/>
                        <a:t>Collect scheduled reports from API Gateway/WAF and partner portal around the alert window.</a:t>
                      </a:r>
                    </a:p>
                    <a:p>
                      <a:pPr marL="0" lvl="0" indent="0">
                        <a:buNone/>
                      </a:pPr>
                      <a:r>
                        <a:rPr lang="en-US" sz="750" b="0" i="0" u="none" strike="noStrike" noProof="0">
                          <a:latin typeface="IBM Plex Sans"/>
                        </a:rPr>
                        <a:t>3. Check if there was any scheduled disruptions such as tests that might have caused the anomaly</a:t>
                      </a:r>
                    </a:p>
                  </a:txBody>
                  <a:tcPr marL="36000" marR="36000"/>
                </a:tc>
                <a:tc>
                  <a:txBody>
                    <a:bodyPr/>
                    <a:lstStyle/>
                    <a:p>
                      <a:pPr algn="ctr"/>
                      <a:r>
                        <a:rPr lang="en-US" sz="750" b="0" i="0" u="none" strike="noStrike" noProof="0">
                          <a:solidFill>
                            <a:srgbClr val="000000"/>
                          </a:solidFill>
                          <a:latin typeface="IBM Plex Sans"/>
                        </a:rPr>
                        <a:t>✔️</a:t>
                      </a:r>
                      <a:endParaRPr lang="en-US" sz="750"/>
                    </a:p>
                  </a:txBody>
                  <a:tcPr marL="36000" marR="36000"/>
                </a:tc>
                <a:tc>
                  <a:txBody>
                    <a:bodyPr/>
                    <a:lstStyle/>
                    <a:p>
                      <a:pPr algn="ctr"/>
                      <a:endParaRPr lang="en-US" sz="750"/>
                    </a:p>
                  </a:txBody>
                  <a:tcPr marL="36000" marR="36000"/>
                </a:tc>
                <a:tc>
                  <a:txBody>
                    <a:bodyPr/>
                    <a:lstStyle/>
                    <a:p>
                      <a:pPr algn="ctr"/>
                      <a:endParaRPr lang="en-US" sz="750"/>
                    </a:p>
                  </a:txBody>
                  <a:tcPr marL="36000" marR="36000"/>
                </a:tc>
                <a:tc>
                  <a:txBody>
                    <a:bodyPr/>
                    <a:lstStyle/>
                    <a:p>
                      <a:pPr algn="ctr"/>
                      <a:endParaRPr lang="en-US" sz="750"/>
                    </a:p>
                  </a:txBody>
                  <a:tcPr marL="36000" marR="36000"/>
                </a:tc>
                <a:extLst>
                  <a:ext uri="{0D108BD9-81ED-4DB2-BD59-A6C34878D82A}">
                    <a16:rowId xmlns:a16="http://schemas.microsoft.com/office/drawing/2014/main" val="1623135509"/>
                  </a:ext>
                </a:extLst>
              </a:tr>
              <a:tr h="428063">
                <a:tc vMerge="1">
                  <a:txBody>
                    <a:bodyPr/>
                    <a:lstStyle/>
                    <a:p>
                      <a:endParaRPr lang="en-US" sz="900" b="1"/>
                    </a:p>
                  </a:txBody>
                  <a:tcPr marL="36000" marR="36000">
                    <a:solidFill>
                      <a:schemeClr val="bg1">
                        <a:lumMod val="75000"/>
                      </a:schemeClr>
                    </a:solidFill>
                  </a:tcPr>
                </a:tc>
                <a:tc>
                  <a:txBody>
                    <a:bodyPr/>
                    <a:lstStyle/>
                    <a:p>
                      <a:r>
                        <a:rPr lang="en-US" sz="750"/>
                        <a:t>2.</a:t>
                      </a:r>
                    </a:p>
                  </a:txBody>
                  <a:tcPr marL="36000" marR="36000"/>
                </a:tc>
                <a:tc>
                  <a:txBody>
                    <a:bodyPr/>
                    <a:lstStyle/>
                    <a:p>
                      <a:pPr marL="0" lvl="0" indent="0">
                        <a:buNone/>
                      </a:pPr>
                      <a:r>
                        <a:rPr lang="en-US" sz="750" b="0" i="0" u="none" strike="noStrike" noProof="0">
                          <a:solidFill>
                            <a:srgbClr val="000000"/>
                          </a:solidFill>
                        </a:rPr>
                        <a:t>1. Link activity to the user and check if there is a difference compared to the normal pattern and check how much impact it can cause. </a:t>
                      </a:r>
                      <a:endParaRPr lang="en-US" sz="750"/>
                    </a:p>
                    <a:p>
                      <a:pPr marL="0" lvl="0" indent="0">
                        <a:buClr>
                          <a:srgbClr val="000000"/>
                        </a:buClr>
                        <a:buNone/>
                      </a:pPr>
                      <a:r>
                        <a:rPr lang="en-US" sz="750" b="0" i="0" u="none" strike="noStrike" noProof="0">
                          <a:solidFill>
                            <a:srgbClr val="000000"/>
                          </a:solidFill>
                          <a:latin typeface="IBM Plex Sans"/>
                        </a:rPr>
                        <a:t>2. </a:t>
                      </a:r>
                      <a:r>
                        <a:rPr lang="en-US" sz="750" b="0" i="0" u="none" strike="noStrike" noProof="0">
                          <a:solidFill>
                            <a:srgbClr val="000000"/>
                          </a:solidFill>
                        </a:rPr>
                        <a:t>Check that the token is valid and not expired, look for unlikely jumps in user location, and make sure traffic is using private links and any unwanted attempts are blocked.</a:t>
                      </a:r>
                    </a:p>
                  </a:txBody>
                  <a:tcPr marL="36000" marR="36000"/>
                </a:tc>
                <a:tc>
                  <a:txBody>
                    <a:bodyPr/>
                    <a:lstStyle/>
                    <a:p>
                      <a:pPr algn="ctr"/>
                      <a:endParaRPr lang="en-US" sz="750"/>
                    </a:p>
                  </a:txBody>
                  <a:tcPr marL="36000" marR="36000"/>
                </a:tc>
                <a:tc>
                  <a:txBody>
                    <a:bodyPr/>
                    <a:lstStyle/>
                    <a:p>
                      <a:pPr marL="0" marR="0" lvl="0" indent="0" algn="ctr" defTabSz="685873" rtl="0" eaLnBrk="1" fontAlgn="auto" latinLnBrk="0" hangingPunct="1">
                        <a:lnSpc>
                          <a:spcPct val="100000"/>
                        </a:lnSpc>
                        <a:spcBef>
                          <a:spcPts val="0"/>
                        </a:spcBef>
                        <a:spcAft>
                          <a:spcPts val="0"/>
                        </a:spcAft>
                        <a:buClrTx/>
                        <a:buSzTx/>
                        <a:buFontTx/>
                        <a:buNone/>
                        <a:tabLst/>
                        <a:defRPr/>
                      </a:pPr>
                      <a:r>
                        <a:rPr lang="en-US" sz="750" b="0" i="0" u="none" strike="noStrike" noProof="0">
                          <a:solidFill>
                            <a:srgbClr val="000000"/>
                          </a:solidFill>
                          <a:latin typeface="IBM Plex Sans"/>
                        </a:rPr>
                        <a:t>✔️</a:t>
                      </a:r>
                      <a:endParaRPr lang="en-US" sz="750"/>
                    </a:p>
                  </a:txBody>
                  <a:tcPr marL="36000" marR="36000"/>
                </a:tc>
                <a:tc>
                  <a:txBody>
                    <a:bodyPr/>
                    <a:lstStyle/>
                    <a:p>
                      <a:pPr algn="ctr"/>
                      <a:endParaRPr lang="en-US" sz="750"/>
                    </a:p>
                  </a:txBody>
                  <a:tcPr marL="36000" marR="36000"/>
                </a:tc>
                <a:tc>
                  <a:txBody>
                    <a:bodyPr/>
                    <a:lstStyle/>
                    <a:p>
                      <a:pPr algn="ctr"/>
                      <a:endParaRPr lang="en-US" sz="750"/>
                    </a:p>
                  </a:txBody>
                  <a:tcPr marL="36000" marR="36000"/>
                </a:tc>
                <a:extLst>
                  <a:ext uri="{0D108BD9-81ED-4DB2-BD59-A6C34878D82A}">
                    <a16:rowId xmlns:a16="http://schemas.microsoft.com/office/drawing/2014/main" val="3017181318"/>
                  </a:ext>
                </a:extLst>
              </a:tr>
              <a:tr h="337944">
                <a:tc rowSpan="2">
                  <a:txBody>
                    <a:bodyPr/>
                    <a:lstStyle/>
                    <a:p>
                      <a:r>
                        <a:rPr lang="en-US" sz="750" b="1"/>
                        <a:t>Containment</a:t>
                      </a:r>
                    </a:p>
                  </a:txBody>
                  <a:tcPr marL="36000" marR="36000">
                    <a:solidFill>
                      <a:schemeClr val="bg1">
                        <a:lumMod val="75000"/>
                      </a:schemeClr>
                    </a:solidFill>
                  </a:tcPr>
                </a:tc>
                <a:tc>
                  <a:txBody>
                    <a:bodyPr/>
                    <a:lstStyle/>
                    <a:p>
                      <a:r>
                        <a:rPr lang="en-US" sz="750"/>
                        <a:t>1.</a:t>
                      </a:r>
                    </a:p>
                  </a:txBody>
                  <a:tcPr marL="36000" marR="36000"/>
                </a:tc>
                <a:tc>
                  <a:txBody>
                    <a:bodyPr/>
                    <a:lstStyle/>
                    <a:p>
                      <a:pPr marL="0" lvl="0" indent="0" algn="l">
                        <a:lnSpc>
                          <a:spcPct val="100000"/>
                        </a:lnSpc>
                        <a:spcBef>
                          <a:spcPts val="0"/>
                        </a:spcBef>
                        <a:spcAft>
                          <a:spcPts val="0"/>
                        </a:spcAft>
                        <a:buNone/>
                      </a:pPr>
                      <a:r>
                        <a:rPr lang="en-US" sz="750" b="0" i="0" u="none" strike="noStrike" noProof="0">
                          <a:solidFill>
                            <a:srgbClr val="000000"/>
                          </a:solidFill>
                        </a:rPr>
                        <a:t>1. Save evidences of all relevant logs and also tighten WAF rules on chatbot routes</a:t>
                      </a:r>
                      <a:endParaRPr lang="en-US" sz="750" b="0" i="0" u="none" strike="noStrike" noProof="0">
                        <a:solidFill>
                          <a:srgbClr val="000000"/>
                        </a:solidFill>
                        <a:latin typeface="IBM Plex Sans"/>
                      </a:endParaRPr>
                    </a:p>
                    <a:p>
                      <a:pPr lvl="0" algn="l">
                        <a:lnSpc>
                          <a:spcPct val="100000"/>
                        </a:lnSpc>
                        <a:spcBef>
                          <a:spcPts val="0"/>
                        </a:spcBef>
                        <a:spcAft>
                          <a:spcPts val="0"/>
                        </a:spcAft>
                        <a:buNone/>
                      </a:pPr>
                      <a:r>
                        <a:rPr lang="en-US" sz="750" b="0" i="0" u="none" strike="noStrike" noProof="0">
                          <a:solidFill>
                            <a:srgbClr val="000000"/>
                          </a:solidFill>
                        </a:rPr>
                        <a:t>2. Enable and tune the rate-limit on the API Gateway</a:t>
                      </a:r>
                      <a:endParaRPr lang="en-US" sz="750"/>
                    </a:p>
                    <a:p>
                      <a:pPr marL="0" lvl="0" indent="0">
                        <a:buNone/>
                      </a:pPr>
                      <a:r>
                        <a:rPr lang="en-US" sz="750" b="0" i="0" u="none" strike="noStrike" noProof="0">
                          <a:solidFill>
                            <a:srgbClr val="000000"/>
                          </a:solidFill>
                        </a:rPr>
                        <a:t>3. Block suspicious IP addresses linked and sources</a:t>
                      </a:r>
                      <a:endParaRPr lang="en-US" sz="750"/>
                    </a:p>
                  </a:txBody>
                  <a:tcPr marL="36000" marR="36000"/>
                </a:tc>
                <a:tc>
                  <a:txBody>
                    <a:bodyPr/>
                    <a:lstStyle/>
                    <a:p>
                      <a:pPr algn="ctr"/>
                      <a:endParaRPr lang="en-US" sz="750"/>
                    </a:p>
                  </a:txBody>
                  <a:tcPr marL="36000" marR="36000"/>
                </a:tc>
                <a:tc>
                  <a:txBody>
                    <a:bodyPr/>
                    <a:lstStyle/>
                    <a:p>
                      <a:pPr lvl="0" algn="ctr">
                        <a:buNone/>
                      </a:pPr>
                      <a:r>
                        <a:rPr lang="en-US" sz="750" b="0" i="0" u="none" strike="noStrike" noProof="0">
                          <a:solidFill>
                            <a:srgbClr val="000000"/>
                          </a:solidFill>
                          <a:latin typeface="IBM Plex Sans"/>
                        </a:rPr>
                        <a:t>✔️</a:t>
                      </a:r>
                      <a:endParaRPr lang="en-US" sz="750"/>
                    </a:p>
                  </a:txBody>
                  <a:tcPr marL="36000" marR="36000"/>
                </a:tc>
                <a:tc>
                  <a:txBody>
                    <a:bodyPr/>
                    <a:lstStyle/>
                    <a:p>
                      <a:pPr algn="ctr"/>
                      <a:endParaRPr lang="en-US" sz="750"/>
                    </a:p>
                  </a:txBody>
                  <a:tcPr marL="36000" marR="36000"/>
                </a:tc>
                <a:tc>
                  <a:txBody>
                    <a:bodyPr/>
                    <a:lstStyle/>
                    <a:p>
                      <a:pPr algn="ctr"/>
                      <a:endParaRPr lang="en-US" sz="750"/>
                    </a:p>
                  </a:txBody>
                  <a:tcPr marL="36000" marR="36000"/>
                </a:tc>
                <a:extLst>
                  <a:ext uri="{0D108BD9-81ED-4DB2-BD59-A6C34878D82A}">
                    <a16:rowId xmlns:a16="http://schemas.microsoft.com/office/drawing/2014/main" val="241914747"/>
                  </a:ext>
                </a:extLst>
              </a:tr>
              <a:tr h="247826">
                <a:tc vMerge="1">
                  <a:txBody>
                    <a:bodyPr/>
                    <a:lstStyle/>
                    <a:p>
                      <a:endParaRPr lang="en-US" sz="900" b="1"/>
                    </a:p>
                  </a:txBody>
                  <a:tcPr marL="36000" marR="36000">
                    <a:solidFill>
                      <a:schemeClr val="bg1">
                        <a:lumMod val="75000"/>
                      </a:schemeClr>
                    </a:solidFill>
                  </a:tcPr>
                </a:tc>
                <a:tc>
                  <a:txBody>
                    <a:bodyPr/>
                    <a:lstStyle/>
                    <a:p>
                      <a:r>
                        <a:rPr lang="en-US" sz="750"/>
                        <a:t>2.</a:t>
                      </a:r>
                    </a:p>
                  </a:txBody>
                  <a:tcPr marL="36000" marR="36000"/>
                </a:tc>
                <a:tc>
                  <a:txBody>
                    <a:bodyPr/>
                    <a:lstStyle/>
                    <a:p>
                      <a:pPr marL="0" lvl="0" indent="0" algn="l">
                        <a:lnSpc>
                          <a:spcPct val="100000"/>
                        </a:lnSpc>
                        <a:spcBef>
                          <a:spcPts val="0"/>
                        </a:spcBef>
                        <a:spcAft>
                          <a:spcPts val="0"/>
                        </a:spcAft>
                        <a:buClr>
                          <a:srgbClr val="000000"/>
                        </a:buClr>
                        <a:buNone/>
                      </a:pPr>
                      <a:r>
                        <a:rPr lang="en-US" sz="750" b="0" i="0" u="none" strike="noStrike" noProof="0">
                          <a:solidFill>
                            <a:srgbClr val="000000"/>
                          </a:solidFill>
                          <a:latin typeface="IBM Plex Sans"/>
                        </a:rPr>
                        <a:t>1.Revoke the suspicious tokens, sessions or API keys.</a:t>
                      </a:r>
                      <a:endParaRPr lang="en-US" sz="750"/>
                    </a:p>
                    <a:p>
                      <a:pPr marL="0" lvl="0" indent="0" algn="l">
                        <a:lnSpc>
                          <a:spcPct val="100000"/>
                        </a:lnSpc>
                        <a:spcBef>
                          <a:spcPts val="0"/>
                        </a:spcBef>
                        <a:spcAft>
                          <a:spcPts val="0"/>
                        </a:spcAft>
                        <a:buNone/>
                      </a:pPr>
                      <a:r>
                        <a:rPr lang="en-US" sz="750" b="0" i="0" u="none" strike="noStrike" noProof="0">
                          <a:solidFill>
                            <a:srgbClr val="000000"/>
                          </a:solidFill>
                          <a:latin typeface="IBM Plex Sans"/>
                        </a:rPr>
                        <a:t>2.Authentication of affected user accounts.</a:t>
                      </a:r>
                      <a:endParaRPr lang="en-US" sz="750"/>
                    </a:p>
                  </a:txBody>
                  <a:tcPr marL="36000" marR="36000"/>
                </a:tc>
                <a:tc>
                  <a:txBody>
                    <a:bodyPr/>
                    <a:lstStyle/>
                    <a:p>
                      <a:pPr algn="ctr"/>
                      <a:endParaRPr lang="en-US" sz="750"/>
                    </a:p>
                  </a:txBody>
                  <a:tcPr marL="36000" marR="36000"/>
                </a:tc>
                <a:tc>
                  <a:txBody>
                    <a:bodyPr/>
                    <a:lstStyle/>
                    <a:p>
                      <a:pPr lvl="0" algn="ctr">
                        <a:buNone/>
                      </a:pPr>
                      <a:r>
                        <a:rPr lang="en-US" sz="750" b="0" i="0" u="none" strike="noStrike" noProof="0">
                          <a:solidFill>
                            <a:srgbClr val="000000"/>
                          </a:solidFill>
                          <a:latin typeface="IBM Plex Sans"/>
                        </a:rPr>
                        <a:t>✔️</a:t>
                      </a:r>
                      <a:endParaRPr lang="en-US" sz="750"/>
                    </a:p>
                  </a:txBody>
                  <a:tcPr marL="36000" marR="36000"/>
                </a:tc>
                <a:tc>
                  <a:txBody>
                    <a:bodyPr/>
                    <a:lstStyle/>
                    <a:p>
                      <a:pPr marL="0" marR="0" lvl="0" indent="0" algn="ctr" defTabSz="685873" rtl="0" eaLnBrk="1" fontAlgn="auto" latinLnBrk="0" hangingPunct="1">
                        <a:lnSpc>
                          <a:spcPct val="100000"/>
                        </a:lnSpc>
                        <a:spcBef>
                          <a:spcPts val="0"/>
                        </a:spcBef>
                        <a:spcAft>
                          <a:spcPts val="0"/>
                        </a:spcAft>
                        <a:buClrTx/>
                        <a:buSzTx/>
                        <a:buFontTx/>
                        <a:buNone/>
                        <a:tabLst/>
                        <a:defRPr/>
                      </a:pPr>
                      <a:endParaRPr lang="en-US" sz="750"/>
                    </a:p>
                  </a:txBody>
                  <a:tcPr marL="36000" marR="36000"/>
                </a:tc>
                <a:tc>
                  <a:txBody>
                    <a:bodyPr/>
                    <a:lstStyle/>
                    <a:p>
                      <a:pPr algn="ctr"/>
                      <a:endParaRPr lang="en-US" sz="750"/>
                    </a:p>
                  </a:txBody>
                  <a:tcPr marL="36000" marR="36000"/>
                </a:tc>
                <a:extLst>
                  <a:ext uri="{0D108BD9-81ED-4DB2-BD59-A6C34878D82A}">
                    <a16:rowId xmlns:a16="http://schemas.microsoft.com/office/drawing/2014/main" val="3184902643"/>
                  </a:ext>
                </a:extLst>
              </a:tr>
              <a:tr h="337944">
                <a:tc rowSpan="2">
                  <a:txBody>
                    <a:bodyPr/>
                    <a:lstStyle/>
                    <a:p>
                      <a:r>
                        <a:rPr lang="en-US" sz="750" b="1"/>
                        <a:t>Eradication</a:t>
                      </a:r>
                    </a:p>
                  </a:txBody>
                  <a:tcPr marL="36000" marR="36000">
                    <a:solidFill>
                      <a:schemeClr val="bg1">
                        <a:lumMod val="75000"/>
                      </a:schemeClr>
                    </a:solidFill>
                  </a:tcPr>
                </a:tc>
                <a:tc>
                  <a:txBody>
                    <a:bodyPr/>
                    <a:lstStyle/>
                    <a:p>
                      <a:r>
                        <a:rPr lang="en-US" sz="750"/>
                        <a:t>1.</a:t>
                      </a:r>
                    </a:p>
                  </a:txBody>
                  <a:tcPr marL="36000" marR="36000"/>
                </a:tc>
                <a:tc>
                  <a:txBody>
                    <a:bodyPr/>
                    <a:lstStyle/>
                    <a:p>
                      <a:pPr lvl="0" algn="l">
                        <a:lnSpc>
                          <a:spcPct val="100000"/>
                        </a:lnSpc>
                        <a:spcBef>
                          <a:spcPts val="0"/>
                        </a:spcBef>
                        <a:spcAft>
                          <a:spcPts val="0"/>
                        </a:spcAft>
                        <a:buNone/>
                      </a:pPr>
                      <a:r>
                        <a:rPr lang="en-US" sz="750" b="0" i="0" u="none" strike="noStrike" noProof="0">
                          <a:latin typeface="Arial"/>
                        </a:rPr>
                        <a:t>1. Investigate the root cause and how the incident occurred.</a:t>
                      </a:r>
                    </a:p>
                    <a:p>
                      <a:pPr lvl="0" algn="l">
                        <a:lnSpc>
                          <a:spcPct val="100000"/>
                        </a:lnSpc>
                        <a:spcBef>
                          <a:spcPts val="0"/>
                        </a:spcBef>
                        <a:spcAft>
                          <a:spcPts val="0"/>
                        </a:spcAft>
                        <a:buNone/>
                      </a:pPr>
                      <a:r>
                        <a:rPr lang="en-US" sz="750" b="0" i="0" u="none" strike="noStrike" noProof="0">
                          <a:latin typeface="Arial"/>
                        </a:rPr>
                        <a:t>2. Restrict and eliminate the unauthorized access used in the incident.</a:t>
                      </a:r>
                    </a:p>
                    <a:p>
                      <a:pPr marL="0" lvl="0" indent="0">
                        <a:buNone/>
                      </a:pPr>
                      <a:r>
                        <a:rPr lang="en-US" sz="750" b="0" i="0" u="none" strike="noStrike" noProof="0">
                          <a:latin typeface="Arial"/>
                        </a:rPr>
                        <a:t>3. Identify the pattern used to gain unauthorized access to the system.</a:t>
                      </a:r>
                    </a:p>
                  </a:txBody>
                  <a:tcPr marL="36000" marR="36000"/>
                </a:tc>
                <a:tc>
                  <a:txBody>
                    <a:bodyPr/>
                    <a:lstStyle/>
                    <a:p>
                      <a:pPr algn="ctr"/>
                      <a:endParaRPr lang="en-US" sz="750"/>
                    </a:p>
                  </a:txBody>
                  <a:tcPr marL="36000" marR="36000"/>
                </a:tc>
                <a:tc>
                  <a:txBody>
                    <a:bodyPr/>
                    <a:lstStyle/>
                    <a:p>
                      <a:pPr lvl="0" algn="ctr">
                        <a:buNone/>
                      </a:pPr>
                      <a:r>
                        <a:rPr lang="en-US" sz="750" b="0" i="0" u="none" strike="noStrike" noProof="0">
                          <a:solidFill>
                            <a:srgbClr val="000000"/>
                          </a:solidFill>
                          <a:latin typeface="IBM Plex Sans"/>
                        </a:rPr>
                        <a:t>✔️</a:t>
                      </a:r>
                      <a:endParaRPr lang="en-US" sz="750"/>
                    </a:p>
                  </a:txBody>
                  <a:tcPr marL="36000" marR="36000"/>
                </a:tc>
                <a:tc>
                  <a:txBody>
                    <a:bodyPr/>
                    <a:lstStyle/>
                    <a:p>
                      <a:pPr algn="ctr"/>
                      <a:endParaRPr lang="en-US" sz="750"/>
                    </a:p>
                  </a:txBody>
                  <a:tcPr marL="36000" marR="36000"/>
                </a:tc>
                <a:tc>
                  <a:txBody>
                    <a:bodyPr/>
                    <a:lstStyle/>
                    <a:p>
                      <a:pPr algn="ctr"/>
                      <a:endParaRPr lang="en-US" sz="750"/>
                    </a:p>
                  </a:txBody>
                  <a:tcPr marL="36000" marR="36000"/>
                </a:tc>
                <a:extLst>
                  <a:ext uri="{0D108BD9-81ED-4DB2-BD59-A6C34878D82A}">
                    <a16:rowId xmlns:a16="http://schemas.microsoft.com/office/drawing/2014/main" val="2853764796"/>
                  </a:ext>
                </a:extLst>
              </a:tr>
              <a:tr h="337944">
                <a:tc vMerge="1">
                  <a:txBody>
                    <a:bodyPr/>
                    <a:lstStyle/>
                    <a:p>
                      <a:endParaRPr lang="en-US" sz="900" b="1"/>
                    </a:p>
                  </a:txBody>
                  <a:tcPr marL="36000" marR="36000">
                    <a:solidFill>
                      <a:schemeClr val="bg1">
                        <a:lumMod val="75000"/>
                      </a:schemeClr>
                    </a:solidFill>
                  </a:tcPr>
                </a:tc>
                <a:tc>
                  <a:txBody>
                    <a:bodyPr/>
                    <a:lstStyle/>
                    <a:p>
                      <a:r>
                        <a:rPr lang="en-US" sz="750"/>
                        <a:t>2.</a:t>
                      </a:r>
                    </a:p>
                  </a:txBody>
                  <a:tcPr marL="36000" marR="36000"/>
                </a:tc>
                <a:tc>
                  <a:txBody>
                    <a:bodyPr/>
                    <a:lstStyle/>
                    <a:p>
                      <a:pPr marL="0" indent="0">
                        <a:buNone/>
                      </a:pPr>
                      <a:r>
                        <a:rPr lang="en-US" sz="750"/>
                        <a:t>1.  Approve long term fixes to ensure the weakness is removed. </a:t>
                      </a:r>
                    </a:p>
                    <a:p>
                      <a:pPr marL="0" lvl="0" indent="0">
                        <a:buNone/>
                      </a:pPr>
                      <a:r>
                        <a:rPr lang="en-US" sz="750"/>
                        <a:t>2. Apply changes such as configuration updates.</a:t>
                      </a:r>
                    </a:p>
                    <a:p>
                      <a:pPr marL="0" lvl="0" indent="0">
                        <a:buNone/>
                      </a:pPr>
                      <a:r>
                        <a:rPr lang="en-US" sz="750"/>
                        <a:t>3. Check that they have been completed.</a:t>
                      </a:r>
                    </a:p>
                  </a:txBody>
                  <a:tcPr marL="36000" marR="36000"/>
                </a:tc>
                <a:tc>
                  <a:txBody>
                    <a:bodyPr/>
                    <a:lstStyle/>
                    <a:p>
                      <a:pPr algn="ctr"/>
                      <a:endParaRPr lang="en-US" sz="750"/>
                    </a:p>
                  </a:txBody>
                  <a:tcPr marL="36000" marR="36000"/>
                </a:tc>
                <a:tc>
                  <a:txBody>
                    <a:bodyPr/>
                    <a:lstStyle/>
                    <a:p>
                      <a:pPr algn="ctr"/>
                      <a:endParaRPr lang="en-US" sz="750"/>
                    </a:p>
                  </a:txBody>
                  <a:tcPr marL="36000" marR="36000"/>
                </a:tc>
                <a:tc>
                  <a:txBody>
                    <a:bodyPr/>
                    <a:lstStyle/>
                    <a:p>
                      <a:pPr lvl="0" algn="ctr">
                        <a:buNone/>
                      </a:pPr>
                      <a:r>
                        <a:rPr lang="en-US" sz="750" b="0" i="0" u="none" strike="noStrike" noProof="0">
                          <a:solidFill>
                            <a:srgbClr val="000000"/>
                          </a:solidFill>
                          <a:latin typeface="IBM Plex Sans"/>
                        </a:rPr>
                        <a:t>✔️</a:t>
                      </a:r>
                      <a:endParaRPr lang="en-US" sz="750"/>
                    </a:p>
                  </a:txBody>
                  <a:tcPr marL="36000" marR="36000"/>
                </a:tc>
                <a:tc>
                  <a:txBody>
                    <a:bodyPr/>
                    <a:lstStyle/>
                    <a:p>
                      <a:pPr algn="ctr"/>
                      <a:endParaRPr lang="en-US" sz="750"/>
                    </a:p>
                  </a:txBody>
                  <a:tcPr marL="36000" marR="36000"/>
                </a:tc>
                <a:extLst>
                  <a:ext uri="{0D108BD9-81ED-4DB2-BD59-A6C34878D82A}">
                    <a16:rowId xmlns:a16="http://schemas.microsoft.com/office/drawing/2014/main" val="12314530"/>
                  </a:ext>
                </a:extLst>
              </a:tr>
              <a:tr h="247826">
                <a:tc rowSpan="2">
                  <a:txBody>
                    <a:bodyPr/>
                    <a:lstStyle/>
                    <a:p>
                      <a:r>
                        <a:rPr lang="en-US" sz="750" b="1"/>
                        <a:t>Recovery</a:t>
                      </a:r>
                    </a:p>
                  </a:txBody>
                  <a:tcPr marL="36000" marR="36000">
                    <a:solidFill>
                      <a:schemeClr val="bg1">
                        <a:lumMod val="75000"/>
                      </a:schemeClr>
                    </a:solidFill>
                  </a:tcPr>
                </a:tc>
                <a:tc>
                  <a:txBody>
                    <a:bodyPr/>
                    <a:lstStyle/>
                    <a:p>
                      <a:r>
                        <a:rPr lang="en-US" sz="750"/>
                        <a:t>1.</a:t>
                      </a:r>
                    </a:p>
                  </a:txBody>
                  <a:tcPr marL="36000" marR="36000"/>
                </a:tc>
                <a:tc>
                  <a:txBody>
                    <a:bodyPr/>
                    <a:lstStyle/>
                    <a:p>
                      <a:pPr marL="0" lvl="0" indent="0">
                        <a:buNone/>
                      </a:pPr>
                      <a:r>
                        <a:rPr lang="en-US" sz="750" b="0" i="0" u="none" strike="noStrike" noProof="0">
                          <a:solidFill>
                            <a:srgbClr val="000000"/>
                          </a:solidFill>
                          <a:latin typeface="IBM Plex Sans"/>
                        </a:rPr>
                        <a:t>1.  Remove the temporary limits.</a:t>
                      </a:r>
                    </a:p>
                    <a:p>
                      <a:pPr marL="0" lvl="0" indent="0">
                        <a:buNone/>
                      </a:pPr>
                      <a:r>
                        <a:rPr lang="en-US" sz="750" b="0" i="0" u="none" strike="noStrike" noProof="0">
                          <a:solidFill>
                            <a:srgbClr val="000000"/>
                          </a:solidFill>
                        </a:rPr>
                        <a:t>2. Verify that the chatbot is working normally; continue monitoring.</a:t>
                      </a:r>
                      <a:endParaRPr lang="en-US" sz="750"/>
                    </a:p>
                  </a:txBody>
                  <a:tcPr marL="36000" marR="36000"/>
                </a:tc>
                <a:tc>
                  <a:txBody>
                    <a:bodyPr/>
                    <a:lstStyle/>
                    <a:p>
                      <a:pPr algn="ctr"/>
                      <a:endParaRPr lang="en-US" sz="750"/>
                    </a:p>
                  </a:txBody>
                  <a:tcPr marL="36000" marR="36000"/>
                </a:tc>
                <a:tc>
                  <a:txBody>
                    <a:bodyPr/>
                    <a:lstStyle/>
                    <a:p>
                      <a:pPr lvl="0" algn="ctr">
                        <a:buNone/>
                      </a:pPr>
                      <a:r>
                        <a:rPr lang="en-US" sz="750" b="0" i="0" u="none" strike="noStrike" noProof="0">
                          <a:solidFill>
                            <a:srgbClr val="000000"/>
                          </a:solidFill>
                          <a:latin typeface="IBM Plex Sans"/>
                        </a:rPr>
                        <a:t>✔️</a:t>
                      </a:r>
                      <a:endParaRPr lang="en-US" sz="750"/>
                    </a:p>
                  </a:txBody>
                  <a:tcPr marL="36000" marR="36000"/>
                </a:tc>
                <a:tc>
                  <a:txBody>
                    <a:bodyPr/>
                    <a:lstStyle/>
                    <a:p>
                      <a:pPr algn="ctr"/>
                      <a:endParaRPr lang="en-US" sz="750"/>
                    </a:p>
                  </a:txBody>
                  <a:tcPr marL="36000" marR="36000"/>
                </a:tc>
                <a:tc>
                  <a:txBody>
                    <a:bodyPr/>
                    <a:lstStyle/>
                    <a:p>
                      <a:pPr algn="ctr"/>
                      <a:endParaRPr lang="en-US" sz="750"/>
                    </a:p>
                  </a:txBody>
                  <a:tcPr marL="36000" marR="36000"/>
                </a:tc>
                <a:extLst>
                  <a:ext uri="{0D108BD9-81ED-4DB2-BD59-A6C34878D82A}">
                    <a16:rowId xmlns:a16="http://schemas.microsoft.com/office/drawing/2014/main" val="2345478482"/>
                  </a:ext>
                </a:extLst>
              </a:tr>
              <a:tr h="247826">
                <a:tc vMerge="1">
                  <a:txBody>
                    <a:bodyPr/>
                    <a:lstStyle/>
                    <a:p>
                      <a:endParaRPr lang="en-US" sz="900" b="1"/>
                    </a:p>
                  </a:txBody>
                  <a:tcPr marL="36000" marR="36000">
                    <a:solidFill>
                      <a:schemeClr val="bg1">
                        <a:lumMod val="75000"/>
                      </a:schemeClr>
                    </a:solidFill>
                  </a:tcPr>
                </a:tc>
                <a:tc>
                  <a:txBody>
                    <a:bodyPr/>
                    <a:lstStyle/>
                    <a:p>
                      <a:r>
                        <a:rPr lang="en-US" sz="750"/>
                        <a:t>2.</a:t>
                      </a:r>
                    </a:p>
                  </a:txBody>
                  <a:tcPr marL="36000" marR="36000"/>
                </a:tc>
                <a:tc>
                  <a:txBody>
                    <a:bodyPr/>
                    <a:lstStyle/>
                    <a:p>
                      <a:pPr lvl="0" algn="l">
                        <a:lnSpc>
                          <a:spcPct val="100000"/>
                        </a:lnSpc>
                        <a:spcBef>
                          <a:spcPts val="0"/>
                        </a:spcBef>
                        <a:spcAft>
                          <a:spcPts val="0"/>
                        </a:spcAft>
                        <a:buNone/>
                      </a:pPr>
                      <a:r>
                        <a:rPr lang="en-US" sz="750" b="0" i="0" u="none" strike="noStrike" noProof="0">
                          <a:solidFill>
                            <a:srgbClr val="000000"/>
                          </a:solidFill>
                        </a:rPr>
                        <a:t>1. Notify service providers (partners, MSS, carriers) that normal service has returned to normal.</a:t>
                      </a:r>
                    </a:p>
                    <a:p>
                      <a:pPr marL="0" lvl="0" indent="0">
                        <a:buNone/>
                      </a:pPr>
                      <a:r>
                        <a:rPr lang="en-US" sz="750" b="0" i="0" u="none" strike="noStrike" noProof="0">
                          <a:solidFill>
                            <a:srgbClr val="000000"/>
                          </a:solidFill>
                        </a:rPr>
                        <a:t>2. Coordinate legal notices, if necessary, and officially declare the incident closed.</a:t>
                      </a:r>
                    </a:p>
                  </a:txBody>
                  <a:tcPr marL="36000" marR="36000"/>
                </a:tc>
                <a:tc>
                  <a:txBody>
                    <a:bodyPr/>
                    <a:lstStyle/>
                    <a:p>
                      <a:pPr algn="ctr"/>
                      <a:endParaRPr lang="en-US" sz="750"/>
                    </a:p>
                  </a:txBody>
                  <a:tcPr marL="36000" marR="36000"/>
                </a:tc>
                <a:tc>
                  <a:txBody>
                    <a:bodyPr/>
                    <a:lstStyle/>
                    <a:p>
                      <a:pPr algn="ctr"/>
                      <a:endParaRPr lang="en-US" sz="750"/>
                    </a:p>
                  </a:txBody>
                  <a:tcPr marL="36000" marR="36000"/>
                </a:tc>
                <a:tc>
                  <a:txBody>
                    <a:bodyPr/>
                    <a:lstStyle/>
                    <a:p>
                      <a:pPr lvl="0" algn="ctr">
                        <a:buNone/>
                      </a:pPr>
                      <a:r>
                        <a:rPr lang="en-US" sz="750" b="0" i="0" u="none" strike="noStrike" noProof="0">
                          <a:solidFill>
                            <a:srgbClr val="000000"/>
                          </a:solidFill>
                          <a:latin typeface="IBM Plex Sans"/>
                        </a:rPr>
                        <a:t>✔️</a:t>
                      </a:r>
                      <a:endParaRPr lang="en-US" sz="750"/>
                    </a:p>
                  </a:txBody>
                  <a:tcPr marL="36000" marR="36000"/>
                </a:tc>
                <a:tc>
                  <a:txBody>
                    <a:bodyPr/>
                    <a:lstStyle/>
                    <a:p>
                      <a:pPr algn="ctr"/>
                      <a:endParaRPr lang="en-US" sz="750"/>
                    </a:p>
                  </a:txBody>
                  <a:tcPr marL="36000" marR="36000"/>
                </a:tc>
                <a:extLst>
                  <a:ext uri="{0D108BD9-81ED-4DB2-BD59-A6C34878D82A}">
                    <a16:rowId xmlns:a16="http://schemas.microsoft.com/office/drawing/2014/main" val="1910893871"/>
                  </a:ext>
                </a:extLst>
              </a:tr>
              <a:tr h="247826">
                <a:tc>
                  <a:txBody>
                    <a:bodyPr/>
                    <a:lstStyle/>
                    <a:p>
                      <a:r>
                        <a:rPr lang="en-US" sz="750" b="1"/>
                        <a:t>Post-Incident Review</a:t>
                      </a:r>
                    </a:p>
                  </a:txBody>
                  <a:tcPr marL="36000" marR="36000">
                    <a:solidFill>
                      <a:schemeClr val="bg1">
                        <a:lumMod val="75000"/>
                      </a:schemeClr>
                    </a:solidFill>
                  </a:tcPr>
                </a:tc>
                <a:tc>
                  <a:txBody>
                    <a:bodyPr/>
                    <a:lstStyle/>
                    <a:p>
                      <a:r>
                        <a:rPr lang="en-US" sz="750"/>
                        <a:t>1.</a:t>
                      </a:r>
                    </a:p>
                  </a:txBody>
                  <a:tcPr marL="36000" marR="36000"/>
                </a:tc>
                <a:tc>
                  <a:txBody>
                    <a:bodyPr/>
                    <a:lstStyle/>
                    <a:p>
                      <a:pPr marL="0" indent="0">
                        <a:buNone/>
                      </a:pPr>
                      <a:r>
                        <a:rPr lang="en-US" sz="750"/>
                        <a:t>1. Review incident records.</a:t>
                      </a:r>
                    </a:p>
                    <a:p>
                      <a:pPr marL="0" lvl="0" indent="0">
                        <a:buNone/>
                      </a:pPr>
                      <a:r>
                        <a:rPr lang="en-US" sz="750"/>
                        <a:t>2. Record the updates improvements on the detection rules.</a:t>
                      </a:r>
                    </a:p>
                  </a:txBody>
                  <a:tcPr marL="36000" marR="36000"/>
                </a:tc>
                <a:tc>
                  <a:txBody>
                    <a:bodyPr/>
                    <a:lstStyle/>
                    <a:p>
                      <a:pPr algn="ctr"/>
                      <a:endParaRPr lang="en-US" sz="750"/>
                    </a:p>
                  </a:txBody>
                  <a:tcPr marL="36000" marR="36000"/>
                </a:tc>
                <a:tc>
                  <a:txBody>
                    <a:bodyPr/>
                    <a:lstStyle/>
                    <a:p>
                      <a:pPr algn="ctr"/>
                      <a:endParaRPr lang="en-US" sz="750"/>
                    </a:p>
                  </a:txBody>
                  <a:tcPr marL="36000" marR="36000"/>
                </a:tc>
                <a:tc>
                  <a:txBody>
                    <a:bodyPr/>
                    <a:lstStyle/>
                    <a:p>
                      <a:pPr algn="ctr"/>
                      <a:endParaRPr lang="en-US" sz="750"/>
                    </a:p>
                  </a:txBody>
                  <a:tcPr marL="36000" marR="36000"/>
                </a:tc>
                <a:tc>
                  <a:txBody>
                    <a:bodyPr/>
                    <a:lstStyle/>
                    <a:p>
                      <a:pPr lvl="0" algn="ctr">
                        <a:buNone/>
                      </a:pPr>
                      <a:r>
                        <a:rPr lang="en-US" sz="750" b="0" i="0" u="none" strike="noStrike" noProof="0">
                          <a:solidFill>
                            <a:srgbClr val="000000"/>
                          </a:solidFill>
                          <a:latin typeface="IBM Plex Sans"/>
                        </a:rPr>
                        <a:t>✔️</a:t>
                      </a:r>
                      <a:endParaRPr lang="en-US" sz="750"/>
                    </a:p>
                  </a:txBody>
                  <a:tcPr marL="36000" marR="36000"/>
                </a:tc>
                <a:extLst>
                  <a:ext uri="{0D108BD9-81ED-4DB2-BD59-A6C34878D82A}">
                    <a16:rowId xmlns:a16="http://schemas.microsoft.com/office/drawing/2014/main" val="2692183238"/>
                  </a:ext>
                </a:extLst>
              </a:tr>
            </a:tbl>
          </a:graphicData>
        </a:graphic>
      </p:graphicFrame>
      <p:sp>
        <p:nvSpPr>
          <p:cNvPr id="5" name="Title 1">
            <a:extLst>
              <a:ext uri="{FF2B5EF4-FFF2-40B4-BE49-F238E27FC236}">
                <a16:creationId xmlns:a16="http://schemas.microsoft.com/office/drawing/2014/main" id="{76CDEDB3-54B1-2516-4E74-250364D040E5}"/>
              </a:ext>
            </a:extLst>
          </p:cNvPr>
          <p:cNvSpPr txBox="1">
            <a:spLocks/>
          </p:cNvSpPr>
          <p:nvPr/>
        </p:nvSpPr>
        <p:spPr>
          <a:xfrm>
            <a:off x="7261259" y="4943381"/>
            <a:ext cx="1553978" cy="992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Poppins"/>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2pPr>
            <a:lvl3pPr marR="0" lvl="2"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3pPr>
            <a:lvl4pPr marR="0" lvl="3"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4pPr>
            <a:lvl5pPr marR="0" lvl="4"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5pPr>
            <a:lvl6pPr marR="0" lvl="5"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6pPr>
            <a:lvl7pPr marR="0" lvl="6"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7pPr>
            <a:lvl8pPr marR="0" lvl="7"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8pPr>
            <a:lvl9pPr marR="0" lvl="8" algn="l" rtl="0">
              <a:lnSpc>
                <a:spcPct val="100000"/>
              </a:lnSpc>
              <a:spcBef>
                <a:spcPts val="0"/>
              </a:spcBef>
              <a:spcAft>
                <a:spcPts val="0"/>
              </a:spcAft>
              <a:buClr>
                <a:schemeClr val="dk1"/>
              </a:buClr>
              <a:buSzPts val="3000"/>
              <a:buFont typeface="Poppins"/>
              <a:buNone/>
              <a:defRPr sz="3000" b="1" i="0" u="none" strike="noStrike" cap="none">
                <a:solidFill>
                  <a:schemeClr val="dk1"/>
                </a:solidFill>
                <a:latin typeface="Poppins"/>
                <a:ea typeface="Poppins"/>
                <a:cs typeface="Poppins"/>
                <a:sym typeface="Poppins"/>
              </a:defRPr>
            </a:lvl9pPr>
          </a:lstStyle>
          <a:p>
            <a:r>
              <a:rPr lang="en-GB" sz="900"/>
              <a:t>Winnie Wanjiku </a:t>
            </a:r>
            <a:r>
              <a:rPr lang="en-GB" sz="900" err="1"/>
              <a:t>Githua</a:t>
            </a:r>
            <a:endParaRPr lang="en-US" err="1"/>
          </a:p>
        </p:txBody>
      </p:sp>
    </p:spTree>
    <p:extLst>
      <p:ext uri="{BB962C8B-B14F-4D97-AF65-F5344CB8AC3E}">
        <p14:creationId xmlns:p14="http://schemas.microsoft.com/office/powerpoint/2010/main" val="33263956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89EB2-FA8B-78D5-F0C7-6E9EB5FA5F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6DC452-B687-E685-B630-8C1418DFBD6C}"/>
              </a:ext>
            </a:extLst>
          </p:cNvPr>
          <p:cNvSpPr>
            <a:spLocks noGrp="1"/>
          </p:cNvSpPr>
          <p:nvPr>
            <p:ph type="title"/>
          </p:nvPr>
        </p:nvSpPr>
        <p:spPr/>
        <p:txBody>
          <a:bodyPr/>
          <a:lstStyle/>
          <a:p>
            <a:r>
              <a:rPr lang="en-GB" sz="3600" noProof="0"/>
              <a:t>Appendix</a:t>
            </a:r>
          </a:p>
        </p:txBody>
      </p:sp>
    </p:spTree>
    <p:extLst>
      <p:ext uri="{BB962C8B-B14F-4D97-AF65-F5344CB8AC3E}">
        <p14:creationId xmlns:p14="http://schemas.microsoft.com/office/powerpoint/2010/main" val="6689643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F2D55-DFDC-A150-FE05-C5BF0ECE5328}"/>
              </a:ext>
            </a:extLst>
          </p:cNvPr>
          <p:cNvSpPr>
            <a:spLocks noGrp="1"/>
          </p:cNvSpPr>
          <p:nvPr>
            <p:ph type="title"/>
          </p:nvPr>
        </p:nvSpPr>
        <p:spPr>
          <a:xfrm>
            <a:off x="713250" y="114825"/>
            <a:ext cx="7717500" cy="572700"/>
          </a:xfrm>
        </p:spPr>
        <p:txBody>
          <a:bodyPr/>
          <a:lstStyle/>
          <a:p>
            <a:r>
              <a:rPr lang="en-US"/>
              <a:t>Risks</a:t>
            </a:r>
            <a:endParaRPr lang="en-BM"/>
          </a:p>
        </p:txBody>
      </p:sp>
      <p:graphicFrame>
        <p:nvGraphicFramePr>
          <p:cNvPr id="4" name="Group 78">
            <a:extLst>
              <a:ext uri="{FF2B5EF4-FFF2-40B4-BE49-F238E27FC236}">
                <a16:creationId xmlns:a16="http://schemas.microsoft.com/office/drawing/2014/main" id="{E989B6C4-6E22-D862-EB83-D8BF2629F404}"/>
              </a:ext>
            </a:extLst>
          </p:cNvPr>
          <p:cNvGraphicFramePr>
            <a:graphicFrameLocks/>
          </p:cNvGraphicFramePr>
          <p:nvPr>
            <p:extLst>
              <p:ext uri="{D42A27DB-BD31-4B8C-83A1-F6EECF244321}">
                <p14:modId xmlns:p14="http://schemas.microsoft.com/office/powerpoint/2010/main" val="283362354"/>
              </p:ext>
            </p:extLst>
          </p:nvPr>
        </p:nvGraphicFramePr>
        <p:xfrm>
          <a:off x="366750" y="998730"/>
          <a:ext cx="8640000" cy="3146040"/>
        </p:xfrm>
        <a:graphic>
          <a:graphicData uri="http://schemas.openxmlformats.org/drawingml/2006/table">
            <a:tbl>
              <a:tblPr/>
              <a:tblGrid>
                <a:gridCol w="3460906">
                  <a:extLst>
                    <a:ext uri="{9D8B030D-6E8A-4147-A177-3AD203B41FA5}">
                      <a16:colId xmlns:a16="http://schemas.microsoft.com/office/drawing/2014/main" val="20002"/>
                    </a:ext>
                  </a:extLst>
                </a:gridCol>
                <a:gridCol w="3726539">
                  <a:extLst>
                    <a:ext uri="{9D8B030D-6E8A-4147-A177-3AD203B41FA5}">
                      <a16:colId xmlns:a16="http://schemas.microsoft.com/office/drawing/2014/main" val="20006"/>
                    </a:ext>
                  </a:extLst>
                </a:gridCol>
                <a:gridCol w="1452555">
                  <a:extLst>
                    <a:ext uri="{9D8B030D-6E8A-4147-A177-3AD203B41FA5}">
                      <a16:colId xmlns:a16="http://schemas.microsoft.com/office/drawing/2014/main" val="1293521922"/>
                    </a:ext>
                  </a:extLst>
                </a:gridCol>
              </a:tblGrid>
              <a:tr h="245160">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900" b="1" i="0" u="none" strike="noStrike" cap="none" normalizeH="0" baseline="0">
                          <a:ln>
                            <a:noFill/>
                          </a:ln>
                          <a:solidFill>
                            <a:srgbClr val="000000"/>
                          </a:solidFill>
                          <a:effectLst/>
                          <a:latin typeface="+mn-lt"/>
                          <a:ea typeface="ＭＳ Ｐゴシック"/>
                        </a:rPr>
                        <a:t>Statement</a:t>
                      </a:r>
                    </a:p>
                  </a:txBody>
                  <a:tcPr marL="54000" marR="54000" marT="54000" marB="5400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900" b="1" i="0" u="none" strike="noStrike" cap="none" normalizeH="0" baseline="0">
                          <a:ln>
                            <a:noFill/>
                          </a:ln>
                          <a:solidFill>
                            <a:srgbClr val="000000"/>
                          </a:solidFill>
                          <a:effectLst/>
                          <a:latin typeface="+mn-lt"/>
                          <a:ea typeface="ＭＳ Ｐゴシック"/>
                        </a:rPr>
                        <a:t>Action(s)</a:t>
                      </a:r>
                    </a:p>
                  </a:txBody>
                  <a:tcPr marL="54000" marR="54000" marT="54000" marB="5400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900" b="1" i="0" u="none" strike="noStrike" cap="none" normalizeH="0" baseline="0">
                          <a:ln>
                            <a:noFill/>
                          </a:ln>
                          <a:solidFill>
                            <a:srgbClr val="000000"/>
                          </a:solidFill>
                          <a:effectLst/>
                          <a:latin typeface="+mn-lt"/>
                          <a:ea typeface="ＭＳ Ｐゴシック"/>
                        </a:rPr>
                        <a:t>Owner &amp; Date</a:t>
                      </a:r>
                    </a:p>
                  </a:txBody>
                  <a:tcPr marL="54000" marR="54000" marT="54000" marB="5400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9480">
                <a:tc>
                  <a:txBody>
                    <a:bodyPr/>
                    <a:lstStyle/>
                    <a:p>
                      <a:pPr marL="0" marR="0" lvl="0" indent="0" algn="l">
                        <a:lnSpc>
                          <a:spcPct val="100000"/>
                        </a:lnSpc>
                        <a:spcBef>
                          <a:spcPct val="0"/>
                        </a:spcBef>
                        <a:spcAft>
                          <a:spcPct val="0"/>
                        </a:spcAft>
                        <a:buNone/>
                      </a:pPr>
                      <a:r>
                        <a:rPr lang="en-GB" sz="900" b="1" i="0" u="none" strike="noStrike" cap="none" normalizeH="0" baseline="0" noProof="0">
                          <a:ln>
                            <a:noFill/>
                          </a:ln>
                          <a:solidFill>
                            <a:srgbClr val="000000"/>
                          </a:solidFill>
                          <a:effectLst/>
                          <a:latin typeface="IBM Plex Sans" panose="020B0503050203000203" pitchFamily="34" charset="0"/>
                        </a:rPr>
                        <a:t>R1. </a:t>
                      </a:r>
                      <a:r>
                        <a:rPr lang="en-GB" sz="900" b="0" i="0" u="none" strike="noStrike" cap="none" normalizeH="0" baseline="0" noProof="0">
                          <a:ln>
                            <a:noFill/>
                          </a:ln>
                          <a:solidFill>
                            <a:srgbClr val="000000"/>
                          </a:solidFill>
                          <a:effectLst/>
                          <a:latin typeface="IBM Plex Sans" panose="020B0503050203000203" pitchFamily="34" charset="0"/>
                        </a:rPr>
                        <a:t>There is a risk that the project client requires the use of a specific chatbot SaaS provider potentially resulting in delays on the final project deliverable if found to be incompatible. This can be caused by a pre-existing agreement with the project client and the provider to use their service.</a:t>
                      </a:r>
                      <a:endParaRPr kumimoji="0" lang="en-US">
                        <a:latin typeface="IBM Plex Sans" panose="020B0503050203000203" pitchFamily="34" charset="0"/>
                      </a:endParaRPr>
                    </a:p>
                  </a:txBody>
                  <a:tcPr marL="54000" marR="54000" marT="54000" marB="5400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a:lnSpc>
                          <a:spcPct val="100000"/>
                        </a:lnSpc>
                        <a:spcBef>
                          <a:spcPct val="0"/>
                        </a:spcBef>
                        <a:spcAft>
                          <a:spcPct val="0"/>
                        </a:spcAft>
                        <a:buNone/>
                      </a:pPr>
                      <a:r>
                        <a:rPr lang="en-GB" sz="900" b="0" i="0" u="none" strike="noStrike" cap="none" normalizeH="0" baseline="0" noProof="0">
                          <a:ln>
                            <a:noFill/>
                          </a:ln>
                          <a:solidFill>
                            <a:srgbClr val="000000"/>
                          </a:solidFill>
                          <a:effectLst/>
                          <a:latin typeface="IBM Plex Sans" panose="020B0503050203000203" pitchFamily="34" charset="0"/>
                        </a:rPr>
                        <a:t>Confirm with project client if there is a specific chatbot provider to be used and that delays are acceptable.</a:t>
                      </a:r>
                      <a:endParaRPr kumimoji="0" lang="en-US">
                        <a:latin typeface="IBM Plex Sans" panose="020B0503050203000203" pitchFamily="34" charset="0"/>
                      </a:endParaRPr>
                    </a:p>
                  </a:txBody>
                  <a:tcPr marL="54000" marR="54000" marT="54000" marB="5400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a:lnSpc>
                          <a:spcPct val="100000"/>
                        </a:lnSpc>
                        <a:spcBef>
                          <a:spcPct val="0"/>
                        </a:spcBef>
                        <a:spcAft>
                          <a:spcPct val="0"/>
                        </a:spcAft>
                        <a:buNone/>
                      </a:pPr>
                      <a:r>
                        <a:rPr lang="en-GB" sz="900" b="0" i="0" u="none" strike="noStrike" cap="none" normalizeH="0" baseline="0" noProof="0">
                          <a:ln>
                            <a:noFill/>
                          </a:ln>
                          <a:solidFill>
                            <a:srgbClr val="000000"/>
                          </a:solidFill>
                          <a:effectLst/>
                          <a:latin typeface="IBM Plex Sans" panose="020B0503050203000203" pitchFamily="34" charset="0"/>
                        </a:rPr>
                        <a:t>Project Manager + One Month from Project Start</a:t>
                      </a:r>
                    </a:p>
                    <a:p>
                      <a:pPr marL="0" marR="0" lvl="0" indent="0" algn="l">
                        <a:lnSpc>
                          <a:spcPct val="100000"/>
                        </a:lnSpc>
                        <a:spcBef>
                          <a:spcPct val="0"/>
                        </a:spcBef>
                        <a:spcAft>
                          <a:spcPct val="0"/>
                        </a:spcAft>
                        <a:buNone/>
                      </a:pPr>
                      <a:r>
                        <a:rPr lang="en-GB" sz="900" b="0" i="0" u="none" strike="noStrike" cap="none" normalizeH="0" baseline="0" noProof="0">
                          <a:ln>
                            <a:noFill/>
                          </a:ln>
                          <a:solidFill>
                            <a:srgbClr val="000000"/>
                          </a:solidFill>
                          <a:effectLst/>
                          <a:latin typeface="IBM Plex Sans" panose="020B0503050203000203" pitchFamily="34" charset="0"/>
                        </a:rPr>
                        <a:t>Date</a:t>
                      </a:r>
                    </a:p>
                  </a:txBody>
                  <a:tcPr marL="54000" marR="54000" marT="54000" marB="5400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9480">
                <a:tc>
                  <a:txBody>
                    <a:bodyPr/>
                    <a:lstStyle/>
                    <a:p>
                      <a:pPr marL="0" marR="0" lvl="0" indent="0" algn="l">
                        <a:lnSpc>
                          <a:spcPct val="100000"/>
                        </a:lnSpc>
                        <a:spcBef>
                          <a:spcPct val="0"/>
                        </a:spcBef>
                        <a:spcAft>
                          <a:spcPct val="0"/>
                        </a:spcAft>
                        <a:buNone/>
                      </a:pPr>
                      <a:r>
                        <a:rPr lang="en-GB" sz="900" b="1" i="0" u="none" strike="noStrike" cap="none" normalizeH="0" baseline="0" noProof="0">
                          <a:ln>
                            <a:noFill/>
                          </a:ln>
                          <a:solidFill>
                            <a:srgbClr val="000000"/>
                          </a:solidFill>
                          <a:effectLst/>
                          <a:latin typeface="IBM Plex Sans" panose="020B0503050203000203" pitchFamily="34" charset="0"/>
                        </a:rPr>
                        <a:t>R2. </a:t>
                      </a:r>
                      <a:r>
                        <a:rPr lang="en-GB" sz="900" b="0" i="0" u="none" strike="noStrike" cap="none" normalizeH="0" baseline="0" noProof="0">
                          <a:ln>
                            <a:noFill/>
                          </a:ln>
                          <a:solidFill>
                            <a:srgbClr val="000000"/>
                          </a:solidFill>
                          <a:effectLst/>
                          <a:latin typeface="IBM Plex Sans" panose="020B0503050203000203" pitchFamily="34" charset="0"/>
                        </a:rPr>
                        <a:t>There is a risk that the project has insufficient resources (load balancing, sufficient budget, employees) allocated to it, caused as a result of an increase to initial scope which may result in failure to the deliver the project or an increase to the project deadline/cost.</a:t>
                      </a:r>
                      <a:endParaRPr kumimoji="0" lang="en-GB" sz="900" b="0" i="0" u="none" strike="noStrike" cap="none" normalizeH="0" baseline="0" noProof="0">
                        <a:ln>
                          <a:noFill/>
                        </a:ln>
                        <a:solidFill>
                          <a:srgbClr val="000000"/>
                        </a:solidFill>
                        <a:effectLst/>
                        <a:latin typeface="IBM Plex Sans" panose="020B0503050203000203" pitchFamily="34" charset="0"/>
                      </a:endParaRPr>
                    </a:p>
                  </a:txBody>
                  <a:tcPr marL="54000" marR="54000" marT="54000" marB="5400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rtl="0" eaLnBrk="1" fontAlgn="ctr" latinLnBrk="0" hangingPunct="1">
                        <a:lnSpc>
                          <a:spcPct val="100000"/>
                        </a:lnSpc>
                        <a:spcBef>
                          <a:spcPct val="0"/>
                        </a:spcBef>
                        <a:spcAft>
                          <a:spcPct val="0"/>
                        </a:spcAft>
                        <a:buClrTx/>
                        <a:buSzTx/>
                        <a:buFontTx/>
                        <a:buNone/>
                      </a:pPr>
                      <a:r>
                        <a:rPr lang="en-GB" sz="900" b="0" i="0" u="none" strike="noStrike" cap="none" normalizeH="0" baseline="0">
                          <a:ln>
                            <a:noFill/>
                          </a:ln>
                          <a:solidFill>
                            <a:srgbClr val="000000"/>
                          </a:solidFill>
                          <a:effectLst/>
                          <a:latin typeface="IBM Plex Sans" panose="020B0503050203000203" pitchFamily="34" charset="0"/>
                          <a:ea typeface="ＭＳ Ｐゴシック"/>
                        </a:rPr>
                        <a:t>Confirm the amount of project resources allocated considers a potential increase in scope.</a:t>
                      </a:r>
                      <a:endParaRPr kumimoji="0" lang="en-GB" sz="900" b="0" i="0" u="none" strike="noStrike" cap="none" normalizeH="0" baseline="0">
                        <a:ln>
                          <a:noFill/>
                        </a:ln>
                        <a:solidFill>
                          <a:srgbClr val="000000"/>
                        </a:solidFill>
                        <a:effectLst/>
                        <a:latin typeface="IBM Plex Sans" panose="020B0503050203000203" pitchFamily="34" charset="0"/>
                        <a:ea typeface="ＭＳ Ｐゴシック"/>
                      </a:endParaRPr>
                    </a:p>
                  </a:txBody>
                  <a:tcPr marL="54000" marR="54000" marT="54000" marB="5400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rtl="0" eaLnBrk="1" fontAlgn="ctr" latinLnBrk="0" hangingPunct="1">
                        <a:lnSpc>
                          <a:spcPct val="100000"/>
                        </a:lnSpc>
                        <a:spcBef>
                          <a:spcPct val="0"/>
                        </a:spcBef>
                        <a:spcAft>
                          <a:spcPct val="0"/>
                        </a:spcAft>
                        <a:buClrTx/>
                        <a:buSzTx/>
                        <a:buFontTx/>
                        <a:buNone/>
                      </a:pPr>
                      <a:r>
                        <a:rPr lang="en-GB" sz="900" b="0" i="0" u="none" strike="noStrike" cap="none" normalizeH="0" baseline="0">
                          <a:ln>
                            <a:noFill/>
                          </a:ln>
                          <a:solidFill>
                            <a:srgbClr val="000000"/>
                          </a:solidFill>
                          <a:effectLst/>
                          <a:latin typeface="IBM Plex Sans" panose="020B0503050203000203" pitchFamily="34" charset="0"/>
                          <a:ea typeface="ＭＳ Ｐゴシック"/>
                        </a:rPr>
                        <a:t>Project Resourcing + Before Project Start Date</a:t>
                      </a:r>
                      <a:endParaRPr kumimoji="0" lang="en-GB" sz="900" b="0" i="0" u="none" strike="noStrike" cap="none" normalizeH="0" baseline="0">
                        <a:ln>
                          <a:noFill/>
                        </a:ln>
                        <a:solidFill>
                          <a:srgbClr val="000000"/>
                        </a:solidFill>
                        <a:effectLst/>
                        <a:latin typeface="IBM Plex Sans" panose="020B0503050203000203" pitchFamily="34" charset="0"/>
                        <a:ea typeface="ＭＳ Ｐゴシック" pitchFamily="34" charset="-128"/>
                      </a:endParaRPr>
                    </a:p>
                  </a:txBody>
                  <a:tcPr marL="54000" marR="54000" marT="54000" marB="5400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9480">
                <a:tc>
                  <a:txBody>
                    <a:bodyPr/>
                    <a:lstStyle/>
                    <a:p>
                      <a:pPr marL="0" marR="0" lvl="0" indent="0" algn="l" rtl="0" eaLnBrk="1" fontAlgn="ctr" latinLnBrk="0" hangingPunct="1">
                        <a:lnSpc>
                          <a:spcPct val="100000"/>
                        </a:lnSpc>
                        <a:spcBef>
                          <a:spcPct val="0"/>
                        </a:spcBef>
                        <a:spcAft>
                          <a:spcPct val="0"/>
                        </a:spcAft>
                        <a:buClrTx/>
                        <a:buSzTx/>
                        <a:buFontTx/>
                        <a:buNone/>
                      </a:pPr>
                      <a:r>
                        <a:rPr lang="en-GB" sz="900" b="1" i="0" u="none" strike="noStrike" cap="none" normalizeH="0" baseline="0">
                          <a:ln>
                            <a:noFill/>
                          </a:ln>
                          <a:solidFill>
                            <a:srgbClr val="000000"/>
                          </a:solidFill>
                          <a:effectLst/>
                          <a:latin typeface="IBM Plex Sans" panose="020B0503050203000203" pitchFamily="34" charset="0"/>
                          <a:ea typeface="ＭＳ Ｐゴシック"/>
                        </a:rPr>
                        <a:t>R3. </a:t>
                      </a:r>
                      <a:r>
                        <a:rPr lang="en-GB" sz="900" b="0" i="0" u="none" strike="noStrike" cap="none" normalizeH="0" baseline="0">
                          <a:ln>
                            <a:noFill/>
                          </a:ln>
                          <a:solidFill>
                            <a:srgbClr val="000000"/>
                          </a:solidFill>
                          <a:effectLst/>
                          <a:latin typeface="IBM Plex Sans" panose="020B0503050203000203" pitchFamily="34" charset="0"/>
                          <a:ea typeface="ＭＳ Ｐゴシック"/>
                        </a:rPr>
                        <a:t>There</a:t>
                      </a:r>
                      <a:r>
                        <a:rPr kumimoji="0" lang="en-GB" sz="900" b="0" i="0" u="none" strike="noStrike" cap="none" normalizeH="0" baseline="0">
                          <a:ln>
                            <a:noFill/>
                          </a:ln>
                          <a:solidFill>
                            <a:srgbClr val="000000"/>
                          </a:solidFill>
                          <a:effectLst/>
                          <a:latin typeface="IBM Plex Sans" panose="020B0503050203000203" pitchFamily="34" charset="0"/>
                          <a:ea typeface="ＭＳ Ｐゴシック"/>
                        </a:rPr>
                        <a:t> is a risk </a:t>
                      </a:r>
                      <a:r>
                        <a:rPr lang="en-GB" sz="900" b="0" i="0" u="none" strike="noStrike" cap="none" normalizeH="0" baseline="0">
                          <a:ln>
                            <a:noFill/>
                          </a:ln>
                          <a:solidFill>
                            <a:srgbClr val="000000"/>
                          </a:solidFill>
                          <a:effectLst/>
                          <a:latin typeface="IBM Plex Sans" panose="020B0503050203000203" pitchFamily="34" charset="0"/>
                          <a:ea typeface="ＭＳ Ｐゴシック"/>
                        </a:rPr>
                        <a:t>that the integrated chatbot goes down suddenly</a:t>
                      </a:r>
                      <a:r>
                        <a:rPr lang="en-GB" sz="900" b="0" i="1" u="none" strike="noStrike" cap="none" normalizeH="0" baseline="0">
                          <a:ln>
                            <a:noFill/>
                          </a:ln>
                          <a:solidFill>
                            <a:srgbClr val="000000"/>
                          </a:solidFill>
                          <a:effectLst/>
                          <a:latin typeface="IBM Plex Sans" panose="020B0503050203000203" pitchFamily="34" charset="0"/>
                          <a:ea typeface="ＭＳ Ｐゴシック"/>
                        </a:rPr>
                        <a:t>,</a:t>
                      </a:r>
                      <a:r>
                        <a:rPr kumimoji="0" lang="en-GB" sz="900" b="0" i="1" u="none" strike="noStrike" cap="none" normalizeH="0" baseline="0">
                          <a:ln>
                            <a:noFill/>
                          </a:ln>
                          <a:solidFill>
                            <a:srgbClr val="000000"/>
                          </a:solidFill>
                          <a:effectLst/>
                          <a:latin typeface="IBM Plex Sans" panose="020B0503050203000203" pitchFamily="34" charset="0"/>
                          <a:ea typeface="ＭＳ Ｐゴシック"/>
                        </a:rPr>
                        <a:t> </a:t>
                      </a:r>
                      <a:r>
                        <a:rPr kumimoji="0" lang="en-GB" sz="900" b="0" i="0" u="none" strike="noStrike" cap="none" normalizeH="0" baseline="0">
                          <a:ln>
                            <a:noFill/>
                          </a:ln>
                          <a:solidFill>
                            <a:srgbClr val="000000"/>
                          </a:solidFill>
                          <a:effectLst/>
                          <a:latin typeface="IBM Plex Sans" panose="020B0503050203000203" pitchFamily="34" charset="0"/>
                          <a:ea typeface="ＭＳ Ｐゴシック"/>
                        </a:rPr>
                        <a:t>caused as a result of </a:t>
                      </a:r>
                      <a:r>
                        <a:rPr lang="en-GB" sz="900" b="0" i="0" u="none" strike="noStrike" cap="none" normalizeH="0" baseline="0">
                          <a:ln>
                            <a:noFill/>
                          </a:ln>
                          <a:solidFill>
                            <a:srgbClr val="000000"/>
                          </a:solidFill>
                          <a:effectLst/>
                          <a:latin typeface="IBM Plex Sans" panose="020B0503050203000203" pitchFamily="34" charset="0"/>
                          <a:ea typeface="ＭＳ Ｐゴシック"/>
                        </a:rPr>
                        <a:t>a service failure on the part of the provider</a:t>
                      </a:r>
                      <a:r>
                        <a:rPr lang="en-GB" sz="900" b="0" i="1" u="none" strike="noStrike" cap="none" normalizeH="0" baseline="0">
                          <a:ln>
                            <a:noFill/>
                          </a:ln>
                          <a:solidFill>
                            <a:srgbClr val="000000"/>
                          </a:solidFill>
                          <a:effectLst/>
                          <a:latin typeface="IBM Plex Sans" panose="020B0503050203000203" pitchFamily="34" charset="0"/>
                          <a:ea typeface="ＭＳ Ｐゴシック"/>
                        </a:rPr>
                        <a:t> </a:t>
                      </a:r>
                      <a:r>
                        <a:rPr kumimoji="0" lang="en-GB" sz="900" b="0" i="0" u="none" strike="noStrike" cap="none" normalizeH="0" baseline="0">
                          <a:ln>
                            <a:noFill/>
                          </a:ln>
                          <a:solidFill>
                            <a:srgbClr val="000000"/>
                          </a:solidFill>
                          <a:effectLst/>
                          <a:latin typeface="IBM Plex Sans" panose="020B0503050203000203" pitchFamily="34" charset="0"/>
                          <a:ea typeface="ＭＳ Ｐゴシック"/>
                        </a:rPr>
                        <a:t>which may result in</a:t>
                      </a:r>
                      <a:r>
                        <a:rPr lang="en-GB" sz="900" b="0" i="0" u="none" strike="noStrike" cap="none" normalizeH="0" baseline="0">
                          <a:ln>
                            <a:noFill/>
                          </a:ln>
                          <a:solidFill>
                            <a:srgbClr val="000000"/>
                          </a:solidFill>
                          <a:effectLst/>
                          <a:latin typeface="IBM Plex Sans" panose="020B0503050203000203" pitchFamily="34" charset="0"/>
                          <a:ea typeface="ＭＳ Ｐゴシック"/>
                        </a:rPr>
                        <a:t> work disruptions and a need for increased redundancy in the system</a:t>
                      </a:r>
                      <a:r>
                        <a:rPr lang="en-GB" sz="900" b="0" i="1" u="none" strike="noStrike" cap="none" normalizeH="0" baseline="0">
                          <a:ln>
                            <a:noFill/>
                          </a:ln>
                          <a:solidFill>
                            <a:srgbClr val="000000"/>
                          </a:solidFill>
                          <a:effectLst/>
                          <a:latin typeface="IBM Plex Sans" panose="020B0503050203000203" pitchFamily="34" charset="0"/>
                          <a:ea typeface="ＭＳ Ｐゴシック"/>
                        </a:rPr>
                        <a:t>.</a:t>
                      </a:r>
                      <a:r>
                        <a:rPr kumimoji="0" lang="en-GB" sz="900" b="0" i="1" u="none" strike="noStrike" cap="none" normalizeH="0" baseline="0">
                          <a:ln>
                            <a:noFill/>
                          </a:ln>
                          <a:solidFill>
                            <a:srgbClr val="000000"/>
                          </a:solidFill>
                          <a:effectLst/>
                          <a:latin typeface="IBM Plex Sans" panose="020B0503050203000203" pitchFamily="34" charset="0"/>
                          <a:ea typeface="ＭＳ Ｐゴシック"/>
                        </a:rPr>
                        <a:t> </a:t>
                      </a:r>
                      <a:endParaRPr kumimoji="0" lang="en-US">
                        <a:latin typeface="IBM Plex Sans" panose="020B0503050203000203" pitchFamily="34" charset="0"/>
                      </a:endParaRPr>
                    </a:p>
                  </a:txBody>
                  <a:tcPr marL="54000" marR="54000" marT="54000" marB="5400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rtl="0" eaLnBrk="1" fontAlgn="ctr" latinLnBrk="0" hangingPunct="1">
                        <a:lnSpc>
                          <a:spcPct val="100000"/>
                        </a:lnSpc>
                        <a:spcBef>
                          <a:spcPct val="0"/>
                        </a:spcBef>
                        <a:spcAft>
                          <a:spcPct val="0"/>
                        </a:spcAft>
                        <a:buClrTx/>
                        <a:buSzTx/>
                        <a:buFontTx/>
                        <a:buNone/>
                      </a:pPr>
                      <a:r>
                        <a:rPr lang="en-GB" sz="900" b="0" i="0" u="none" strike="noStrike" cap="none" normalizeH="0" baseline="0">
                          <a:ln>
                            <a:noFill/>
                          </a:ln>
                          <a:solidFill>
                            <a:schemeClr val="tx1"/>
                          </a:solidFill>
                          <a:effectLst/>
                          <a:latin typeface="IBM Plex Sans" panose="020B0503050203000203" pitchFamily="34" charset="0"/>
                          <a:ea typeface="ＭＳ Ｐゴシック"/>
                        </a:rPr>
                        <a:t>Confirm chatbot provider has operational agreements related to service failures in place.</a:t>
                      </a:r>
                    </a:p>
                    <a:p>
                      <a:pPr marL="0" marR="0" lvl="0" indent="0" algn="l">
                        <a:lnSpc>
                          <a:spcPct val="100000"/>
                        </a:lnSpc>
                        <a:spcBef>
                          <a:spcPct val="0"/>
                        </a:spcBef>
                        <a:spcAft>
                          <a:spcPct val="0"/>
                        </a:spcAft>
                        <a:buClrTx/>
                        <a:buSzTx/>
                        <a:buFontTx/>
                        <a:buNone/>
                      </a:pPr>
                      <a:endParaRPr lang="en-GB" sz="900" b="0" i="0" u="none" strike="noStrike" cap="none" normalizeH="0" baseline="0">
                        <a:ln>
                          <a:noFill/>
                        </a:ln>
                        <a:solidFill>
                          <a:schemeClr val="tx1"/>
                        </a:solidFill>
                        <a:effectLst/>
                        <a:latin typeface="IBM Plex Sans" panose="020B0503050203000203" pitchFamily="34" charset="0"/>
                        <a:ea typeface="ＭＳ Ｐゴシック"/>
                      </a:endParaRPr>
                    </a:p>
                    <a:p>
                      <a:pPr marL="0" marR="0" lvl="0" indent="0" algn="l">
                        <a:lnSpc>
                          <a:spcPct val="100000"/>
                        </a:lnSpc>
                        <a:spcBef>
                          <a:spcPct val="0"/>
                        </a:spcBef>
                        <a:spcAft>
                          <a:spcPct val="0"/>
                        </a:spcAft>
                        <a:buClrTx/>
                        <a:buSzTx/>
                        <a:buFontTx/>
                        <a:buNone/>
                      </a:pPr>
                      <a:r>
                        <a:rPr lang="en-GB" sz="900" b="0" i="0" u="none" strike="noStrike" cap="none" normalizeH="0" baseline="0">
                          <a:ln>
                            <a:noFill/>
                          </a:ln>
                          <a:solidFill>
                            <a:schemeClr val="tx1"/>
                          </a:solidFill>
                          <a:effectLst/>
                          <a:latin typeface="IBM Plex Sans" panose="020B0503050203000203" pitchFamily="34" charset="0"/>
                          <a:ea typeface="ＭＳ Ｐゴシック"/>
                        </a:rPr>
                        <a:t>Confirm internal contingencies exist should there be a service failure.</a:t>
                      </a:r>
                      <a:endParaRPr lang="en-GB">
                        <a:latin typeface="IBM Plex Sans" panose="020B0503050203000203" pitchFamily="34" charset="0"/>
                      </a:endParaRPr>
                    </a:p>
                  </a:txBody>
                  <a:tcPr marL="54000" marR="54000" marT="54000" marB="5400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rtl="0" eaLnBrk="1" fontAlgn="ctr" latinLnBrk="0" hangingPunct="1">
                        <a:lnSpc>
                          <a:spcPct val="100000"/>
                        </a:lnSpc>
                        <a:spcBef>
                          <a:spcPct val="0"/>
                        </a:spcBef>
                        <a:spcAft>
                          <a:spcPct val="0"/>
                        </a:spcAft>
                        <a:buClrTx/>
                        <a:buSzTx/>
                        <a:buFontTx/>
                        <a:buNone/>
                      </a:pPr>
                      <a:r>
                        <a:rPr lang="en-GB" sz="900" b="0" i="0" u="none" strike="noStrike" cap="none" normalizeH="0" baseline="0">
                          <a:ln>
                            <a:noFill/>
                          </a:ln>
                          <a:solidFill>
                            <a:schemeClr val="tx1"/>
                          </a:solidFill>
                          <a:effectLst/>
                          <a:latin typeface="IBM Plex Sans" panose="020B0503050203000203" pitchFamily="34" charset="0"/>
                          <a:ea typeface="ＭＳ Ｐゴシック"/>
                        </a:rPr>
                        <a:t>Project Manager + Before Project Start Date</a:t>
                      </a:r>
                      <a:endParaRPr kumimoji="0" lang="en-GB" sz="900" b="0" i="0" u="none" strike="noStrike" cap="none" normalizeH="0" baseline="0">
                        <a:ln>
                          <a:noFill/>
                        </a:ln>
                        <a:solidFill>
                          <a:schemeClr val="tx1"/>
                        </a:solidFill>
                        <a:effectLst/>
                        <a:latin typeface="IBM Plex Sans" panose="020B0503050203000203" pitchFamily="34" charset="0"/>
                        <a:ea typeface="ＭＳ Ｐゴシック" pitchFamily="34" charset="-128"/>
                      </a:endParaRPr>
                    </a:p>
                  </a:txBody>
                  <a:tcPr marL="54000" marR="54000" marT="54000" marB="5400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9480">
                <a:tc>
                  <a:txBody>
                    <a:bodyPr/>
                    <a:lstStyle/>
                    <a:p>
                      <a:pPr marL="0" marR="0" lvl="0" indent="0" algn="l" rtl="0" eaLnBrk="1" fontAlgn="b" latinLnBrk="0" hangingPunct="1">
                        <a:lnSpc>
                          <a:spcPct val="100000"/>
                        </a:lnSpc>
                        <a:spcBef>
                          <a:spcPct val="0"/>
                        </a:spcBef>
                        <a:spcAft>
                          <a:spcPct val="0"/>
                        </a:spcAft>
                        <a:buClrTx/>
                        <a:buSzTx/>
                        <a:buFontTx/>
                        <a:buNone/>
                      </a:pPr>
                      <a:r>
                        <a:rPr lang="en-GB" sz="900" b="1" i="0" u="none" strike="noStrike" cap="none" normalizeH="0" baseline="0">
                          <a:ln>
                            <a:noFill/>
                          </a:ln>
                          <a:solidFill>
                            <a:srgbClr val="000000"/>
                          </a:solidFill>
                          <a:effectLst/>
                          <a:latin typeface="IBM Plex Sans" panose="020B0503050203000203" pitchFamily="34" charset="0"/>
                          <a:ea typeface="ＭＳ Ｐゴシック"/>
                        </a:rPr>
                        <a:t>R4. </a:t>
                      </a:r>
                      <a:r>
                        <a:rPr lang="en-GB" sz="900" b="0" i="0" u="none" strike="noStrike" cap="none" normalizeH="0" baseline="0">
                          <a:ln>
                            <a:noFill/>
                          </a:ln>
                          <a:solidFill>
                            <a:srgbClr val="000000"/>
                          </a:solidFill>
                          <a:effectLst/>
                          <a:latin typeface="IBM Plex Sans" panose="020B0503050203000203" pitchFamily="34" charset="0"/>
                          <a:ea typeface="ＭＳ Ｐゴシック"/>
                        </a:rPr>
                        <a:t>There</a:t>
                      </a:r>
                      <a:r>
                        <a:rPr kumimoji="0" lang="en-GB" sz="900" b="0" i="0" u="none" strike="noStrike" cap="none" normalizeH="0" baseline="0">
                          <a:ln>
                            <a:noFill/>
                          </a:ln>
                          <a:solidFill>
                            <a:srgbClr val="000000"/>
                          </a:solidFill>
                          <a:effectLst/>
                          <a:latin typeface="IBM Plex Sans" panose="020B0503050203000203" pitchFamily="34" charset="0"/>
                          <a:ea typeface="ＭＳ Ｐゴシック"/>
                        </a:rPr>
                        <a:t> is a risk that </a:t>
                      </a:r>
                      <a:r>
                        <a:rPr lang="en-GB" sz="900" b="0" i="0" u="none" strike="noStrike" cap="none" normalizeH="0" baseline="0">
                          <a:ln>
                            <a:noFill/>
                          </a:ln>
                          <a:solidFill>
                            <a:srgbClr val="000000"/>
                          </a:solidFill>
                          <a:effectLst/>
                          <a:latin typeface="IBM Plex Sans" panose="020B0503050203000203" pitchFamily="34" charset="0"/>
                          <a:ea typeface="ＭＳ Ｐゴシック"/>
                        </a:rPr>
                        <a:t>the chatbot service could be misused</a:t>
                      </a:r>
                      <a:r>
                        <a:rPr lang="en-GB" sz="900" b="0" i="1" u="none" strike="noStrike" cap="none" normalizeH="0" baseline="0">
                          <a:ln>
                            <a:noFill/>
                          </a:ln>
                          <a:solidFill>
                            <a:srgbClr val="000000"/>
                          </a:solidFill>
                          <a:effectLst/>
                          <a:latin typeface="IBM Plex Sans" panose="020B0503050203000203" pitchFamily="34" charset="0"/>
                          <a:ea typeface="ＭＳ Ｐゴシック"/>
                        </a:rPr>
                        <a:t>,</a:t>
                      </a:r>
                      <a:r>
                        <a:rPr kumimoji="0" lang="en-GB" sz="900" b="0" i="1" u="none" strike="noStrike" cap="none" normalizeH="0" baseline="0">
                          <a:ln>
                            <a:noFill/>
                          </a:ln>
                          <a:solidFill>
                            <a:srgbClr val="000000"/>
                          </a:solidFill>
                          <a:effectLst/>
                          <a:latin typeface="IBM Plex Sans" panose="020B0503050203000203" pitchFamily="34" charset="0"/>
                          <a:ea typeface="ＭＳ Ｐゴシック"/>
                        </a:rPr>
                        <a:t> </a:t>
                      </a:r>
                      <a:r>
                        <a:rPr kumimoji="0" lang="en-GB" sz="900" b="0" i="0" u="none" strike="noStrike" cap="none" normalizeH="0" baseline="0">
                          <a:ln>
                            <a:noFill/>
                          </a:ln>
                          <a:solidFill>
                            <a:srgbClr val="000000"/>
                          </a:solidFill>
                          <a:effectLst/>
                          <a:latin typeface="IBM Plex Sans" panose="020B0503050203000203" pitchFamily="34" charset="0"/>
                          <a:ea typeface="ＭＳ Ｐゴシック"/>
                        </a:rPr>
                        <a:t>caused as a result of</a:t>
                      </a:r>
                      <a:r>
                        <a:rPr lang="en-GB" sz="900" b="0" i="0" u="none" strike="noStrike" cap="none" normalizeH="0" baseline="0">
                          <a:ln>
                            <a:noFill/>
                          </a:ln>
                          <a:solidFill>
                            <a:srgbClr val="000000"/>
                          </a:solidFill>
                          <a:effectLst/>
                          <a:latin typeface="IBM Plex Sans" panose="020B0503050203000203" pitchFamily="34" charset="0"/>
                          <a:ea typeface="ＭＳ Ｐゴシック"/>
                        </a:rPr>
                        <a:t> users inputting invalid/irrelevant sensitive data</a:t>
                      </a:r>
                      <a:r>
                        <a:rPr lang="en-GB" sz="900" b="0" i="1" u="none" strike="noStrike" cap="none" normalizeH="0" baseline="0">
                          <a:ln>
                            <a:noFill/>
                          </a:ln>
                          <a:solidFill>
                            <a:srgbClr val="000000"/>
                          </a:solidFill>
                          <a:effectLst/>
                          <a:latin typeface="IBM Plex Sans" panose="020B0503050203000203" pitchFamily="34" charset="0"/>
                          <a:ea typeface="ＭＳ Ｐゴシック"/>
                        </a:rPr>
                        <a:t> </a:t>
                      </a:r>
                      <a:r>
                        <a:rPr kumimoji="0" lang="en-GB" sz="900" b="0" i="0" u="none" strike="noStrike" cap="none" normalizeH="0" baseline="0">
                          <a:ln>
                            <a:noFill/>
                          </a:ln>
                          <a:solidFill>
                            <a:srgbClr val="000000"/>
                          </a:solidFill>
                          <a:effectLst/>
                          <a:latin typeface="IBM Plex Sans" panose="020B0503050203000203" pitchFamily="34" charset="0"/>
                          <a:ea typeface="ＭＳ Ｐゴシック"/>
                        </a:rPr>
                        <a:t>which may result in </a:t>
                      </a:r>
                      <a:r>
                        <a:rPr lang="en-GB" sz="900" b="0" i="0" u="none" strike="noStrike" cap="none" normalizeH="0" baseline="0">
                          <a:ln>
                            <a:noFill/>
                          </a:ln>
                          <a:solidFill>
                            <a:srgbClr val="000000"/>
                          </a:solidFill>
                          <a:effectLst/>
                          <a:latin typeface="IBM Plex Sans" panose="020B0503050203000203" pitchFamily="34" charset="0"/>
                          <a:ea typeface="ＭＳ Ｐゴシック"/>
                        </a:rPr>
                        <a:t>complications due to handling and ingesting of data outside of the scope of compliance</a:t>
                      </a:r>
                      <a:r>
                        <a:rPr lang="en-GB" sz="900" b="0" i="1" u="none" strike="noStrike" cap="none" normalizeH="0" baseline="0">
                          <a:ln>
                            <a:noFill/>
                          </a:ln>
                          <a:solidFill>
                            <a:srgbClr val="000000"/>
                          </a:solidFill>
                          <a:effectLst/>
                          <a:latin typeface="IBM Plex Sans" panose="020B0503050203000203" pitchFamily="34" charset="0"/>
                          <a:ea typeface="ＭＳ Ｐゴシック"/>
                        </a:rPr>
                        <a:t>.</a:t>
                      </a:r>
                      <a:r>
                        <a:rPr kumimoji="0" lang="en-GB" sz="900" b="0" i="1" u="none" strike="noStrike" cap="none" normalizeH="0" baseline="0">
                          <a:ln>
                            <a:noFill/>
                          </a:ln>
                          <a:solidFill>
                            <a:srgbClr val="000000"/>
                          </a:solidFill>
                          <a:effectLst/>
                          <a:latin typeface="IBM Plex Sans" panose="020B0503050203000203" pitchFamily="34" charset="0"/>
                          <a:ea typeface="ＭＳ Ｐゴシック"/>
                        </a:rPr>
                        <a:t> </a:t>
                      </a:r>
                    </a:p>
                  </a:txBody>
                  <a:tcPr marL="54000" marR="54000" marT="54000" marB="5400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rtl="0" eaLnBrk="1" fontAlgn="ctr" latinLnBrk="0" hangingPunct="1">
                        <a:lnSpc>
                          <a:spcPct val="100000"/>
                        </a:lnSpc>
                        <a:spcBef>
                          <a:spcPct val="0"/>
                        </a:spcBef>
                        <a:spcAft>
                          <a:spcPct val="0"/>
                        </a:spcAft>
                        <a:buClrTx/>
                        <a:buSzTx/>
                        <a:buFontTx/>
                        <a:buNone/>
                      </a:pPr>
                      <a:r>
                        <a:rPr lang="en-GB" sz="900" b="0" i="0" u="none" strike="noStrike" cap="none" normalizeH="0" baseline="0">
                          <a:ln>
                            <a:noFill/>
                          </a:ln>
                          <a:solidFill>
                            <a:schemeClr val="tx1"/>
                          </a:solidFill>
                          <a:effectLst/>
                          <a:latin typeface="IBM Plex Sans" panose="020B0503050203000203" pitchFamily="34" charset="0"/>
                          <a:ea typeface="ＭＳ Ｐゴシック"/>
                        </a:rPr>
                        <a:t>Confirm chatbot provider has data obfuscation/scrubbing as part of its infrastructure.</a:t>
                      </a:r>
                      <a:endParaRPr lang="en-GB" sz="900" b="0" i="0" u="none" strike="noStrike" cap="none" normalizeH="0" baseline="0">
                        <a:ln>
                          <a:noFill/>
                        </a:ln>
                        <a:solidFill>
                          <a:schemeClr val="tx1"/>
                        </a:solidFill>
                        <a:effectLst/>
                        <a:latin typeface="IBM Plex Sans" panose="020B0503050203000203" pitchFamily="34" charset="0"/>
                        <a:ea typeface="ＭＳ Ｐゴシック" pitchFamily="34" charset="-128"/>
                      </a:endParaRPr>
                    </a:p>
                    <a:p>
                      <a:pPr marL="0" marR="0" lvl="0" indent="0" algn="l">
                        <a:lnSpc>
                          <a:spcPct val="100000"/>
                        </a:lnSpc>
                        <a:spcBef>
                          <a:spcPct val="0"/>
                        </a:spcBef>
                        <a:spcAft>
                          <a:spcPct val="0"/>
                        </a:spcAft>
                        <a:buClrTx/>
                        <a:buSzTx/>
                        <a:buFontTx/>
                        <a:buNone/>
                      </a:pPr>
                      <a:endParaRPr lang="en-GB" sz="900" b="0" i="0" u="none" strike="noStrike" cap="none" normalizeH="0" baseline="0">
                        <a:ln>
                          <a:noFill/>
                        </a:ln>
                        <a:solidFill>
                          <a:schemeClr val="tx1"/>
                        </a:solidFill>
                        <a:effectLst/>
                        <a:latin typeface="IBM Plex Sans" panose="020B0503050203000203" pitchFamily="34" charset="0"/>
                        <a:ea typeface="ＭＳ Ｐゴシック"/>
                      </a:endParaRPr>
                    </a:p>
                    <a:p>
                      <a:pPr marL="0" marR="0" lvl="0" indent="0" algn="l">
                        <a:lnSpc>
                          <a:spcPct val="100000"/>
                        </a:lnSpc>
                        <a:spcBef>
                          <a:spcPct val="0"/>
                        </a:spcBef>
                        <a:spcAft>
                          <a:spcPct val="0"/>
                        </a:spcAft>
                        <a:buClrTx/>
                        <a:buSzTx/>
                        <a:buFontTx/>
                        <a:buNone/>
                      </a:pPr>
                      <a:r>
                        <a:rPr lang="en-GB" sz="900" b="0" i="0" u="none" strike="noStrike" cap="none" normalizeH="0" baseline="0">
                          <a:ln>
                            <a:noFill/>
                          </a:ln>
                          <a:solidFill>
                            <a:schemeClr val="tx1"/>
                          </a:solidFill>
                          <a:effectLst/>
                          <a:latin typeface="IBM Plex Sans" panose="020B0503050203000203" pitchFamily="34" charset="0"/>
                          <a:ea typeface="ＭＳ Ｐゴシック"/>
                        </a:rPr>
                        <a:t>Confirm integration solution does input validation and sanitisation.</a:t>
                      </a:r>
                      <a:endParaRPr lang="en-GB">
                        <a:latin typeface="IBM Plex Sans" panose="020B0503050203000203" pitchFamily="34" charset="0"/>
                      </a:endParaRPr>
                    </a:p>
                  </a:txBody>
                  <a:tcPr marL="54000" marR="54000" marT="54000" marB="5400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rtl="0" eaLnBrk="1" fontAlgn="ctr" latinLnBrk="0" hangingPunct="1">
                        <a:lnSpc>
                          <a:spcPct val="100000"/>
                        </a:lnSpc>
                        <a:spcBef>
                          <a:spcPct val="0"/>
                        </a:spcBef>
                        <a:spcAft>
                          <a:spcPct val="0"/>
                        </a:spcAft>
                        <a:buClrTx/>
                        <a:buSzTx/>
                        <a:buFontTx/>
                        <a:buNone/>
                      </a:pPr>
                      <a:r>
                        <a:rPr lang="en-GB" sz="900" b="0" i="0" u="none" strike="noStrike" cap="none" normalizeH="0" baseline="0">
                          <a:ln>
                            <a:noFill/>
                          </a:ln>
                          <a:solidFill>
                            <a:schemeClr val="tx1"/>
                          </a:solidFill>
                          <a:effectLst/>
                          <a:latin typeface="IBM Plex Sans" panose="020B0503050203000203" pitchFamily="34" charset="0"/>
                          <a:ea typeface="ＭＳ Ｐゴシック"/>
                        </a:rPr>
                        <a:t>Service Integrator + One Month from Project Start Date</a:t>
                      </a:r>
                      <a:endParaRPr kumimoji="0" lang="en-GB" sz="900" b="0" i="0" u="none" strike="noStrike" cap="none" normalizeH="0" baseline="0">
                        <a:ln>
                          <a:noFill/>
                        </a:ln>
                        <a:solidFill>
                          <a:schemeClr val="tx1"/>
                        </a:solidFill>
                        <a:effectLst/>
                        <a:latin typeface="IBM Plex Sans" panose="020B0503050203000203" pitchFamily="34" charset="0"/>
                        <a:ea typeface="ＭＳ Ｐゴシック"/>
                      </a:endParaRPr>
                    </a:p>
                  </a:txBody>
                  <a:tcPr marL="54000" marR="54000" marT="54000" marB="5400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7787495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D9B6EE-C706-554D-38AE-B2046A2BC6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7E693E-D873-89AB-D91B-23F614ACF5D3}"/>
              </a:ext>
            </a:extLst>
          </p:cNvPr>
          <p:cNvSpPr>
            <a:spLocks noGrp="1"/>
          </p:cNvSpPr>
          <p:nvPr>
            <p:ph type="title"/>
          </p:nvPr>
        </p:nvSpPr>
        <p:spPr>
          <a:xfrm>
            <a:off x="713250" y="114825"/>
            <a:ext cx="7717500" cy="572700"/>
          </a:xfrm>
        </p:spPr>
        <p:txBody>
          <a:bodyPr/>
          <a:lstStyle/>
          <a:p>
            <a:r>
              <a:rPr lang="en-US"/>
              <a:t>Assumptions</a:t>
            </a:r>
            <a:endParaRPr lang="en-BM"/>
          </a:p>
        </p:txBody>
      </p:sp>
      <p:graphicFrame>
        <p:nvGraphicFramePr>
          <p:cNvPr id="3" name="Group 78">
            <a:extLst>
              <a:ext uri="{FF2B5EF4-FFF2-40B4-BE49-F238E27FC236}">
                <a16:creationId xmlns:a16="http://schemas.microsoft.com/office/drawing/2014/main" id="{4B39A9F8-F9F2-66CC-E238-3544E473719C}"/>
              </a:ext>
            </a:extLst>
          </p:cNvPr>
          <p:cNvGraphicFramePr>
            <a:graphicFrameLocks/>
          </p:cNvGraphicFramePr>
          <p:nvPr>
            <p:extLst>
              <p:ext uri="{D42A27DB-BD31-4B8C-83A1-F6EECF244321}">
                <p14:modId xmlns:p14="http://schemas.microsoft.com/office/powerpoint/2010/main" val="378656625"/>
              </p:ext>
            </p:extLst>
          </p:nvPr>
        </p:nvGraphicFramePr>
        <p:xfrm>
          <a:off x="319869" y="806070"/>
          <a:ext cx="8566253" cy="3995420"/>
        </p:xfrm>
        <a:graphic>
          <a:graphicData uri="http://schemas.openxmlformats.org/drawingml/2006/table">
            <a:tbl>
              <a:tblPr/>
              <a:tblGrid>
                <a:gridCol w="3246271">
                  <a:extLst>
                    <a:ext uri="{9D8B030D-6E8A-4147-A177-3AD203B41FA5}">
                      <a16:colId xmlns:a16="http://schemas.microsoft.com/office/drawing/2014/main" val="20002"/>
                    </a:ext>
                  </a:extLst>
                </a:gridCol>
                <a:gridCol w="3879825">
                  <a:extLst>
                    <a:ext uri="{9D8B030D-6E8A-4147-A177-3AD203B41FA5}">
                      <a16:colId xmlns:a16="http://schemas.microsoft.com/office/drawing/2014/main" val="20006"/>
                    </a:ext>
                  </a:extLst>
                </a:gridCol>
                <a:gridCol w="1440157">
                  <a:extLst>
                    <a:ext uri="{9D8B030D-6E8A-4147-A177-3AD203B41FA5}">
                      <a16:colId xmlns:a16="http://schemas.microsoft.com/office/drawing/2014/main" val="1293521922"/>
                    </a:ext>
                  </a:extLst>
                </a:gridCol>
              </a:tblGrid>
              <a:tr h="224433">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800" b="1" i="0" u="none" strike="noStrike" cap="none" normalizeH="0" baseline="0">
                          <a:ln>
                            <a:noFill/>
                          </a:ln>
                          <a:solidFill>
                            <a:srgbClr val="000000"/>
                          </a:solidFill>
                          <a:effectLst/>
                          <a:latin typeface="+mn-lt"/>
                          <a:ea typeface="ＭＳ Ｐゴシック"/>
                        </a:rPr>
                        <a:t>Statement</a:t>
                      </a:r>
                    </a:p>
                  </a:txBody>
                  <a:tcPr marL="54000" marR="54000" marT="54000" marB="5400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800" b="1" i="0" u="none" strike="noStrike" cap="none" normalizeH="0" baseline="0">
                          <a:ln>
                            <a:noFill/>
                          </a:ln>
                          <a:solidFill>
                            <a:srgbClr val="000000"/>
                          </a:solidFill>
                          <a:effectLst/>
                          <a:latin typeface="+mn-lt"/>
                          <a:ea typeface="ＭＳ Ｐゴシック"/>
                        </a:rPr>
                        <a:t>Action(s)</a:t>
                      </a:r>
                    </a:p>
                  </a:txBody>
                  <a:tcPr marL="54000" marR="54000" marT="54000" marB="5400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800" b="1" i="0" u="none" strike="noStrike" cap="none" normalizeH="0" baseline="0">
                          <a:ln>
                            <a:noFill/>
                          </a:ln>
                          <a:solidFill>
                            <a:srgbClr val="000000"/>
                          </a:solidFill>
                          <a:effectLst/>
                          <a:latin typeface="+mn-lt"/>
                          <a:ea typeface="ＭＳ Ｐゴシック"/>
                        </a:rPr>
                        <a:t>Owner &amp; Date</a:t>
                      </a:r>
                    </a:p>
                  </a:txBody>
                  <a:tcPr marL="54000" marR="54000" marT="54000" marB="5400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097233">
                <a:tc>
                  <a:txBody>
                    <a:bodyPr/>
                    <a:lstStyle/>
                    <a:p>
                      <a:pPr marL="0" marR="0" lvl="0" indent="0" algn="l">
                        <a:lnSpc>
                          <a:spcPct val="100000"/>
                        </a:lnSpc>
                        <a:spcBef>
                          <a:spcPct val="0"/>
                        </a:spcBef>
                        <a:spcAft>
                          <a:spcPct val="0"/>
                        </a:spcAft>
                        <a:buNone/>
                      </a:pPr>
                      <a:r>
                        <a:rPr lang="en-GB" sz="800" b="1" i="0" u="none" strike="noStrike" cap="none" normalizeH="0" baseline="0" noProof="0">
                          <a:ln>
                            <a:noFill/>
                          </a:ln>
                          <a:solidFill>
                            <a:srgbClr val="000000"/>
                          </a:solidFill>
                          <a:effectLst/>
                          <a:latin typeface="IBM Plex Sans"/>
                        </a:rPr>
                        <a:t>A1. </a:t>
                      </a:r>
                      <a:r>
                        <a:rPr kumimoji="0" lang="en-GB" sz="800" b="0" i="0" u="none" strike="noStrike" cap="none" normalizeH="0" baseline="0">
                          <a:ln>
                            <a:noFill/>
                          </a:ln>
                          <a:solidFill>
                            <a:srgbClr val="000000"/>
                          </a:solidFill>
                          <a:effectLst/>
                          <a:latin typeface="IBM Plex Sans"/>
                          <a:ea typeface="ＭＳ Ｐゴシック"/>
                        </a:rPr>
                        <a:t>There is an assumption that</a:t>
                      </a:r>
                      <a:r>
                        <a:rPr lang="en-GB" sz="800" b="0" i="0" u="none" strike="noStrike" cap="none" normalizeH="0" baseline="0">
                          <a:ln>
                            <a:noFill/>
                          </a:ln>
                          <a:solidFill>
                            <a:srgbClr val="000000"/>
                          </a:solidFill>
                          <a:effectLst/>
                          <a:latin typeface="IBM Plex Sans"/>
                          <a:ea typeface="ＭＳ Ｐゴシック"/>
                        </a:rPr>
                        <a:t> the chatbot product will come out of the box in a preconfigured state that will allow changes to be made to it.</a:t>
                      </a:r>
                      <a:r>
                        <a:rPr kumimoji="0" lang="en-GB" sz="800" b="0" i="0" u="none" strike="noStrike" cap="none" normalizeH="0" baseline="0">
                          <a:ln>
                            <a:noFill/>
                          </a:ln>
                          <a:solidFill>
                            <a:srgbClr val="000000"/>
                          </a:solidFill>
                          <a:effectLst/>
                          <a:latin typeface="IBM Plex Sans"/>
                          <a:ea typeface="ＭＳ Ｐゴシック"/>
                        </a:rPr>
                        <a:t> If assumption is not validated or turns out to be invalid there is a risk that</a:t>
                      </a:r>
                      <a:r>
                        <a:rPr lang="en-GB" sz="800" b="0" i="0" u="none" strike="noStrike" cap="none" normalizeH="0" baseline="0">
                          <a:ln>
                            <a:noFill/>
                          </a:ln>
                          <a:solidFill>
                            <a:srgbClr val="000000"/>
                          </a:solidFill>
                          <a:effectLst/>
                          <a:latin typeface="IBM Plex Sans"/>
                          <a:ea typeface="ＭＳ Ｐゴシック"/>
                        </a:rPr>
                        <a:t> t</a:t>
                      </a:r>
                      <a:r>
                        <a:rPr lang="en-GB" sz="800" b="0" i="1" u="none" strike="noStrike" cap="none" normalizeH="0" baseline="0" noProof="0">
                          <a:ln>
                            <a:noFill/>
                          </a:ln>
                          <a:solidFill>
                            <a:srgbClr val="000000"/>
                          </a:solidFill>
                          <a:effectLst/>
                          <a:latin typeface="IBM Plex Sans"/>
                        </a:rPr>
                        <a:t>here could be a difficulty integrating the chatbot SaaS within the CRM system which may result in needing to switch providers to a more amenable one, potentially resulting in a delay of the project deliverable.</a:t>
                      </a:r>
                      <a:endParaRPr lang="en-GB" sz="800" b="0" i="0" u="none" strike="noStrike" cap="none" normalizeH="0" baseline="0" noProof="0">
                        <a:ln>
                          <a:noFill/>
                        </a:ln>
                        <a:solidFill>
                          <a:srgbClr val="000000"/>
                        </a:solidFill>
                        <a:effectLst/>
                        <a:latin typeface="IBM Plex Sans"/>
                      </a:endParaRPr>
                    </a:p>
                  </a:txBody>
                  <a:tcPr marL="54000" marR="54000" marT="54000" marB="54000"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rtl="0" eaLnBrk="1" fontAlgn="ctr" latinLnBrk="0" hangingPunct="1">
                        <a:lnSpc>
                          <a:spcPct val="100000"/>
                        </a:lnSpc>
                        <a:spcBef>
                          <a:spcPct val="0"/>
                        </a:spcBef>
                        <a:spcAft>
                          <a:spcPct val="0"/>
                        </a:spcAft>
                        <a:buClrTx/>
                        <a:buSzTx/>
                        <a:buFontTx/>
                        <a:buNone/>
                      </a:pPr>
                      <a:r>
                        <a:rPr lang="en-GB" sz="800" b="0" i="0" u="none" strike="noStrike" cap="none" normalizeH="0" baseline="0">
                          <a:ln>
                            <a:noFill/>
                          </a:ln>
                          <a:solidFill>
                            <a:srgbClr val="000000"/>
                          </a:solidFill>
                          <a:effectLst/>
                          <a:latin typeface="IBM Plex Sans"/>
                          <a:ea typeface="ＭＳ Ｐゴシック"/>
                        </a:rPr>
                        <a:t>Verify with the chatbot providers that their products are in fact configurable in the required way.</a:t>
                      </a:r>
                      <a:endParaRPr kumimoji="0" lang="en-GB" sz="800" b="0" i="0" u="none" strike="noStrike" cap="none" normalizeH="0" baseline="0">
                        <a:ln>
                          <a:noFill/>
                        </a:ln>
                        <a:solidFill>
                          <a:srgbClr val="000000"/>
                        </a:solidFill>
                        <a:effectLst/>
                        <a:latin typeface="IBM Plex Sans"/>
                        <a:ea typeface="ＭＳ Ｐゴシック"/>
                      </a:endParaRPr>
                    </a:p>
                  </a:txBody>
                  <a:tcPr marL="54000" marR="54000" marT="54000" marB="5400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rtl="0" eaLnBrk="1" fontAlgn="ctr" latinLnBrk="0" hangingPunct="1">
                        <a:lnSpc>
                          <a:spcPct val="100000"/>
                        </a:lnSpc>
                        <a:spcBef>
                          <a:spcPct val="0"/>
                        </a:spcBef>
                        <a:spcAft>
                          <a:spcPct val="0"/>
                        </a:spcAft>
                        <a:buClrTx/>
                        <a:buSzTx/>
                        <a:buFontTx/>
                        <a:buNone/>
                      </a:pPr>
                      <a:r>
                        <a:rPr lang="en-GB" sz="800" b="0" i="0" u="none" strike="noStrike" cap="none" normalizeH="0" baseline="0">
                          <a:ln>
                            <a:noFill/>
                          </a:ln>
                          <a:solidFill>
                            <a:srgbClr val="000000"/>
                          </a:solidFill>
                          <a:effectLst/>
                          <a:latin typeface="IBM Plex Sans"/>
                          <a:ea typeface="ＭＳ Ｐゴシック"/>
                        </a:rPr>
                        <a:t>Service Integrator </a:t>
                      </a:r>
                      <a:r>
                        <a:rPr kumimoji="0" lang="en-GB" sz="800" b="0" i="0" u="none" strike="noStrike" cap="none" normalizeH="0" baseline="0">
                          <a:ln>
                            <a:noFill/>
                          </a:ln>
                          <a:solidFill>
                            <a:srgbClr val="000000"/>
                          </a:solidFill>
                          <a:effectLst/>
                          <a:latin typeface="IBM Plex Sans"/>
                          <a:ea typeface="ＭＳ Ｐゴシック"/>
                        </a:rPr>
                        <a:t>+ </a:t>
                      </a:r>
                      <a:r>
                        <a:rPr lang="en-GB" sz="800" b="0" i="0" u="none" strike="noStrike" cap="none" normalizeH="0" baseline="0">
                          <a:ln>
                            <a:noFill/>
                          </a:ln>
                          <a:solidFill>
                            <a:srgbClr val="000000"/>
                          </a:solidFill>
                          <a:effectLst/>
                          <a:latin typeface="IBM Plex Sans"/>
                          <a:ea typeface="ＭＳ Ｐゴシック"/>
                        </a:rPr>
                        <a:t>One month from start of project</a:t>
                      </a:r>
                      <a:endParaRPr kumimoji="0" lang="en-GB" sz="800" b="0" i="0" u="none" strike="noStrike" cap="none" normalizeH="0" baseline="0">
                        <a:ln>
                          <a:noFill/>
                        </a:ln>
                        <a:solidFill>
                          <a:srgbClr val="000000"/>
                        </a:solidFill>
                        <a:effectLst/>
                        <a:latin typeface="IBM Plex Sans"/>
                        <a:ea typeface="ＭＳ Ｐゴシック"/>
                      </a:endParaRPr>
                    </a:p>
                  </a:txBody>
                  <a:tcPr marL="54000" marR="54000" marT="54000" marB="5400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47861">
                <a:tc>
                  <a:txBody>
                    <a:bodyPr/>
                    <a:lstStyle/>
                    <a:p>
                      <a:pPr marL="0" marR="0" lvl="0" indent="0" algn="l">
                        <a:lnSpc>
                          <a:spcPct val="100000"/>
                        </a:lnSpc>
                        <a:spcBef>
                          <a:spcPct val="0"/>
                        </a:spcBef>
                        <a:spcAft>
                          <a:spcPct val="0"/>
                        </a:spcAft>
                        <a:buNone/>
                      </a:pPr>
                      <a:r>
                        <a:rPr lang="en-GB" sz="800" b="1" i="0" u="none" strike="noStrike" cap="none" normalizeH="0" baseline="0" noProof="0">
                          <a:ln>
                            <a:noFill/>
                          </a:ln>
                          <a:solidFill>
                            <a:srgbClr val="000000"/>
                          </a:solidFill>
                          <a:effectLst/>
                          <a:latin typeface="IBM Plex Sans"/>
                        </a:rPr>
                        <a:t>A2. </a:t>
                      </a:r>
                      <a:r>
                        <a:rPr lang="en-GB" sz="800" b="0" i="0" u="none" strike="noStrike" cap="none" normalizeH="0" baseline="0" noProof="0">
                          <a:ln>
                            <a:noFill/>
                          </a:ln>
                          <a:solidFill>
                            <a:srgbClr val="000000"/>
                          </a:solidFill>
                          <a:effectLst/>
                          <a:latin typeface="IBM Plex Sans"/>
                        </a:rPr>
                        <a:t>There is an assumption that software licences and copyrights are considered by the development team. If assumption is not validated or turns out to be invalid there is a risk that resulting software product may infringe upon third-party intellectual property (IP) rights</a:t>
                      </a:r>
                      <a:r>
                        <a:rPr lang="en-GB" sz="800" b="0" i="1" u="none" strike="noStrike" cap="none" normalizeH="0" baseline="0" noProof="0">
                          <a:ln>
                            <a:noFill/>
                          </a:ln>
                          <a:solidFill>
                            <a:srgbClr val="000000"/>
                          </a:solidFill>
                          <a:effectLst/>
                          <a:latin typeface="IBM Plex Sans"/>
                        </a:rPr>
                        <a:t> </a:t>
                      </a:r>
                      <a:r>
                        <a:rPr lang="en-GB" sz="800" b="0" i="0" u="none" strike="noStrike" cap="none" normalizeH="0" baseline="0" noProof="0">
                          <a:ln>
                            <a:noFill/>
                          </a:ln>
                          <a:solidFill>
                            <a:srgbClr val="000000"/>
                          </a:solidFill>
                          <a:effectLst/>
                          <a:latin typeface="IBM Plex Sans"/>
                        </a:rPr>
                        <a:t>which may result in significant legal actions and financial penalties</a:t>
                      </a:r>
                      <a:r>
                        <a:rPr lang="en-GB" sz="800" b="0" i="1" u="none" strike="noStrike" cap="none" normalizeH="0" baseline="0" noProof="0">
                          <a:ln>
                            <a:noFill/>
                          </a:ln>
                          <a:solidFill>
                            <a:srgbClr val="000000"/>
                          </a:solidFill>
                          <a:effectLst/>
                          <a:latin typeface="IBM Plex Sans"/>
                        </a:rPr>
                        <a:t>.</a:t>
                      </a:r>
                      <a:endParaRPr kumimoji="0" lang="en-US" sz="800">
                        <a:latin typeface="IBM Plex Sans"/>
                      </a:endParaRPr>
                    </a:p>
                  </a:txBody>
                  <a:tcPr marL="54000" marR="54000" marT="54000" marB="5400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a:lnSpc>
                          <a:spcPct val="100000"/>
                        </a:lnSpc>
                        <a:spcBef>
                          <a:spcPct val="0"/>
                        </a:spcBef>
                        <a:spcAft>
                          <a:spcPct val="0"/>
                        </a:spcAft>
                        <a:buNone/>
                      </a:pPr>
                      <a:r>
                        <a:rPr lang="en-GB" sz="800" b="0" i="0" u="none" strike="noStrike" cap="none" normalizeH="0" baseline="0" noProof="0">
                          <a:ln>
                            <a:noFill/>
                          </a:ln>
                          <a:solidFill>
                            <a:srgbClr val="000000"/>
                          </a:solidFill>
                          <a:effectLst/>
                          <a:latin typeface="IBM Plex Sans"/>
                        </a:rPr>
                        <a:t>Establish a clear licensing policy and provide developer training </a:t>
                      </a:r>
                      <a:endParaRPr kumimoji="0" lang="en-GB" sz="800" b="0" i="0" u="none" strike="noStrike" cap="none" normalizeH="0" baseline="0" noProof="0">
                        <a:ln>
                          <a:noFill/>
                        </a:ln>
                        <a:solidFill>
                          <a:srgbClr val="000000"/>
                        </a:solidFill>
                        <a:effectLst/>
                        <a:latin typeface="IBM Plex Sans"/>
                      </a:endParaRPr>
                    </a:p>
                  </a:txBody>
                  <a:tcPr marL="54000" marR="54000" marT="54000" marB="5400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rtl="0" eaLnBrk="1" fontAlgn="ctr" latinLnBrk="0" hangingPunct="1">
                        <a:lnSpc>
                          <a:spcPct val="100000"/>
                        </a:lnSpc>
                        <a:spcBef>
                          <a:spcPct val="0"/>
                        </a:spcBef>
                        <a:spcAft>
                          <a:spcPct val="0"/>
                        </a:spcAft>
                        <a:buClrTx/>
                        <a:buSzTx/>
                        <a:buFontTx/>
                        <a:buNone/>
                      </a:pPr>
                      <a:r>
                        <a:rPr lang="en-GB" sz="800" b="0" i="0" u="none" strike="noStrike" cap="none" normalizeH="0" baseline="0">
                          <a:ln>
                            <a:noFill/>
                          </a:ln>
                          <a:solidFill>
                            <a:srgbClr val="000000"/>
                          </a:solidFill>
                          <a:effectLst/>
                          <a:latin typeface="IBM Plex Sans"/>
                          <a:ea typeface="ＭＳ Ｐゴシック"/>
                        </a:rPr>
                        <a:t>Service Integrator + </a:t>
                      </a:r>
                      <a:r>
                        <a:rPr lang="en-GB" sz="800" b="0" i="0" u="none" strike="noStrike" cap="none" normalizeH="0" baseline="0" noProof="0">
                          <a:ln>
                            <a:noFill/>
                          </a:ln>
                          <a:solidFill>
                            <a:srgbClr val="000000"/>
                          </a:solidFill>
                          <a:effectLst/>
                          <a:latin typeface="IBM Plex Sans"/>
                        </a:rPr>
                        <a:t>Before Project Start Date</a:t>
                      </a:r>
                      <a:endParaRPr kumimoji="0" lang="en-GB" sz="800" b="0" i="0" u="none" strike="noStrike" cap="none" normalizeH="0" baseline="0">
                        <a:ln>
                          <a:noFill/>
                        </a:ln>
                        <a:solidFill>
                          <a:srgbClr val="000000"/>
                        </a:solidFill>
                        <a:effectLst/>
                        <a:latin typeface="IBM Plex Sans"/>
                        <a:ea typeface="ＭＳ Ｐゴシック"/>
                      </a:endParaRPr>
                    </a:p>
                  </a:txBody>
                  <a:tcPr marL="54000" marR="54000" marT="54000" marB="5400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972545">
                <a:tc>
                  <a:txBody>
                    <a:bodyPr/>
                    <a:lstStyle/>
                    <a:p>
                      <a:pPr marL="0" marR="0" lvl="0" indent="0" algn="l" rtl="0" eaLnBrk="1" fontAlgn="ctr" latinLnBrk="0" hangingPunct="1">
                        <a:lnSpc>
                          <a:spcPct val="100000"/>
                        </a:lnSpc>
                        <a:spcBef>
                          <a:spcPct val="0"/>
                        </a:spcBef>
                        <a:spcAft>
                          <a:spcPct val="0"/>
                        </a:spcAft>
                        <a:buClrTx/>
                        <a:buSzTx/>
                        <a:buFontTx/>
                        <a:buNone/>
                      </a:pPr>
                      <a:r>
                        <a:rPr lang="en-GB" sz="800" b="1" i="0" u="none" strike="noStrike" cap="none" normalizeH="0" baseline="0">
                          <a:ln>
                            <a:noFill/>
                          </a:ln>
                          <a:solidFill>
                            <a:srgbClr val="000000"/>
                          </a:solidFill>
                          <a:effectLst/>
                          <a:latin typeface="IBM Plex Sans"/>
                          <a:ea typeface="ＭＳ Ｐゴシック"/>
                        </a:rPr>
                        <a:t>A3. </a:t>
                      </a:r>
                      <a:r>
                        <a:rPr lang="en-GB" sz="800" b="0" i="0" u="none" strike="noStrike" cap="none" normalizeH="0" baseline="0">
                          <a:ln>
                            <a:noFill/>
                          </a:ln>
                          <a:solidFill>
                            <a:srgbClr val="000000"/>
                          </a:solidFill>
                          <a:effectLst/>
                          <a:latin typeface="IBM Plex Sans"/>
                          <a:ea typeface="ＭＳ Ｐゴシック"/>
                        </a:rPr>
                        <a:t>There</a:t>
                      </a:r>
                      <a:r>
                        <a:rPr kumimoji="0" lang="en-GB" sz="800" b="0" i="0" u="none" strike="noStrike" cap="none" normalizeH="0" baseline="0">
                          <a:ln>
                            <a:noFill/>
                          </a:ln>
                          <a:solidFill>
                            <a:srgbClr val="000000"/>
                          </a:solidFill>
                          <a:effectLst/>
                          <a:latin typeface="IBM Plex Sans"/>
                          <a:ea typeface="ＭＳ Ｐゴシック"/>
                        </a:rPr>
                        <a:t> is an assumption that </a:t>
                      </a:r>
                      <a:r>
                        <a:rPr lang="en-GB" sz="800" b="0" i="0" u="none" strike="noStrike" cap="none" normalizeH="0" baseline="0">
                          <a:ln>
                            <a:noFill/>
                          </a:ln>
                          <a:solidFill>
                            <a:srgbClr val="000000"/>
                          </a:solidFill>
                          <a:effectLst/>
                          <a:latin typeface="IBM Plex Sans"/>
                          <a:ea typeface="ＭＳ Ｐゴシック"/>
                        </a:rPr>
                        <a:t>the solution will be developed with flexibility in mind, allowing for swift exchanging of integrated components.</a:t>
                      </a:r>
                      <a:r>
                        <a:rPr kumimoji="0" lang="en-GB" sz="800" b="0" i="0" u="none" strike="noStrike" cap="none" normalizeH="0" baseline="0">
                          <a:ln>
                            <a:noFill/>
                          </a:ln>
                          <a:solidFill>
                            <a:srgbClr val="000000"/>
                          </a:solidFill>
                          <a:effectLst/>
                          <a:latin typeface="IBM Plex Sans"/>
                          <a:ea typeface="ＭＳ Ｐゴシック"/>
                        </a:rPr>
                        <a:t> If assumption is not validated or turns out to be invalid there is a risk that </a:t>
                      </a:r>
                      <a:r>
                        <a:rPr lang="en-GB" sz="800" b="0" i="0" u="none" strike="noStrike" cap="none" normalizeH="0" baseline="0">
                          <a:ln>
                            <a:noFill/>
                          </a:ln>
                          <a:solidFill>
                            <a:srgbClr val="000000"/>
                          </a:solidFill>
                          <a:effectLst/>
                          <a:latin typeface="IBM Plex Sans"/>
                          <a:ea typeface="ＭＳ Ｐゴシック"/>
                        </a:rPr>
                        <a:t>in the event of a failure the whole solution will be affected rather than just a single part of it</a:t>
                      </a:r>
                      <a:r>
                        <a:rPr lang="en-GB" sz="800" b="0" i="1" u="none" strike="noStrike" cap="none" normalizeH="0" baseline="0">
                          <a:ln>
                            <a:noFill/>
                          </a:ln>
                          <a:solidFill>
                            <a:srgbClr val="000000"/>
                          </a:solidFill>
                          <a:effectLst/>
                          <a:latin typeface="IBM Plex Sans"/>
                          <a:ea typeface="ＭＳ Ｐゴシック"/>
                        </a:rPr>
                        <a:t> </a:t>
                      </a:r>
                      <a:r>
                        <a:rPr kumimoji="0" lang="en-GB" sz="800" b="0" i="0" u="none" strike="noStrike" cap="none" normalizeH="0" baseline="0">
                          <a:ln>
                            <a:noFill/>
                          </a:ln>
                          <a:solidFill>
                            <a:srgbClr val="000000"/>
                          </a:solidFill>
                          <a:effectLst/>
                          <a:latin typeface="IBM Plex Sans"/>
                          <a:ea typeface="ＭＳ Ｐゴシック"/>
                        </a:rPr>
                        <a:t>which may result in</a:t>
                      </a:r>
                      <a:r>
                        <a:rPr lang="en-GB" sz="800" b="0" i="0" u="none" strike="noStrike" cap="none" normalizeH="0" baseline="0">
                          <a:ln>
                            <a:noFill/>
                          </a:ln>
                          <a:solidFill>
                            <a:srgbClr val="000000"/>
                          </a:solidFill>
                          <a:effectLst/>
                          <a:latin typeface="IBM Plex Sans"/>
                          <a:ea typeface="ＭＳ Ｐゴシック"/>
                        </a:rPr>
                        <a:t> significant cost and service issues</a:t>
                      </a:r>
                      <a:r>
                        <a:rPr lang="en-GB" sz="800" b="0" i="1" u="none" strike="noStrike" cap="none" normalizeH="0" baseline="0">
                          <a:ln>
                            <a:noFill/>
                          </a:ln>
                          <a:solidFill>
                            <a:srgbClr val="000000"/>
                          </a:solidFill>
                          <a:effectLst/>
                          <a:latin typeface="IBM Plex Sans"/>
                          <a:ea typeface="ＭＳ Ｐゴシック"/>
                        </a:rPr>
                        <a:t>.</a:t>
                      </a:r>
                      <a:endParaRPr kumimoji="0" lang="en-GB" sz="800" b="0" i="1" u="none" strike="noStrike" cap="none" normalizeH="0" baseline="0">
                        <a:ln>
                          <a:noFill/>
                        </a:ln>
                        <a:solidFill>
                          <a:srgbClr val="000000"/>
                        </a:solidFill>
                        <a:effectLst/>
                        <a:latin typeface="IBM Plex Sans"/>
                        <a:ea typeface="ＭＳ Ｐゴシック"/>
                      </a:endParaRPr>
                    </a:p>
                  </a:txBody>
                  <a:tcPr marL="54000" marR="54000" marT="54000" marB="54000"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a:lnSpc>
                          <a:spcPct val="100000"/>
                        </a:lnSpc>
                        <a:spcBef>
                          <a:spcPct val="0"/>
                        </a:spcBef>
                        <a:spcAft>
                          <a:spcPct val="0"/>
                        </a:spcAft>
                        <a:buNone/>
                      </a:pPr>
                      <a:r>
                        <a:rPr lang="en-GB" sz="800" b="0" i="0" u="none" strike="noStrike" cap="none" normalizeH="0" baseline="0" noProof="0">
                          <a:ln>
                            <a:noFill/>
                          </a:ln>
                          <a:solidFill>
                            <a:schemeClr val="tx1"/>
                          </a:solidFill>
                          <a:effectLst/>
                          <a:latin typeface="IBM Plex Sans"/>
                        </a:rPr>
                        <a:t>Review existing development guidelines to ensure that flexibility is a core practice internally.</a:t>
                      </a:r>
                    </a:p>
                  </a:txBody>
                  <a:tcPr marL="54000" marR="54000" marT="54000" marB="5400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a:lnSpc>
                          <a:spcPct val="100000"/>
                        </a:lnSpc>
                        <a:spcBef>
                          <a:spcPct val="0"/>
                        </a:spcBef>
                        <a:spcAft>
                          <a:spcPct val="0"/>
                        </a:spcAft>
                        <a:buNone/>
                      </a:pPr>
                      <a:r>
                        <a:rPr lang="en-GB" sz="800" b="0" i="0" u="none" strike="noStrike" cap="none" normalizeH="0" baseline="0" noProof="0">
                          <a:ln>
                            <a:noFill/>
                          </a:ln>
                          <a:solidFill>
                            <a:srgbClr val="000000"/>
                          </a:solidFill>
                          <a:effectLst/>
                          <a:latin typeface="IBM Plex Sans"/>
                        </a:rPr>
                        <a:t>Project Manager + Before Project Start Date</a:t>
                      </a:r>
                      <a:endParaRPr kumimoji="0" lang="en-US" sz="800">
                        <a:latin typeface="IBM Plex Sans"/>
                      </a:endParaRPr>
                    </a:p>
                  </a:txBody>
                  <a:tcPr marL="54000" marR="54000" marT="54000" marB="5400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847861">
                <a:tc>
                  <a:txBody>
                    <a:bodyPr/>
                    <a:lstStyle/>
                    <a:p>
                      <a:pPr marL="0" marR="0" lvl="0" indent="0" algn="l" rtl="0" eaLnBrk="1" fontAlgn="b" latinLnBrk="0" hangingPunct="1">
                        <a:lnSpc>
                          <a:spcPct val="100000"/>
                        </a:lnSpc>
                        <a:spcBef>
                          <a:spcPct val="0"/>
                        </a:spcBef>
                        <a:spcAft>
                          <a:spcPct val="0"/>
                        </a:spcAft>
                        <a:buClrTx/>
                        <a:buSzTx/>
                        <a:buFontTx/>
                        <a:buNone/>
                      </a:pPr>
                      <a:r>
                        <a:rPr lang="en-GB" sz="800" b="1" i="0" u="none" strike="noStrike" cap="none" normalizeH="0" baseline="0">
                          <a:ln>
                            <a:noFill/>
                          </a:ln>
                          <a:solidFill>
                            <a:srgbClr val="000000"/>
                          </a:solidFill>
                          <a:effectLst/>
                          <a:latin typeface="IBM Plex Sans"/>
                          <a:ea typeface="ＭＳ Ｐゴシック"/>
                        </a:rPr>
                        <a:t>A4. </a:t>
                      </a:r>
                      <a:r>
                        <a:rPr lang="en-GB" sz="800" b="0" i="0" u="none" strike="noStrike" cap="none" normalizeH="0" baseline="0">
                          <a:ln>
                            <a:noFill/>
                          </a:ln>
                          <a:solidFill>
                            <a:srgbClr val="000000"/>
                          </a:solidFill>
                          <a:effectLst/>
                          <a:latin typeface="IBM Plex Sans"/>
                          <a:ea typeface="ＭＳ Ｐゴシック"/>
                        </a:rPr>
                        <a:t>There</a:t>
                      </a:r>
                      <a:r>
                        <a:rPr kumimoji="0" lang="en-GB" sz="800" b="0" i="0" u="none" strike="noStrike" cap="none" normalizeH="0" baseline="0">
                          <a:ln>
                            <a:noFill/>
                          </a:ln>
                          <a:solidFill>
                            <a:srgbClr val="000000"/>
                          </a:solidFill>
                          <a:effectLst/>
                          <a:latin typeface="IBM Plex Sans"/>
                          <a:ea typeface="ＭＳ Ｐゴシック"/>
                        </a:rPr>
                        <a:t> is an assumption that</a:t>
                      </a:r>
                      <a:r>
                        <a:rPr lang="en-GB" sz="800" b="0" i="0" u="none" strike="noStrike" cap="none" normalizeH="0" baseline="0">
                          <a:ln>
                            <a:noFill/>
                          </a:ln>
                          <a:solidFill>
                            <a:srgbClr val="000000"/>
                          </a:solidFill>
                          <a:effectLst/>
                          <a:latin typeface="IBM Plex Sans"/>
                          <a:ea typeface="ＭＳ Ｐゴシック"/>
                        </a:rPr>
                        <a:t> as the solution is being developed, security services are also being integrated in </a:t>
                      </a:r>
                      <a:r>
                        <a:rPr lang="en-GB" sz="800" b="0" i="0" u="none" strike="noStrike" cap="none" normalizeH="0" baseline="0" noProof="0">
                          <a:ln>
                            <a:noFill/>
                          </a:ln>
                          <a:solidFill>
                            <a:srgbClr val="000000"/>
                          </a:solidFill>
                          <a:effectLst/>
                          <a:latin typeface="IBM Plex Sans"/>
                        </a:rPr>
                        <a:t>parallel</a:t>
                      </a:r>
                      <a:r>
                        <a:rPr lang="en-GB" sz="800" b="0" i="0" u="none" strike="noStrike" cap="none" normalizeH="0" baseline="0">
                          <a:ln>
                            <a:noFill/>
                          </a:ln>
                          <a:solidFill>
                            <a:srgbClr val="000000"/>
                          </a:solidFill>
                          <a:effectLst/>
                          <a:latin typeface="IBM Plex Sans"/>
                          <a:ea typeface="ＭＳ Ｐゴシック"/>
                        </a:rPr>
                        <a:t>.</a:t>
                      </a:r>
                      <a:r>
                        <a:rPr kumimoji="0" lang="en-GB" sz="800" b="0" i="0" u="none" strike="noStrike" cap="none" normalizeH="0" baseline="0">
                          <a:ln>
                            <a:noFill/>
                          </a:ln>
                          <a:solidFill>
                            <a:srgbClr val="000000"/>
                          </a:solidFill>
                          <a:effectLst/>
                          <a:latin typeface="IBM Plex Sans"/>
                          <a:ea typeface="ＭＳ Ｐゴシック"/>
                        </a:rPr>
                        <a:t> If assumption is not validated or turns out to be invalid there is a risk that</a:t>
                      </a:r>
                      <a:r>
                        <a:rPr lang="en-GB" sz="800" b="0" i="0" u="none" strike="noStrike" cap="none" normalizeH="0" baseline="0">
                          <a:ln>
                            <a:noFill/>
                          </a:ln>
                          <a:solidFill>
                            <a:srgbClr val="000000"/>
                          </a:solidFill>
                          <a:effectLst/>
                          <a:latin typeface="IBM Plex Sans"/>
                          <a:ea typeface="ＭＳ Ｐゴシック"/>
                        </a:rPr>
                        <a:t> there could be vulnerabilities in the deployment which</a:t>
                      </a:r>
                      <a:r>
                        <a:rPr kumimoji="0" lang="en-GB" sz="800" b="0" i="0" u="none" strike="noStrike" cap="none" normalizeH="0" baseline="0">
                          <a:ln>
                            <a:noFill/>
                          </a:ln>
                          <a:solidFill>
                            <a:srgbClr val="000000"/>
                          </a:solidFill>
                          <a:effectLst/>
                          <a:latin typeface="IBM Plex Sans"/>
                          <a:ea typeface="ＭＳ Ｐゴシック"/>
                        </a:rPr>
                        <a:t> may result in </a:t>
                      </a:r>
                      <a:r>
                        <a:rPr lang="en-GB" sz="800" b="0" i="0" u="none" strike="noStrike" cap="none" normalizeH="0" baseline="0">
                          <a:ln>
                            <a:noFill/>
                          </a:ln>
                          <a:solidFill>
                            <a:srgbClr val="000000"/>
                          </a:solidFill>
                          <a:effectLst/>
                          <a:latin typeface="IBM Plex Sans"/>
                          <a:ea typeface="ＭＳ Ｐゴシック"/>
                        </a:rPr>
                        <a:t>significant security breaches and associated costs.</a:t>
                      </a:r>
                      <a:endParaRPr kumimoji="0" lang="en-GB" sz="800" b="0" i="1" u="none" strike="noStrike" cap="none" normalizeH="0" baseline="0">
                        <a:ln>
                          <a:noFill/>
                        </a:ln>
                        <a:solidFill>
                          <a:srgbClr val="000000"/>
                        </a:solidFill>
                        <a:effectLst/>
                        <a:latin typeface="IBM Plex Sans"/>
                        <a:ea typeface="ＭＳ Ｐゴシック"/>
                      </a:endParaRPr>
                    </a:p>
                  </a:txBody>
                  <a:tcPr marL="54000" marR="54000" marT="54000" marB="5400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a:lnSpc>
                          <a:spcPct val="100000"/>
                        </a:lnSpc>
                        <a:spcBef>
                          <a:spcPct val="0"/>
                        </a:spcBef>
                        <a:spcAft>
                          <a:spcPct val="0"/>
                        </a:spcAft>
                        <a:buNone/>
                      </a:pPr>
                      <a:r>
                        <a:rPr lang="en-GB" sz="800" b="0" i="0" u="none" strike="noStrike" cap="none" normalizeH="0" baseline="0" noProof="0">
                          <a:ln>
                            <a:noFill/>
                          </a:ln>
                          <a:solidFill>
                            <a:schemeClr val="tx1"/>
                          </a:solidFill>
                          <a:effectLst/>
                          <a:latin typeface="IBM Plex Sans"/>
                        </a:rPr>
                        <a:t>Review existing development guidelines to ensure that security is a core practice internally.</a:t>
                      </a:r>
                      <a:endParaRPr kumimoji="0" lang="en-US" sz="800">
                        <a:latin typeface="IBM Plex Sans"/>
                      </a:endParaRPr>
                    </a:p>
                  </a:txBody>
                  <a:tcPr marL="54000" marR="54000" marT="54000" marB="5400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a:lnSpc>
                          <a:spcPct val="100000"/>
                        </a:lnSpc>
                        <a:spcBef>
                          <a:spcPct val="0"/>
                        </a:spcBef>
                        <a:spcAft>
                          <a:spcPct val="0"/>
                        </a:spcAft>
                        <a:buNone/>
                      </a:pPr>
                      <a:r>
                        <a:rPr lang="en-GB" sz="800" b="0" i="0" u="none" strike="noStrike" cap="none" normalizeH="0" baseline="0" noProof="0">
                          <a:ln>
                            <a:noFill/>
                          </a:ln>
                          <a:solidFill>
                            <a:srgbClr val="000000"/>
                          </a:solidFill>
                          <a:effectLst/>
                          <a:latin typeface="IBM Plex Sans"/>
                        </a:rPr>
                        <a:t>Project Manager + Before Project Start Date</a:t>
                      </a:r>
                      <a:endParaRPr kumimoji="0" lang="en-US" sz="800">
                        <a:latin typeface="IBM Plex Sans"/>
                      </a:endParaRPr>
                    </a:p>
                  </a:txBody>
                  <a:tcPr marL="54000" marR="54000" marT="54000" marB="5400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5865890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A4714-5F2F-1EC7-C3BC-5D3DFB1399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3828FD-52D1-0EE7-DC4E-0CEC04A8B56D}"/>
              </a:ext>
            </a:extLst>
          </p:cNvPr>
          <p:cNvSpPr>
            <a:spLocks noGrp="1"/>
          </p:cNvSpPr>
          <p:nvPr>
            <p:ph type="title"/>
          </p:nvPr>
        </p:nvSpPr>
        <p:spPr>
          <a:xfrm>
            <a:off x="713250" y="114825"/>
            <a:ext cx="7717500" cy="572700"/>
          </a:xfrm>
        </p:spPr>
        <p:txBody>
          <a:bodyPr/>
          <a:lstStyle/>
          <a:p>
            <a:r>
              <a:rPr lang="en-US"/>
              <a:t>Issues</a:t>
            </a:r>
            <a:endParaRPr lang="en-BM"/>
          </a:p>
        </p:txBody>
      </p:sp>
      <p:graphicFrame>
        <p:nvGraphicFramePr>
          <p:cNvPr id="3" name="Group 78">
            <a:extLst>
              <a:ext uri="{FF2B5EF4-FFF2-40B4-BE49-F238E27FC236}">
                <a16:creationId xmlns:a16="http://schemas.microsoft.com/office/drawing/2014/main" id="{062E3A2D-5C3F-92EC-4E13-5E4934FBE945}"/>
              </a:ext>
            </a:extLst>
          </p:cNvPr>
          <p:cNvGraphicFramePr>
            <a:graphicFrameLocks/>
          </p:cNvGraphicFramePr>
          <p:nvPr>
            <p:extLst>
              <p:ext uri="{D42A27DB-BD31-4B8C-83A1-F6EECF244321}">
                <p14:modId xmlns:p14="http://schemas.microsoft.com/office/powerpoint/2010/main" val="1620618397"/>
              </p:ext>
            </p:extLst>
          </p:nvPr>
        </p:nvGraphicFramePr>
        <p:xfrm>
          <a:off x="252000" y="792990"/>
          <a:ext cx="8640000" cy="3557520"/>
        </p:xfrm>
        <a:graphic>
          <a:graphicData uri="http://schemas.openxmlformats.org/drawingml/2006/table">
            <a:tbl>
              <a:tblPr/>
              <a:tblGrid>
                <a:gridCol w="3460906">
                  <a:extLst>
                    <a:ext uri="{9D8B030D-6E8A-4147-A177-3AD203B41FA5}">
                      <a16:colId xmlns:a16="http://schemas.microsoft.com/office/drawing/2014/main" val="20002"/>
                    </a:ext>
                  </a:extLst>
                </a:gridCol>
                <a:gridCol w="3726539">
                  <a:extLst>
                    <a:ext uri="{9D8B030D-6E8A-4147-A177-3AD203B41FA5}">
                      <a16:colId xmlns:a16="http://schemas.microsoft.com/office/drawing/2014/main" val="20006"/>
                    </a:ext>
                  </a:extLst>
                </a:gridCol>
                <a:gridCol w="1452555">
                  <a:extLst>
                    <a:ext uri="{9D8B030D-6E8A-4147-A177-3AD203B41FA5}">
                      <a16:colId xmlns:a16="http://schemas.microsoft.com/office/drawing/2014/main" val="1293521922"/>
                    </a:ext>
                  </a:extLst>
                </a:gridCol>
              </a:tblGrid>
              <a:tr h="245160">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900" b="1" i="0" u="none" strike="noStrike" cap="none" normalizeH="0" baseline="0">
                          <a:ln>
                            <a:noFill/>
                          </a:ln>
                          <a:solidFill>
                            <a:srgbClr val="000000"/>
                          </a:solidFill>
                          <a:effectLst/>
                          <a:latin typeface="+mn-lt"/>
                          <a:ea typeface="ＭＳ Ｐゴシック"/>
                        </a:rPr>
                        <a:t>Statement</a:t>
                      </a:r>
                    </a:p>
                  </a:txBody>
                  <a:tcPr marL="54000" marR="54000" marT="54000" marB="5400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900" b="1" i="0" u="none" strike="noStrike" cap="none" normalizeH="0" baseline="0">
                          <a:ln>
                            <a:noFill/>
                          </a:ln>
                          <a:solidFill>
                            <a:srgbClr val="000000"/>
                          </a:solidFill>
                          <a:effectLst/>
                          <a:latin typeface="+mn-lt"/>
                          <a:ea typeface="ＭＳ Ｐゴシック"/>
                        </a:rPr>
                        <a:t>Action(s)</a:t>
                      </a:r>
                    </a:p>
                  </a:txBody>
                  <a:tcPr marL="54000" marR="54000" marT="54000" marB="5400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900" b="1" i="0" u="none" strike="noStrike" cap="none" normalizeH="0" baseline="0">
                          <a:ln>
                            <a:noFill/>
                          </a:ln>
                          <a:solidFill>
                            <a:srgbClr val="000000"/>
                          </a:solidFill>
                          <a:effectLst/>
                          <a:latin typeface="+mn-lt"/>
                          <a:ea typeface="ＭＳ Ｐゴシック"/>
                        </a:rPr>
                        <a:t>Owner &amp; Date</a:t>
                      </a:r>
                    </a:p>
                  </a:txBody>
                  <a:tcPr marL="54000" marR="54000" marT="54000" marB="5400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9480">
                <a:tc>
                  <a:txBody>
                    <a:bodyPr/>
                    <a:lstStyle/>
                    <a:p>
                      <a:pPr marL="0" marR="0" lvl="0" indent="0" algn="l" rtl="0" eaLnBrk="1" fontAlgn="ctr" latinLnBrk="0" hangingPunct="1">
                        <a:lnSpc>
                          <a:spcPct val="100000"/>
                        </a:lnSpc>
                        <a:spcBef>
                          <a:spcPct val="0"/>
                        </a:spcBef>
                        <a:spcAft>
                          <a:spcPct val="0"/>
                        </a:spcAft>
                        <a:buClrTx/>
                        <a:buSzTx/>
                        <a:buFontTx/>
                        <a:buNone/>
                      </a:pPr>
                      <a:r>
                        <a:rPr lang="en-GB" sz="900" b="1" i="0" u="none" strike="noStrike" cap="none" normalizeH="0" baseline="0">
                          <a:ln>
                            <a:noFill/>
                          </a:ln>
                          <a:solidFill>
                            <a:srgbClr val="000000"/>
                          </a:solidFill>
                          <a:effectLst/>
                          <a:latin typeface="IBM Plex Sans" panose="020B0503050203000203" pitchFamily="34" charset="0"/>
                          <a:ea typeface="ＭＳ Ｐゴシック"/>
                        </a:rPr>
                        <a:t>I1. </a:t>
                      </a:r>
                      <a:r>
                        <a:rPr lang="en-GB" sz="900" b="0" i="0" u="none" strike="noStrike" cap="none" normalizeH="0" baseline="0">
                          <a:ln>
                            <a:noFill/>
                          </a:ln>
                          <a:solidFill>
                            <a:srgbClr val="000000"/>
                          </a:solidFill>
                          <a:effectLst/>
                          <a:latin typeface="IBM Plex Sans" panose="020B0503050203000203" pitchFamily="34" charset="0"/>
                          <a:ea typeface="ＭＳ Ｐゴシック"/>
                        </a:rPr>
                        <a:t>There is an issue that the chatbot provider has taken the service offline for extended maintenance which has resulted in a halt to the testing of the integration. This has been caused because</a:t>
                      </a:r>
                      <a:r>
                        <a:rPr lang="en-GB" sz="900" b="0" i="0" u="none" strike="noStrike" cap="none" normalizeH="0" baseline="0" noProof="0">
                          <a:ln>
                            <a:noFill/>
                          </a:ln>
                          <a:solidFill>
                            <a:srgbClr val="000000"/>
                          </a:solidFill>
                          <a:effectLst/>
                          <a:latin typeface="IBM Plex Sans" panose="020B0503050203000203" pitchFamily="34" charset="0"/>
                        </a:rPr>
                        <a:t> a critical vulnerability in their service was discovered, linking to </a:t>
                      </a:r>
                      <a:r>
                        <a:rPr lang="en-GB" sz="900" b="1" i="0" u="none" strike="noStrike" cap="none" normalizeH="0" baseline="0" noProof="0">
                          <a:ln>
                            <a:noFill/>
                          </a:ln>
                          <a:solidFill>
                            <a:srgbClr val="000000"/>
                          </a:solidFill>
                          <a:effectLst/>
                          <a:latin typeface="IBM Plex Sans" panose="020B0503050203000203" pitchFamily="34" charset="0"/>
                        </a:rPr>
                        <a:t>R3</a:t>
                      </a:r>
                      <a:r>
                        <a:rPr lang="en-GB" sz="900" b="0" i="0" u="none" strike="noStrike" cap="none" normalizeH="0" baseline="0" noProof="0">
                          <a:ln>
                            <a:noFill/>
                          </a:ln>
                          <a:solidFill>
                            <a:srgbClr val="000000"/>
                          </a:solidFill>
                          <a:effectLst/>
                          <a:latin typeface="IBM Plex Sans" panose="020B0503050203000203" pitchFamily="34" charset="0"/>
                        </a:rPr>
                        <a:t> in the risk table.</a:t>
                      </a:r>
                      <a:endParaRPr kumimoji="0" lang="en-GB" sz="900" b="0" i="0" u="none" strike="noStrike" cap="none" normalizeH="0" baseline="0">
                        <a:ln>
                          <a:noFill/>
                        </a:ln>
                        <a:solidFill>
                          <a:srgbClr val="000000"/>
                        </a:solidFill>
                        <a:effectLst/>
                        <a:latin typeface="IBM Plex Sans" panose="020B0503050203000203" pitchFamily="34" charset="0"/>
                        <a:ea typeface="ＭＳ Ｐゴシック"/>
                      </a:endParaRPr>
                    </a:p>
                  </a:txBody>
                  <a:tcPr marL="54000" marR="54000" marT="54000" marB="54000"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rtl="0" eaLnBrk="1" fontAlgn="ctr" latinLnBrk="0" hangingPunct="1">
                        <a:lnSpc>
                          <a:spcPct val="100000"/>
                        </a:lnSpc>
                        <a:spcBef>
                          <a:spcPct val="0"/>
                        </a:spcBef>
                        <a:spcAft>
                          <a:spcPct val="0"/>
                        </a:spcAft>
                        <a:buClrTx/>
                        <a:buSzTx/>
                        <a:buFontTx/>
                        <a:buNone/>
                      </a:pPr>
                      <a:r>
                        <a:rPr lang="en-GB" sz="900" b="0" i="0" u="none" strike="noStrike" cap="none" normalizeH="0" baseline="0">
                          <a:ln>
                            <a:noFill/>
                          </a:ln>
                          <a:solidFill>
                            <a:srgbClr val="000000"/>
                          </a:solidFill>
                          <a:effectLst/>
                          <a:latin typeface="IBM Plex Sans" panose="020B0503050203000203" pitchFamily="34" charset="0"/>
                          <a:ea typeface="ＭＳ Ｐゴシック"/>
                        </a:rPr>
                        <a:t>Confirm with the provider that the vulnerability only affect their service.</a:t>
                      </a:r>
                    </a:p>
                    <a:p>
                      <a:pPr marL="0" marR="0" lvl="0" indent="0" algn="l">
                        <a:lnSpc>
                          <a:spcPct val="100000"/>
                        </a:lnSpc>
                        <a:spcBef>
                          <a:spcPct val="0"/>
                        </a:spcBef>
                        <a:spcAft>
                          <a:spcPct val="0"/>
                        </a:spcAft>
                        <a:buClrTx/>
                        <a:buSzTx/>
                        <a:buFontTx/>
                        <a:buNone/>
                      </a:pPr>
                      <a:endParaRPr lang="en-GB" sz="900" b="0" i="0" u="none" strike="noStrike" cap="none" normalizeH="0" baseline="0">
                        <a:ln>
                          <a:noFill/>
                        </a:ln>
                        <a:solidFill>
                          <a:srgbClr val="000000"/>
                        </a:solidFill>
                        <a:effectLst/>
                        <a:latin typeface="IBM Plex Sans" panose="020B0503050203000203" pitchFamily="34" charset="0"/>
                        <a:ea typeface="ＭＳ Ｐゴシック"/>
                      </a:endParaRPr>
                    </a:p>
                    <a:p>
                      <a:pPr marL="0" marR="0" lvl="0" indent="0" algn="l">
                        <a:lnSpc>
                          <a:spcPct val="100000"/>
                        </a:lnSpc>
                        <a:spcBef>
                          <a:spcPct val="0"/>
                        </a:spcBef>
                        <a:spcAft>
                          <a:spcPct val="0"/>
                        </a:spcAft>
                        <a:buClrTx/>
                        <a:buSzTx/>
                        <a:buFontTx/>
                        <a:buNone/>
                      </a:pPr>
                      <a:r>
                        <a:rPr lang="en-GB" sz="900" b="0" i="0" u="none" strike="noStrike" cap="none" normalizeH="0" baseline="0">
                          <a:ln>
                            <a:noFill/>
                          </a:ln>
                          <a:solidFill>
                            <a:srgbClr val="000000"/>
                          </a:solidFill>
                          <a:effectLst/>
                          <a:latin typeface="IBM Plex Sans" panose="020B0503050203000203" pitchFamily="34" charset="0"/>
                          <a:ea typeface="ＭＳ Ｐゴシック"/>
                        </a:rPr>
                        <a:t>Revisit existing agreements guaranteeing minimum quality of the service, linking to </a:t>
                      </a:r>
                      <a:r>
                        <a:rPr lang="en-GB" sz="900" b="1" i="0" u="none" strike="noStrike" cap="none" normalizeH="0" baseline="0">
                          <a:ln>
                            <a:noFill/>
                          </a:ln>
                          <a:solidFill>
                            <a:srgbClr val="000000"/>
                          </a:solidFill>
                          <a:effectLst/>
                          <a:latin typeface="IBM Plex Sans" panose="020B0503050203000203" pitchFamily="34" charset="0"/>
                          <a:ea typeface="ＭＳ Ｐゴシック"/>
                        </a:rPr>
                        <a:t>D4 </a:t>
                      </a:r>
                      <a:r>
                        <a:rPr lang="en-GB" sz="900" b="0" i="0" u="none" strike="noStrike" cap="none" normalizeH="0" baseline="0">
                          <a:ln>
                            <a:noFill/>
                          </a:ln>
                          <a:solidFill>
                            <a:srgbClr val="000000"/>
                          </a:solidFill>
                          <a:effectLst/>
                          <a:latin typeface="IBM Plex Sans" panose="020B0503050203000203" pitchFamily="34" charset="0"/>
                          <a:ea typeface="ＭＳ Ｐゴシック"/>
                        </a:rPr>
                        <a:t>in the dependency table.</a:t>
                      </a:r>
                    </a:p>
                  </a:txBody>
                  <a:tcPr marL="54000" marR="54000" marT="54000" marB="5400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rtl="0" eaLnBrk="1" fontAlgn="ctr" latinLnBrk="0" hangingPunct="1">
                        <a:lnSpc>
                          <a:spcPct val="100000"/>
                        </a:lnSpc>
                        <a:spcBef>
                          <a:spcPct val="0"/>
                        </a:spcBef>
                        <a:spcAft>
                          <a:spcPct val="0"/>
                        </a:spcAft>
                        <a:buClrTx/>
                        <a:buSzTx/>
                        <a:buFontTx/>
                        <a:buNone/>
                      </a:pPr>
                      <a:r>
                        <a:rPr lang="en-GB" sz="900" b="0" i="0" u="none" strike="noStrike" cap="none" normalizeH="0" baseline="0">
                          <a:ln>
                            <a:noFill/>
                          </a:ln>
                          <a:solidFill>
                            <a:srgbClr val="000000"/>
                          </a:solidFill>
                          <a:effectLst/>
                          <a:latin typeface="IBM Plex Sans" panose="020B0503050203000203" pitchFamily="34" charset="0"/>
                          <a:ea typeface="ＭＳ Ｐゴシック"/>
                        </a:rPr>
                        <a:t>Project Manager + &lt;Recovery Time&gt;</a:t>
                      </a:r>
                      <a:endParaRPr kumimoji="0" lang="en-GB" sz="900" b="0" i="0" u="none" strike="noStrike" cap="none" normalizeH="0" baseline="0">
                        <a:ln>
                          <a:noFill/>
                        </a:ln>
                        <a:solidFill>
                          <a:srgbClr val="000000"/>
                        </a:solidFill>
                        <a:effectLst/>
                        <a:latin typeface="IBM Plex Sans" panose="020B0503050203000203" pitchFamily="34" charset="0"/>
                        <a:ea typeface="ＭＳ Ｐゴシック"/>
                      </a:endParaRPr>
                    </a:p>
                  </a:txBody>
                  <a:tcPr marL="54000" marR="54000" marT="54000" marB="5400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9480">
                <a:tc>
                  <a:txBody>
                    <a:bodyPr/>
                    <a:lstStyle/>
                    <a:p>
                      <a:pPr marL="0" marR="0" lvl="0" indent="0" algn="l" rtl="0">
                        <a:lnSpc>
                          <a:spcPct val="100000"/>
                        </a:lnSpc>
                        <a:spcBef>
                          <a:spcPct val="0"/>
                        </a:spcBef>
                        <a:spcAft>
                          <a:spcPct val="0"/>
                        </a:spcAft>
                        <a:buClrTx/>
                        <a:buSzTx/>
                        <a:buFontTx/>
                        <a:buNone/>
                      </a:pPr>
                      <a:r>
                        <a:rPr lang="en-GB" sz="900" b="1" i="0" u="none" strike="noStrike" cap="none" normalizeH="0" baseline="0">
                          <a:ln>
                            <a:noFill/>
                          </a:ln>
                          <a:solidFill>
                            <a:srgbClr val="000000"/>
                          </a:solidFill>
                          <a:effectLst/>
                          <a:latin typeface="IBM Plex Sans" panose="020B0503050203000203" pitchFamily="34" charset="0"/>
                          <a:ea typeface="ＭＳ Ｐゴシック"/>
                        </a:rPr>
                        <a:t>I2. </a:t>
                      </a:r>
                      <a:r>
                        <a:rPr lang="en-GB" sz="900" b="0" i="0" u="none" strike="noStrike" cap="none" normalizeH="0" baseline="0">
                          <a:ln>
                            <a:noFill/>
                          </a:ln>
                          <a:solidFill>
                            <a:srgbClr val="000000"/>
                          </a:solidFill>
                          <a:effectLst/>
                          <a:latin typeface="IBM Plex Sans" panose="020B0503050203000203" pitchFamily="34" charset="0"/>
                          <a:ea typeface="ＭＳ Ｐゴシック"/>
                        </a:rPr>
                        <a:t>There</a:t>
                      </a:r>
                      <a:r>
                        <a:rPr kumimoji="0" lang="en-GB" sz="900" b="0" i="0" u="none" strike="noStrike" cap="none" normalizeH="0" baseline="0">
                          <a:ln>
                            <a:noFill/>
                          </a:ln>
                          <a:solidFill>
                            <a:srgbClr val="000000"/>
                          </a:solidFill>
                          <a:effectLst/>
                          <a:latin typeface="IBM Plex Sans" panose="020B0503050203000203" pitchFamily="34" charset="0"/>
                          <a:ea typeface="ＭＳ Ｐゴシック"/>
                        </a:rPr>
                        <a:t> is an issue that </a:t>
                      </a:r>
                      <a:r>
                        <a:rPr lang="en-GB" sz="900" b="0" i="0" u="none" strike="noStrike" cap="none" normalizeH="0" baseline="0">
                          <a:ln>
                            <a:noFill/>
                          </a:ln>
                          <a:solidFill>
                            <a:srgbClr val="000000"/>
                          </a:solidFill>
                          <a:effectLst/>
                          <a:latin typeface="IBM Plex Sans" panose="020B0503050203000203" pitchFamily="34" charset="0"/>
                          <a:ea typeface="ＭＳ Ｐゴシック"/>
                        </a:rPr>
                        <a:t>a lead developer on the project has taken an unplanned leave </a:t>
                      </a:r>
                      <a:r>
                        <a:rPr kumimoji="0" lang="en-GB" sz="900" b="0" i="0" u="none" strike="noStrike" cap="none" normalizeH="0" baseline="0">
                          <a:ln>
                            <a:noFill/>
                          </a:ln>
                          <a:solidFill>
                            <a:srgbClr val="000000"/>
                          </a:solidFill>
                          <a:effectLst/>
                          <a:latin typeface="IBM Plex Sans" panose="020B0503050203000203" pitchFamily="34" charset="0"/>
                          <a:ea typeface="ＭＳ Ｐゴシック"/>
                        </a:rPr>
                        <a:t>which has resulted in </a:t>
                      </a:r>
                      <a:r>
                        <a:rPr lang="en-GB" sz="900" b="0" i="0" u="none" strike="noStrike" cap="none" normalizeH="0" baseline="0">
                          <a:ln>
                            <a:noFill/>
                          </a:ln>
                          <a:solidFill>
                            <a:srgbClr val="000000"/>
                          </a:solidFill>
                          <a:effectLst/>
                          <a:latin typeface="IBM Plex Sans" panose="020B0503050203000203" pitchFamily="34" charset="0"/>
                          <a:ea typeface="ＭＳ Ｐゴシック"/>
                        </a:rPr>
                        <a:t>a reduction of development speed.</a:t>
                      </a:r>
                      <a:r>
                        <a:rPr kumimoji="0" lang="en-GB" sz="900" b="0" i="0" u="none" strike="noStrike" cap="none" normalizeH="0" baseline="0">
                          <a:ln>
                            <a:noFill/>
                          </a:ln>
                          <a:solidFill>
                            <a:srgbClr val="000000"/>
                          </a:solidFill>
                          <a:effectLst/>
                          <a:latin typeface="IBM Plex Sans" panose="020B0503050203000203" pitchFamily="34" charset="0"/>
                          <a:ea typeface="ＭＳ Ｐゴシック"/>
                        </a:rPr>
                        <a:t> This has been caused because </a:t>
                      </a:r>
                      <a:r>
                        <a:rPr lang="en-GB" sz="900" b="0" i="0" u="none" strike="noStrike" cap="none" normalizeH="0" baseline="0">
                          <a:ln>
                            <a:noFill/>
                          </a:ln>
                          <a:solidFill>
                            <a:srgbClr val="000000"/>
                          </a:solidFill>
                          <a:effectLst/>
                          <a:latin typeface="IBM Plex Sans" panose="020B0503050203000203" pitchFamily="34" charset="0"/>
                          <a:ea typeface="ＭＳ Ｐゴシック"/>
                        </a:rPr>
                        <a:t>the organisation of the development team in no longer being managed so misalignments are occurring more frequently, linking to </a:t>
                      </a:r>
                      <a:r>
                        <a:rPr lang="en-GB" sz="900" b="1" i="0" u="none" strike="noStrike" cap="none" normalizeH="0" baseline="0">
                          <a:ln>
                            <a:noFill/>
                          </a:ln>
                          <a:solidFill>
                            <a:srgbClr val="000000"/>
                          </a:solidFill>
                          <a:effectLst/>
                          <a:latin typeface="IBM Plex Sans" panose="020B0503050203000203" pitchFamily="34" charset="0"/>
                          <a:ea typeface="ＭＳ Ｐゴシック"/>
                        </a:rPr>
                        <a:t>R2 </a:t>
                      </a:r>
                      <a:r>
                        <a:rPr lang="en-GB" sz="900" b="0" i="0" u="none" strike="noStrike" cap="none" normalizeH="0" baseline="0">
                          <a:ln>
                            <a:noFill/>
                          </a:ln>
                          <a:solidFill>
                            <a:srgbClr val="000000"/>
                          </a:solidFill>
                          <a:effectLst/>
                          <a:latin typeface="IBM Plex Sans" panose="020B0503050203000203" pitchFamily="34" charset="0"/>
                          <a:ea typeface="ＭＳ Ｐゴシック"/>
                        </a:rPr>
                        <a:t>in the risk table.</a:t>
                      </a:r>
                      <a:endParaRPr kumimoji="0" lang="en-GB" sz="900" b="0" i="0" u="none" strike="noStrike" cap="none" normalizeH="0" baseline="0">
                        <a:ln>
                          <a:noFill/>
                        </a:ln>
                        <a:solidFill>
                          <a:srgbClr val="000000"/>
                        </a:solidFill>
                        <a:effectLst/>
                        <a:latin typeface="IBM Plex Sans" panose="020B0503050203000203" pitchFamily="34" charset="0"/>
                        <a:ea typeface="ＭＳ Ｐゴシック"/>
                      </a:endParaRPr>
                    </a:p>
                  </a:txBody>
                  <a:tcPr marL="54000" marR="54000" marT="54000" marB="5400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rtl="0" eaLnBrk="1" fontAlgn="ctr" latinLnBrk="0" hangingPunct="1">
                        <a:lnSpc>
                          <a:spcPct val="100000"/>
                        </a:lnSpc>
                        <a:spcBef>
                          <a:spcPct val="0"/>
                        </a:spcBef>
                        <a:spcAft>
                          <a:spcPct val="0"/>
                        </a:spcAft>
                        <a:buClrTx/>
                        <a:buSzTx/>
                        <a:buFontTx/>
                        <a:buNone/>
                      </a:pPr>
                      <a:r>
                        <a:rPr lang="en-GB" sz="900" b="0" i="0" u="none" strike="noStrike" cap="none" normalizeH="0" baseline="0">
                          <a:ln>
                            <a:noFill/>
                          </a:ln>
                          <a:solidFill>
                            <a:srgbClr val="000000"/>
                          </a:solidFill>
                          <a:effectLst/>
                          <a:latin typeface="IBM Plex Sans" panose="020B0503050203000203" pitchFamily="34" charset="0"/>
                          <a:ea typeface="ＭＳ Ｐゴシック"/>
                        </a:rPr>
                        <a:t>Confirm and assist with the wellbeing of the employee in question to ensure a swift return to work.</a:t>
                      </a:r>
                    </a:p>
                    <a:p>
                      <a:pPr marL="0" marR="0" lvl="0" indent="0" algn="l">
                        <a:lnSpc>
                          <a:spcPct val="100000"/>
                        </a:lnSpc>
                        <a:spcBef>
                          <a:spcPct val="0"/>
                        </a:spcBef>
                        <a:spcAft>
                          <a:spcPct val="0"/>
                        </a:spcAft>
                        <a:buClrTx/>
                        <a:buSzTx/>
                        <a:buFontTx/>
                        <a:buNone/>
                      </a:pPr>
                      <a:endParaRPr lang="en-GB" sz="900" b="0" i="0" u="none" strike="noStrike" cap="none" normalizeH="0" baseline="0">
                        <a:ln>
                          <a:noFill/>
                        </a:ln>
                        <a:solidFill>
                          <a:srgbClr val="000000"/>
                        </a:solidFill>
                        <a:effectLst/>
                        <a:latin typeface="IBM Plex Sans" panose="020B0503050203000203" pitchFamily="34" charset="0"/>
                        <a:ea typeface="ＭＳ Ｐゴシック"/>
                      </a:endParaRPr>
                    </a:p>
                    <a:p>
                      <a:pPr marL="0" marR="0" lvl="0" indent="0" algn="l">
                        <a:lnSpc>
                          <a:spcPct val="100000"/>
                        </a:lnSpc>
                        <a:spcBef>
                          <a:spcPct val="0"/>
                        </a:spcBef>
                        <a:spcAft>
                          <a:spcPct val="0"/>
                        </a:spcAft>
                        <a:buClrTx/>
                        <a:buSzTx/>
                        <a:buFontTx/>
                        <a:buNone/>
                      </a:pPr>
                      <a:r>
                        <a:rPr lang="en-GB" sz="900" b="0" i="0" u="none" strike="noStrike" cap="none" normalizeH="0" baseline="0">
                          <a:ln>
                            <a:noFill/>
                          </a:ln>
                          <a:solidFill>
                            <a:srgbClr val="000000"/>
                          </a:solidFill>
                          <a:effectLst/>
                          <a:latin typeface="IBM Plex Sans" panose="020B0503050203000203" pitchFamily="34" charset="0"/>
                          <a:ea typeface="ＭＳ Ｐゴシック"/>
                        </a:rPr>
                        <a:t>Review redundancy plans to ensure a lack of key personnel is reduced for future projects.</a:t>
                      </a:r>
                    </a:p>
                  </a:txBody>
                  <a:tcPr marL="54000" marR="54000" marT="54000" marB="5400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rtl="0" eaLnBrk="1" fontAlgn="ctr" latinLnBrk="0" hangingPunct="1">
                        <a:lnSpc>
                          <a:spcPct val="100000"/>
                        </a:lnSpc>
                        <a:spcBef>
                          <a:spcPct val="0"/>
                        </a:spcBef>
                        <a:spcAft>
                          <a:spcPct val="0"/>
                        </a:spcAft>
                        <a:buClrTx/>
                        <a:buSzTx/>
                        <a:buFontTx/>
                        <a:buNone/>
                      </a:pPr>
                      <a:r>
                        <a:rPr lang="en-GB" sz="900" b="0" i="0" u="none" strike="noStrike" cap="none" normalizeH="0" baseline="0">
                          <a:ln>
                            <a:noFill/>
                          </a:ln>
                          <a:solidFill>
                            <a:srgbClr val="000000"/>
                          </a:solidFill>
                          <a:effectLst/>
                          <a:latin typeface="IBM Plex Sans" panose="020B0503050203000203" pitchFamily="34" charset="0"/>
                          <a:ea typeface="ＭＳ Ｐゴシック"/>
                        </a:rPr>
                        <a:t>Project Manager/Human Resources + Until Employee can Return</a:t>
                      </a:r>
                      <a:endParaRPr kumimoji="0" lang="en-GB" sz="900" b="0" i="0" u="none" strike="noStrike" cap="none" normalizeH="0" baseline="0">
                        <a:ln>
                          <a:noFill/>
                        </a:ln>
                        <a:solidFill>
                          <a:srgbClr val="000000"/>
                        </a:solidFill>
                        <a:effectLst/>
                        <a:latin typeface="IBM Plex Sans" panose="020B0503050203000203" pitchFamily="34" charset="0"/>
                        <a:ea typeface="ＭＳ Ｐゴシック" pitchFamily="34" charset="-128"/>
                      </a:endParaRPr>
                    </a:p>
                  </a:txBody>
                  <a:tcPr marL="54000" marR="54000" marT="54000" marB="5400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9480">
                <a:tc>
                  <a:txBody>
                    <a:bodyPr/>
                    <a:lstStyle/>
                    <a:p>
                      <a:pPr marL="0" marR="0" lvl="0" indent="0" algn="l" rtl="0" eaLnBrk="1" fontAlgn="ctr" latinLnBrk="0" hangingPunct="1">
                        <a:lnSpc>
                          <a:spcPct val="100000"/>
                        </a:lnSpc>
                        <a:spcBef>
                          <a:spcPct val="0"/>
                        </a:spcBef>
                        <a:spcAft>
                          <a:spcPct val="0"/>
                        </a:spcAft>
                        <a:buClrTx/>
                        <a:buSzTx/>
                        <a:buFontTx/>
                        <a:buNone/>
                      </a:pPr>
                      <a:r>
                        <a:rPr lang="en-GB" sz="900" b="1" i="0" u="none" strike="noStrike" cap="none" normalizeH="0" baseline="0">
                          <a:ln>
                            <a:noFill/>
                          </a:ln>
                          <a:solidFill>
                            <a:srgbClr val="000000"/>
                          </a:solidFill>
                          <a:effectLst/>
                          <a:latin typeface="IBM Plex Sans" panose="020B0503050203000203" pitchFamily="34" charset="0"/>
                          <a:ea typeface="ＭＳ Ｐゴシック"/>
                        </a:rPr>
                        <a:t>I3. </a:t>
                      </a:r>
                      <a:r>
                        <a:rPr lang="en-GB" sz="900" b="0" i="0" u="none" strike="noStrike" cap="none" normalizeH="0" baseline="0">
                          <a:ln>
                            <a:noFill/>
                          </a:ln>
                          <a:solidFill>
                            <a:srgbClr val="000000"/>
                          </a:solidFill>
                          <a:effectLst/>
                          <a:latin typeface="IBM Plex Sans" panose="020B0503050203000203" pitchFamily="34" charset="0"/>
                          <a:ea typeface="ＭＳ Ｐゴシック"/>
                        </a:rPr>
                        <a:t>There</a:t>
                      </a:r>
                      <a:r>
                        <a:rPr kumimoji="0" lang="en-GB" sz="900" b="0" i="0" u="none" strike="noStrike" cap="none" normalizeH="0" baseline="0">
                          <a:ln>
                            <a:noFill/>
                          </a:ln>
                          <a:solidFill>
                            <a:srgbClr val="000000"/>
                          </a:solidFill>
                          <a:effectLst/>
                          <a:latin typeface="IBM Plex Sans" panose="020B0503050203000203" pitchFamily="34" charset="0"/>
                          <a:ea typeface="ＭＳ Ｐゴシック"/>
                        </a:rPr>
                        <a:t> is an issue that </a:t>
                      </a:r>
                      <a:r>
                        <a:rPr lang="en-GB" sz="900" b="0" i="0" u="none" strike="noStrike" cap="none" normalizeH="0" baseline="0">
                          <a:ln>
                            <a:noFill/>
                          </a:ln>
                          <a:solidFill>
                            <a:srgbClr val="000000"/>
                          </a:solidFill>
                          <a:effectLst/>
                          <a:latin typeface="IBM Plex Sans" panose="020B0503050203000203" pitchFamily="34" charset="0"/>
                          <a:ea typeface="ＭＳ Ｐゴシック"/>
                        </a:rPr>
                        <a:t>the chatbot service is incompatible with the core customer database which</a:t>
                      </a:r>
                      <a:r>
                        <a:rPr kumimoji="0" lang="en-GB" sz="900" b="0" i="0" u="none" strike="noStrike" cap="none" normalizeH="0" baseline="0">
                          <a:ln>
                            <a:noFill/>
                          </a:ln>
                          <a:solidFill>
                            <a:srgbClr val="000000"/>
                          </a:solidFill>
                          <a:effectLst/>
                          <a:latin typeface="IBM Plex Sans" panose="020B0503050203000203" pitchFamily="34" charset="0"/>
                          <a:ea typeface="ＭＳ Ｐゴシック"/>
                        </a:rPr>
                        <a:t> has resulted in </a:t>
                      </a:r>
                      <a:r>
                        <a:rPr lang="en-GB" sz="900" b="0" i="0" u="none" strike="noStrike" cap="none" normalizeH="0" baseline="0">
                          <a:ln>
                            <a:noFill/>
                          </a:ln>
                          <a:solidFill>
                            <a:srgbClr val="000000"/>
                          </a:solidFill>
                          <a:effectLst/>
                          <a:latin typeface="IBM Plex Sans" panose="020B0503050203000203" pitchFamily="34" charset="0"/>
                          <a:ea typeface="ＭＳ Ｐゴシック"/>
                        </a:rPr>
                        <a:t>delays to the final project deliverable.</a:t>
                      </a:r>
                      <a:r>
                        <a:rPr kumimoji="0" lang="en-GB" sz="900" b="0" i="0" u="none" strike="noStrike" cap="none" normalizeH="0" baseline="0">
                          <a:ln>
                            <a:noFill/>
                          </a:ln>
                          <a:solidFill>
                            <a:srgbClr val="000000"/>
                          </a:solidFill>
                          <a:effectLst/>
                          <a:latin typeface="IBM Plex Sans" panose="020B0503050203000203" pitchFamily="34" charset="0"/>
                          <a:ea typeface="ＭＳ Ｐゴシック"/>
                        </a:rPr>
                        <a:t> This has been caused because</a:t>
                      </a:r>
                      <a:r>
                        <a:rPr lang="en-GB" sz="900" b="0" i="0" u="none" strike="noStrike" cap="none" normalizeH="0" baseline="0">
                          <a:ln>
                            <a:noFill/>
                          </a:ln>
                          <a:solidFill>
                            <a:srgbClr val="000000"/>
                          </a:solidFill>
                          <a:effectLst/>
                          <a:latin typeface="IBM Plex Sans" panose="020B0503050203000203" pitchFamily="34" charset="0"/>
                          <a:ea typeface="ＭＳ Ｐゴシック"/>
                        </a:rPr>
                        <a:t> it has been found that the chatbot cannot adequately utilise this resource, linking to </a:t>
                      </a:r>
                      <a:r>
                        <a:rPr lang="en-GB" sz="900" b="1" i="0" u="none" strike="noStrike" cap="none" normalizeH="0" baseline="0">
                          <a:ln>
                            <a:noFill/>
                          </a:ln>
                          <a:solidFill>
                            <a:srgbClr val="000000"/>
                          </a:solidFill>
                          <a:effectLst/>
                          <a:latin typeface="IBM Plex Sans" panose="020B0503050203000203" pitchFamily="34" charset="0"/>
                          <a:ea typeface="ＭＳ Ｐゴシック"/>
                        </a:rPr>
                        <a:t>R1</a:t>
                      </a:r>
                      <a:r>
                        <a:rPr lang="en-GB" sz="900" b="0" i="0" u="none" strike="noStrike" cap="none" normalizeH="0" baseline="0">
                          <a:ln>
                            <a:noFill/>
                          </a:ln>
                          <a:solidFill>
                            <a:srgbClr val="000000"/>
                          </a:solidFill>
                          <a:effectLst/>
                          <a:latin typeface="IBM Plex Sans" panose="020B0503050203000203" pitchFamily="34" charset="0"/>
                          <a:ea typeface="ＭＳ Ｐゴシック"/>
                        </a:rPr>
                        <a:t> in the risk table.</a:t>
                      </a:r>
                      <a:endParaRPr kumimoji="0" lang="en-GB" sz="900" b="0" i="0" u="none" strike="noStrike" cap="none" normalizeH="0" baseline="0">
                        <a:ln>
                          <a:noFill/>
                        </a:ln>
                        <a:solidFill>
                          <a:srgbClr val="000000"/>
                        </a:solidFill>
                        <a:effectLst/>
                        <a:latin typeface="IBM Plex Sans" panose="020B0503050203000203" pitchFamily="34" charset="0"/>
                        <a:ea typeface="ＭＳ Ｐゴシック"/>
                      </a:endParaRPr>
                    </a:p>
                  </a:txBody>
                  <a:tcPr marL="54000" marR="54000" marT="54000" marB="54000"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a:lnSpc>
                          <a:spcPct val="100000"/>
                        </a:lnSpc>
                        <a:spcBef>
                          <a:spcPct val="0"/>
                        </a:spcBef>
                        <a:spcAft>
                          <a:spcPct val="0"/>
                        </a:spcAft>
                        <a:buNone/>
                      </a:pPr>
                      <a:r>
                        <a:rPr lang="en-GB" sz="900" b="0" i="0" u="none" strike="noStrike" cap="none" normalizeH="0" baseline="0" noProof="0">
                          <a:ln>
                            <a:noFill/>
                          </a:ln>
                          <a:solidFill>
                            <a:srgbClr val="000000"/>
                          </a:solidFill>
                          <a:effectLst/>
                          <a:latin typeface="IBM Plex Sans" panose="020B0503050203000203" pitchFamily="34" charset="0"/>
                        </a:rPr>
                        <a:t>Revisit existing agreements guaranteeing minimum quality of the service, linking to </a:t>
                      </a:r>
                      <a:r>
                        <a:rPr lang="en-GB" sz="900" b="1" i="0" u="none" strike="noStrike" cap="none" normalizeH="0" baseline="0" noProof="0">
                          <a:ln>
                            <a:noFill/>
                          </a:ln>
                          <a:solidFill>
                            <a:srgbClr val="000000"/>
                          </a:solidFill>
                          <a:effectLst/>
                          <a:latin typeface="IBM Plex Sans" panose="020B0503050203000203" pitchFamily="34" charset="0"/>
                        </a:rPr>
                        <a:t>D4 </a:t>
                      </a:r>
                      <a:r>
                        <a:rPr lang="en-GB" sz="900" b="0" i="0" u="none" strike="noStrike" cap="none" normalizeH="0" baseline="0" noProof="0">
                          <a:ln>
                            <a:noFill/>
                          </a:ln>
                          <a:solidFill>
                            <a:srgbClr val="000000"/>
                          </a:solidFill>
                          <a:effectLst/>
                          <a:latin typeface="IBM Plex Sans" panose="020B0503050203000203" pitchFamily="34" charset="0"/>
                        </a:rPr>
                        <a:t>in the dependency table.</a:t>
                      </a:r>
                    </a:p>
                    <a:p>
                      <a:pPr marL="0" marR="0" lvl="0" indent="0" algn="l">
                        <a:lnSpc>
                          <a:spcPct val="100000"/>
                        </a:lnSpc>
                        <a:spcBef>
                          <a:spcPct val="0"/>
                        </a:spcBef>
                        <a:spcAft>
                          <a:spcPct val="0"/>
                        </a:spcAft>
                        <a:buNone/>
                      </a:pPr>
                      <a:endParaRPr lang="en-GB" sz="900" b="0" i="0" u="none" strike="noStrike" cap="none" normalizeH="0" baseline="0" noProof="0">
                        <a:ln>
                          <a:noFill/>
                        </a:ln>
                        <a:solidFill>
                          <a:srgbClr val="000000"/>
                        </a:solidFill>
                        <a:effectLst/>
                        <a:latin typeface="IBM Plex Sans" panose="020B0503050203000203" pitchFamily="34" charset="0"/>
                      </a:endParaRPr>
                    </a:p>
                  </a:txBody>
                  <a:tcPr marL="54000" marR="54000" marT="54000" marB="5400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rtl="0" eaLnBrk="1" fontAlgn="ctr" latinLnBrk="0" hangingPunct="1">
                        <a:lnSpc>
                          <a:spcPct val="100000"/>
                        </a:lnSpc>
                        <a:spcBef>
                          <a:spcPct val="0"/>
                        </a:spcBef>
                        <a:spcAft>
                          <a:spcPct val="0"/>
                        </a:spcAft>
                        <a:buClrTx/>
                        <a:buSzTx/>
                        <a:buFontTx/>
                        <a:buNone/>
                      </a:pPr>
                      <a:r>
                        <a:rPr lang="en-GB" sz="900" b="0" i="0" u="none" strike="noStrike" cap="none" normalizeH="0" baseline="0">
                          <a:ln>
                            <a:noFill/>
                          </a:ln>
                          <a:solidFill>
                            <a:schemeClr val="tx1"/>
                          </a:solidFill>
                          <a:effectLst/>
                          <a:latin typeface="IBM Plex Sans" panose="020B0503050203000203" pitchFamily="34" charset="0"/>
                          <a:ea typeface="ＭＳ Ｐゴシック"/>
                        </a:rPr>
                        <a:t>Project Manager</a:t>
                      </a:r>
                      <a:endParaRPr kumimoji="0" lang="en-GB" sz="900" b="0" i="0" u="none" strike="noStrike" cap="none" normalizeH="0" baseline="0">
                        <a:ln>
                          <a:noFill/>
                        </a:ln>
                        <a:solidFill>
                          <a:schemeClr val="tx1"/>
                        </a:solidFill>
                        <a:effectLst/>
                        <a:latin typeface="IBM Plex Sans" panose="020B0503050203000203" pitchFamily="34" charset="0"/>
                        <a:ea typeface="ＭＳ Ｐゴシック" pitchFamily="34" charset="-128"/>
                      </a:endParaRPr>
                    </a:p>
                  </a:txBody>
                  <a:tcPr marL="54000" marR="54000" marT="54000" marB="5400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9480">
                <a:tc>
                  <a:txBody>
                    <a:bodyPr/>
                    <a:lstStyle/>
                    <a:p>
                      <a:pPr marL="0" marR="0" lvl="0" indent="0" algn="l" rtl="0" eaLnBrk="1" fontAlgn="b" latinLnBrk="0" hangingPunct="1">
                        <a:lnSpc>
                          <a:spcPct val="100000"/>
                        </a:lnSpc>
                        <a:spcBef>
                          <a:spcPct val="0"/>
                        </a:spcBef>
                        <a:spcAft>
                          <a:spcPct val="0"/>
                        </a:spcAft>
                        <a:buClrTx/>
                        <a:buSzTx/>
                        <a:buFontTx/>
                        <a:buNone/>
                      </a:pPr>
                      <a:r>
                        <a:rPr lang="en-GB" sz="900" b="1" i="0" u="none" strike="noStrike" cap="none" normalizeH="0" baseline="0">
                          <a:ln>
                            <a:noFill/>
                          </a:ln>
                          <a:solidFill>
                            <a:srgbClr val="000000"/>
                          </a:solidFill>
                          <a:effectLst/>
                          <a:latin typeface="IBM Plex Sans" panose="020B0503050203000203" pitchFamily="34" charset="0"/>
                          <a:ea typeface="ＭＳ Ｐゴシック"/>
                        </a:rPr>
                        <a:t>I4. </a:t>
                      </a:r>
                      <a:r>
                        <a:rPr lang="en-GB" sz="900" b="0" i="0" u="none" strike="noStrike" cap="none" normalizeH="0" baseline="0">
                          <a:ln>
                            <a:noFill/>
                          </a:ln>
                          <a:solidFill>
                            <a:srgbClr val="000000"/>
                          </a:solidFill>
                          <a:effectLst/>
                          <a:latin typeface="IBM Plex Sans" panose="020B0503050203000203" pitchFamily="34" charset="0"/>
                          <a:ea typeface="ＭＳ Ｐゴシック"/>
                        </a:rPr>
                        <a:t>There</a:t>
                      </a:r>
                      <a:r>
                        <a:rPr kumimoji="0" lang="en-GB" sz="900" b="0" i="0" u="none" strike="noStrike" cap="none" normalizeH="0" baseline="0">
                          <a:ln>
                            <a:noFill/>
                          </a:ln>
                          <a:solidFill>
                            <a:srgbClr val="000000"/>
                          </a:solidFill>
                          <a:effectLst/>
                          <a:latin typeface="IBM Plex Sans" panose="020B0503050203000203" pitchFamily="34" charset="0"/>
                          <a:ea typeface="ＭＳ Ｐゴシック"/>
                        </a:rPr>
                        <a:t> is an issue that </a:t>
                      </a:r>
                      <a:r>
                        <a:rPr lang="en-GB" sz="900" b="0" i="0" u="none" strike="noStrike" cap="none" normalizeH="0" baseline="0">
                          <a:ln>
                            <a:noFill/>
                          </a:ln>
                          <a:solidFill>
                            <a:srgbClr val="000000"/>
                          </a:solidFill>
                          <a:effectLst/>
                          <a:latin typeface="IBM Plex Sans" panose="020B0503050203000203" pitchFamily="34" charset="0"/>
                          <a:ea typeface="ＭＳ Ｐゴシック"/>
                        </a:rPr>
                        <a:t>the current development pace does not align with project timeline</a:t>
                      </a:r>
                      <a:r>
                        <a:rPr kumimoji="0" lang="en-GB" sz="900" b="0" i="0" u="none" strike="noStrike" cap="none" normalizeH="0" baseline="0">
                          <a:ln>
                            <a:noFill/>
                          </a:ln>
                          <a:solidFill>
                            <a:srgbClr val="000000"/>
                          </a:solidFill>
                          <a:effectLst/>
                          <a:latin typeface="IBM Plex Sans" panose="020B0503050203000203" pitchFamily="34" charset="0"/>
                          <a:ea typeface="ＭＳ Ｐゴシック"/>
                        </a:rPr>
                        <a:t> which has resulted in </a:t>
                      </a:r>
                      <a:r>
                        <a:rPr lang="en-GB" sz="900" b="0" i="0" u="none" strike="noStrike" cap="none" normalizeH="0" baseline="0">
                          <a:ln>
                            <a:noFill/>
                          </a:ln>
                          <a:solidFill>
                            <a:srgbClr val="000000"/>
                          </a:solidFill>
                          <a:effectLst/>
                          <a:latin typeface="IBM Plex Sans" panose="020B0503050203000203" pitchFamily="34" charset="0"/>
                          <a:ea typeface="ＭＳ Ｐゴシック"/>
                        </a:rPr>
                        <a:t>evident delays to the final project deliverable.</a:t>
                      </a:r>
                      <a:r>
                        <a:rPr kumimoji="0" lang="en-GB" sz="900" b="0" i="0" u="none" strike="noStrike" cap="none" normalizeH="0" baseline="0">
                          <a:ln>
                            <a:noFill/>
                          </a:ln>
                          <a:solidFill>
                            <a:srgbClr val="000000"/>
                          </a:solidFill>
                          <a:effectLst/>
                          <a:latin typeface="IBM Plex Sans" panose="020B0503050203000203" pitchFamily="34" charset="0"/>
                          <a:ea typeface="ＭＳ Ｐゴシック"/>
                        </a:rPr>
                        <a:t> This has been caused because </a:t>
                      </a:r>
                      <a:r>
                        <a:rPr lang="en-GB" sz="900" b="0" i="0" u="none" strike="noStrike" cap="none" normalizeH="0" baseline="0">
                          <a:ln>
                            <a:noFill/>
                          </a:ln>
                          <a:solidFill>
                            <a:srgbClr val="000000"/>
                          </a:solidFill>
                          <a:effectLst/>
                          <a:latin typeface="IBM Plex Sans" panose="020B0503050203000203" pitchFamily="34" charset="0"/>
                          <a:ea typeface="ＭＳ Ｐゴシック"/>
                        </a:rPr>
                        <a:t>of several issues raised regarding the capabilities of the chatbot service and its provider.</a:t>
                      </a:r>
                      <a:endParaRPr kumimoji="0" lang="en-GB" sz="900" b="0" i="1" u="none" strike="noStrike" cap="none" normalizeH="0" baseline="0">
                        <a:ln>
                          <a:noFill/>
                        </a:ln>
                        <a:solidFill>
                          <a:srgbClr val="000000"/>
                        </a:solidFill>
                        <a:effectLst/>
                        <a:latin typeface="IBM Plex Sans" panose="020B0503050203000203" pitchFamily="34" charset="0"/>
                        <a:ea typeface="ＭＳ Ｐゴシック"/>
                      </a:endParaRPr>
                    </a:p>
                  </a:txBody>
                  <a:tcPr marL="54000" marR="54000" marT="54000" marB="5400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rtl="0" eaLnBrk="1" fontAlgn="ctr" latinLnBrk="0" hangingPunct="1">
                        <a:lnSpc>
                          <a:spcPct val="100000"/>
                        </a:lnSpc>
                        <a:spcBef>
                          <a:spcPct val="0"/>
                        </a:spcBef>
                        <a:spcAft>
                          <a:spcPct val="0"/>
                        </a:spcAft>
                        <a:buClrTx/>
                        <a:buSzTx/>
                        <a:buFontTx/>
                        <a:buNone/>
                      </a:pPr>
                      <a:r>
                        <a:rPr lang="en-GB" sz="900" b="0" i="0" u="none" strike="noStrike" cap="none" normalizeH="0" baseline="0">
                          <a:ln>
                            <a:noFill/>
                          </a:ln>
                          <a:solidFill>
                            <a:schemeClr val="tx1"/>
                          </a:solidFill>
                          <a:effectLst/>
                          <a:latin typeface="IBM Plex Sans" panose="020B0503050203000203" pitchFamily="34" charset="0"/>
                          <a:ea typeface="ＭＳ Ｐゴシック"/>
                        </a:rPr>
                        <a:t>Convene with client about delays and the parties at fault regarding them.</a:t>
                      </a:r>
                    </a:p>
                    <a:p>
                      <a:pPr marL="0" marR="0" lvl="0" indent="0" algn="l">
                        <a:lnSpc>
                          <a:spcPct val="100000"/>
                        </a:lnSpc>
                        <a:spcBef>
                          <a:spcPct val="0"/>
                        </a:spcBef>
                        <a:spcAft>
                          <a:spcPct val="0"/>
                        </a:spcAft>
                        <a:buClrTx/>
                        <a:buSzTx/>
                        <a:buFontTx/>
                        <a:buNone/>
                      </a:pPr>
                      <a:endParaRPr lang="en-GB" sz="900" b="0" i="0" u="none" strike="noStrike" cap="none" normalizeH="0" baseline="0">
                        <a:ln>
                          <a:noFill/>
                        </a:ln>
                        <a:solidFill>
                          <a:schemeClr val="tx1"/>
                        </a:solidFill>
                        <a:effectLst/>
                        <a:latin typeface="IBM Plex Sans" panose="020B0503050203000203" pitchFamily="34" charset="0"/>
                        <a:ea typeface="ＭＳ Ｐゴシック"/>
                      </a:endParaRPr>
                    </a:p>
                    <a:p>
                      <a:pPr marL="0" marR="0" lvl="0" indent="0" algn="l">
                        <a:lnSpc>
                          <a:spcPct val="100000"/>
                        </a:lnSpc>
                        <a:spcBef>
                          <a:spcPct val="0"/>
                        </a:spcBef>
                        <a:spcAft>
                          <a:spcPct val="0"/>
                        </a:spcAft>
                        <a:buClrTx/>
                        <a:buSzTx/>
                        <a:buFontTx/>
                        <a:buNone/>
                      </a:pPr>
                      <a:r>
                        <a:rPr lang="en-GB" sz="900" b="0" i="0" u="none" strike="noStrike" cap="none" normalizeH="0" baseline="0">
                          <a:ln>
                            <a:noFill/>
                          </a:ln>
                          <a:solidFill>
                            <a:schemeClr val="tx1"/>
                          </a:solidFill>
                          <a:effectLst/>
                          <a:latin typeface="IBM Plex Sans" panose="020B0503050203000203" pitchFamily="34" charset="0"/>
                          <a:ea typeface="ＭＳ Ｐゴシック"/>
                        </a:rPr>
                        <a:t>Revisit any existing agreements regarding allowance for delays, linking to </a:t>
                      </a:r>
                      <a:r>
                        <a:rPr lang="en-GB" sz="900" b="1" i="0" u="none" strike="noStrike" cap="none" normalizeH="0" baseline="0">
                          <a:ln>
                            <a:noFill/>
                          </a:ln>
                          <a:solidFill>
                            <a:schemeClr val="tx1"/>
                          </a:solidFill>
                          <a:effectLst/>
                          <a:latin typeface="IBM Plex Sans" panose="020B0503050203000203" pitchFamily="34" charset="0"/>
                          <a:ea typeface="ＭＳ Ｐゴシック"/>
                        </a:rPr>
                        <a:t>R1</a:t>
                      </a:r>
                      <a:r>
                        <a:rPr lang="en-GB" sz="900" b="0" i="0" u="none" strike="noStrike" cap="none" normalizeH="0" baseline="0">
                          <a:ln>
                            <a:noFill/>
                          </a:ln>
                          <a:solidFill>
                            <a:schemeClr val="tx1"/>
                          </a:solidFill>
                          <a:effectLst/>
                          <a:latin typeface="IBM Plex Sans" panose="020B0503050203000203" pitchFamily="34" charset="0"/>
                          <a:ea typeface="ＭＳ Ｐゴシック"/>
                        </a:rPr>
                        <a:t> in the risk table.</a:t>
                      </a:r>
                    </a:p>
                  </a:txBody>
                  <a:tcPr marL="54000" marR="54000" marT="54000" marB="5400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rtl="0" eaLnBrk="1" fontAlgn="ctr" latinLnBrk="0" hangingPunct="1">
                        <a:lnSpc>
                          <a:spcPct val="100000"/>
                        </a:lnSpc>
                        <a:spcBef>
                          <a:spcPct val="0"/>
                        </a:spcBef>
                        <a:spcAft>
                          <a:spcPct val="0"/>
                        </a:spcAft>
                        <a:buClrTx/>
                        <a:buSzTx/>
                        <a:buFontTx/>
                        <a:buNone/>
                      </a:pPr>
                      <a:r>
                        <a:rPr lang="en-GB" sz="900" b="0" i="0" u="none" strike="noStrike" cap="none" normalizeH="0" baseline="0">
                          <a:ln>
                            <a:noFill/>
                          </a:ln>
                          <a:solidFill>
                            <a:schemeClr val="tx1"/>
                          </a:solidFill>
                          <a:effectLst/>
                          <a:latin typeface="IBM Plex Sans" panose="020B0503050203000203" pitchFamily="34" charset="0"/>
                          <a:ea typeface="ＭＳ Ｐゴシック"/>
                        </a:rPr>
                        <a:t>Project Manager/Compliance Team</a:t>
                      </a:r>
                      <a:endParaRPr kumimoji="0" lang="en-GB" sz="900" b="0" i="0" u="none" strike="noStrike" cap="none" normalizeH="0" baseline="0">
                        <a:ln>
                          <a:noFill/>
                        </a:ln>
                        <a:solidFill>
                          <a:schemeClr val="tx1"/>
                        </a:solidFill>
                        <a:effectLst/>
                        <a:latin typeface="IBM Plex Sans" panose="020B0503050203000203" pitchFamily="34" charset="0"/>
                        <a:ea typeface="ＭＳ Ｐゴシック"/>
                      </a:endParaRPr>
                    </a:p>
                  </a:txBody>
                  <a:tcPr marL="54000" marR="54000" marT="54000" marB="5400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4391962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7F8E6-2EF1-0170-59B2-ED8D2C1084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06DC08-247A-D731-56B3-B981E30FEF33}"/>
              </a:ext>
            </a:extLst>
          </p:cNvPr>
          <p:cNvSpPr>
            <a:spLocks noGrp="1"/>
          </p:cNvSpPr>
          <p:nvPr>
            <p:ph type="title"/>
          </p:nvPr>
        </p:nvSpPr>
        <p:spPr>
          <a:xfrm>
            <a:off x="713250" y="114825"/>
            <a:ext cx="7717500" cy="572700"/>
          </a:xfrm>
        </p:spPr>
        <p:txBody>
          <a:bodyPr/>
          <a:lstStyle/>
          <a:p>
            <a:r>
              <a:rPr lang="en-US"/>
              <a:t>Dependencies</a:t>
            </a:r>
            <a:endParaRPr lang="en-BM"/>
          </a:p>
        </p:txBody>
      </p:sp>
      <p:graphicFrame>
        <p:nvGraphicFramePr>
          <p:cNvPr id="3" name="Group 78">
            <a:extLst>
              <a:ext uri="{FF2B5EF4-FFF2-40B4-BE49-F238E27FC236}">
                <a16:creationId xmlns:a16="http://schemas.microsoft.com/office/drawing/2014/main" id="{385CD14D-9652-2489-C002-717DED3765AA}"/>
              </a:ext>
            </a:extLst>
          </p:cNvPr>
          <p:cNvGraphicFramePr>
            <a:graphicFrameLocks/>
          </p:cNvGraphicFramePr>
          <p:nvPr>
            <p:extLst>
              <p:ext uri="{D42A27DB-BD31-4B8C-83A1-F6EECF244321}">
                <p14:modId xmlns:p14="http://schemas.microsoft.com/office/powerpoint/2010/main" val="3103047075"/>
              </p:ext>
            </p:extLst>
          </p:nvPr>
        </p:nvGraphicFramePr>
        <p:xfrm>
          <a:off x="341350" y="832502"/>
          <a:ext cx="8640000" cy="3831840"/>
        </p:xfrm>
        <a:graphic>
          <a:graphicData uri="http://schemas.openxmlformats.org/drawingml/2006/table">
            <a:tbl>
              <a:tblPr/>
              <a:tblGrid>
                <a:gridCol w="3460906">
                  <a:extLst>
                    <a:ext uri="{9D8B030D-6E8A-4147-A177-3AD203B41FA5}">
                      <a16:colId xmlns:a16="http://schemas.microsoft.com/office/drawing/2014/main" val="20002"/>
                    </a:ext>
                  </a:extLst>
                </a:gridCol>
                <a:gridCol w="3726539">
                  <a:extLst>
                    <a:ext uri="{9D8B030D-6E8A-4147-A177-3AD203B41FA5}">
                      <a16:colId xmlns:a16="http://schemas.microsoft.com/office/drawing/2014/main" val="20006"/>
                    </a:ext>
                  </a:extLst>
                </a:gridCol>
                <a:gridCol w="1452555">
                  <a:extLst>
                    <a:ext uri="{9D8B030D-6E8A-4147-A177-3AD203B41FA5}">
                      <a16:colId xmlns:a16="http://schemas.microsoft.com/office/drawing/2014/main" val="1293521922"/>
                    </a:ext>
                  </a:extLst>
                </a:gridCol>
              </a:tblGrid>
              <a:tr h="245160">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900" b="1" i="0" u="none" strike="noStrike" cap="none" normalizeH="0" baseline="0">
                          <a:ln>
                            <a:noFill/>
                          </a:ln>
                          <a:solidFill>
                            <a:srgbClr val="000000"/>
                          </a:solidFill>
                          <a:effectLst/>
                          <a:latin typeface="+mn-lt"/>
                          <a:ea typeface="ＭＳ Ｐゴシック"/>
                        </a:rPr>
                        <a:t>Statement</a:t>
                      </a:r>
                    </a:p>
                  </a:txBody>
                  <a:tcPr marL="54000" marR="54000" marT="54000" marB="5400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900" b="1" i="0" u="none" strike="noStrike" cap="none" normalizeH="0" baseline="0">
                          <a:ln>
                            <a:noFill/>
                          </a:ln>
                          <a:solidFill>
                            <a:srgbClr val="000000"/>
                          </a:solidFill>
                          <a:effectLst/>
                          <a:latin typeface="+mn-lt"/>
                          <a:ea typeface="ＭＳ Ｐゴシック"/>
                        </a:rPr>
                        <a:t>Action(s)</a:t>
                      </a:r>
                    </a:p>
                  </a:txBody>
                  <a:tcPr marL="54000" marR="54000" marT="54000" marB="5400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900" b="1" i="0" u="none" strike="noStrike" cap="none" normalizeH="0" baseline="0">
                          <a:ln>
                            <a:noFill/>
                          </a:ln>
                          <a:solidFill>
                            <a:srgbClr val="000000"/>
                          </a:solidFill>
                          <a:effectLst/>
                          <a:latin typeface="+mn-lt"/>
                          <a:ea typeface="ＭＳ Ｐゴシック"/>
                        </a:rPr>
                        <a:t>Owner &amp; Date</a:t>
                      </a:r>
                    </a:p>
                  </a:txBody>
                  <a:tcPr marL="54000" marR="54000" marT="54000" marB="5400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9480">
                <a:tc>
                  <a:txBody>
                    <a:bodyPr/>
                    <a:lstStyle/>
                    <a:p>
                      <a:pPr marL="0" marR="0" lvl="0" indent="0" algn="l" rtl="0" eaLnBrk="1" fontAlgn="ctr" latinLnBrk="0" hangingPunct="1">
                        <a:lnSpc>
                          <a:spcPct val="100000"/>
                        </a:lnSpc>
                        <a:spcBef>
                          <a:spcPct val="0"/>
                        </a:spcBef>
                        <a:spcAft>
                          <a:spcPct val="0"/>
                        </a:spcAft>
                        <a:buClrTx/>
                        <a:buSzTx/>
                        <a:buFontTx/>
                        <a:buNone/>
                      </a:pPr>
                      <a:r>
                        <a:rPr lang="en-GB" sz="900" b="1" i="0" u="none" strike="noStrike" cap="none" normalizeH="0" baseline="0">
                          <a:ln>
                            <a:noFill/>
                          </a:ln>
                          <a:solidFill>
                            <a:srgbClr val="000000"/>
                          </a:solidFill>
                          <a:effectLst/>
                          <a:latin typeface="IBM Plex Sans" panose="020B0503050203000203" pitchFamily="34" charset="0"/>
                          <a:ea typeface="ＭＳ Ｐゴシック"/>
                        </a:rPr>
                        <a:t>D1. </a:t>
                      </a:r>
                      <a:r>
                        <a:rPr lang="en-GB" sz="900" b="0" i="0" u="none" strike="noStrike" cap="none" normalizeH="0" baseline="0">
                          <a:ln>
                            <a:noFill/>
                          </a:ln>
                          <a:solidFill>
                            <a:srgbClr val="000000"/>
                          </a:solidFill>
                          <a:effectLst/>
                          <a:latin typeface="IBM Plex Sans" panose="020B0503050203000203" pitchFamily="34" charset="0"/>
                          <a:ea typeface="ＭＳ Ｐゴシック"/>
                        </a:rPr>
                        <a:t>There</a:t>
                      </a:r>
                      <a:r>
                        <a:rPr kumimoji="0" lang="en-GB" sz="900" b="0" i="0" u="none" strike="noStrike" cap="none" normalizeH="0" baseline="0">
                          <a:ln>
                            <a:noFill/>
                          </a:ln>
                          <a:solidFill>
                            <a:srgbClr val="000000"/>
                          </a:solidFill>
                          <a:effectLst/>
                          <a:latin typeface="IBM Plex Sans" panose="020B0503050203000203" pitchFamily="34" charset="0"/>
                          <a:ea typeface="ＭＳ Ｐゴシック"/>
                        </a:rPr>
                        <a:t> is a dependency on </a:t>
                      </a:r>
                      <a:r>
                        <a:rPr lang="en-GB" sz="900" b="0" i="0" u="none" strike="noStrike" cap="none" normalizeH="0" baseline="0">
                          <a:ln>
                            <a:noFill/>
                          </a:ln>
                          <a:solidFill>
                            <a:srgbClr val="000000"/>
                          </a:solidFill>
                          <a:effectLst/>
                          <a:latin typeface="IBM Plex Sans" panose="020B0503050203000203" pitchFamily="34" charset="0"/>
                          <a:ea typeface="ＭＳ Ｐゴシック"/>
                        </a:rPr>
                        <a:t>the chatbot provider to deliver</a:t>
                      </a:r>
                      <a:r>
                        <a:rPr kumimoji="0" lang="en-GB" sz="900" b="0" i="0" u="none" strike="noStrike" cap="none" normalizeH="0" baseline="0">
                          <a:ln>
                            <a:noFill/>
                          </a:ln>
                          <a:solidFill>
                            <a:srgbClr val="000000"/>
                          </a:solidFill>
                          <a:effectLst/>
                          <a:latin typeface="IBM Plex Sans" panose="020B0503050203000203" pitchFamily="34" charset="0"/>
                          <a:ea typeface="ＭＳ Ｐゴシック"/>
                        </a:rPr>
                        <a:t> </a:t>
                      </a:r>
                      <a:r>
                        <a:rPr lang="en-GB" sz="900" b="0" i="0" u="none" strike="noStrike" cap="none" normalizeH="0" baseline="0">
                          <a:ln>
                            <a:noFill/>
                          </a:ln>
                          <a:solidFill>
                            <a:srgbClr val="000000"/>
                          </a:solidFill>
                          <a:effectLst/>
                          <a:latin typeface="IBM Plex Sans" panose="020B0503050203000203" pitchFamily="34" charset="0"/>
                          <a:ea typeface="ＭＳ Ｐゴシック"/>
                        </a:rPr>
                        <a:t>their service within a month of the project start date.</a:t>
                      </a:r>
                      <a:r>
                        <a:rPr kumimoji="0" lang="en-GB" sz="900" b="0" i="0" u="none" strike="noStrike" cap="none" normalizeH="0" baseline="0">
                          <a:ln>
                            <a:noFill/>
                          </a:ln>
                          <a:solidFill>
                            <a:srgbClr val="000000"/>
                          </a:solidFill>
                          <a:effectLst/>
                          <a:latin typeface="IBM Plex Sans" panose="020B0503050203000203" pitchFamily="34" charset="0"/>
                          <a:ea typeface="ＭＳ Ｐゴシック"/>
                        </a:rPr>
                        <a:t>  If not delivered against and/or in required timeframe there is a risk that</a:t>
                      </a:r>
                      <a:r>
                        <a:rPr lang="en-GB" sz="900" b="0" i="0" u="none" strike="noStrike" cap="none" normalizeH="0" baseline="0">
                          <a:ln>
                            <a:noFill/>
                          </a:ln>
                          <a:solidFill>
                            <a:srgbClr val="000000"/>
                          </a:solidFill>
                          <a:effectLst/>
                          <a:latin typeface="IBM Plex Sans" panose="020B0503050203000203" pitchFamily="34" charset="0"/>
                          <a:ea typeface="ＭＳ Ｐゴシック"/>
                        </a:rPr>
                        <a:t> </a:t>
                      </a:r>
                      <a:r>
                        <a:rPr lang="en-GB" sz="900" b="0" i="1" u="none" strike="noStrike" cap="none" normalizeH="0" baseline="0" noProof="0">
                          <a:ln>
                            <a:noFill/>
                          </a:ln>
                          <a:solidFill>
                            <a:srgbClr val="000000"/>
                          </a:solidFill>
                          <a:effectLst/>
                          <a:latin typeface="IBM Plex Sans" panose="020B0503050203000203" pitchFamily="34" charset="0"/>
                        </a:rPr>
                        <a:t>there could be a difficulty integrating the chatbot within the CRM system</a:t>
                      </a:r>
                      <a:r>
                        <a:rPr lang="en-GB" sz="900" b="0" i="1" u="none" strike="noStrike" cap="none" normalizeH="0" baseline="0">
                          <a:ln>
                            <a:noFill/>
                          </a:ln>
                          <a:solidFill>
                            <a:srgbClr val="000000"/>
                          </a:solidFill>
                          <a:effectLst/>
                          <a:latin typeface="IBM Plex Sans" panose="020B0503050203000203" pitchFamily="34" charset="0"/>
                          <a:ea typeface="ＭＳ Ｐゴシック"/>
                        </a:rPr>
                        <a:t> </a:t>
                      </a:r>
                      <a:r>
                        <a:rPr kumimoji="0" lang="en-GB" sz="900" b="0" i="0" u="none" strike="noStrike" cap="none" normalizeH="0" baseline="0">
                          <a:ln>
                            <a:noFill/>
                          </a:ln>
                          <a:solidFill>
                            <a:srgbClr val="000000"/>
                          </a:solidFill>
                          <a:effectLst/>
                          <a:latin typeface="IBM Plex Sans" panose="020B0503050203000203" pitchFamily="34" charset="0"/>
                          <a:ea typeface="ＭＳ Ｐゴシック"/>
                        </a:rPr>
                        <a:t>which may result </a:t>
                      </a:r>
                      <a:r>
                        <a:rPr lang="en-GB" sz="900" b="0" i="0" u="none" strike="noStrike" cap="none" normalizeH="0" baseline="0">
                          <a:ln>
                            <a:noFill/>
                          </a:ln>
                          <a:solidFill>
                            <a:srgbClr val="000000"/>
                          </a:solidFill>
                          <a:effectLst/>
                          <a:latin typeface="IBM Plex Sans" panose="020B0503050203000203" pitchFamily="34" charset="0"/>
                          <a:ea typeface="ＭＳ Ｐゴシック"/>
                        </a:rPr>
                        <a:t>in </a:t>
                      </a:r>
                      <a:r>
                        <a:rPr lang="en-GB" sz="900" b="0" i="1" u="none" strike="noStrike" cap="none" normalizeH="0" baseline="0" noProof="0">
                          <a:ln>
                            <a:noFill/>
                          </a:ln>
                          <a:solidFill>
                            <a:srgbClr val="000000"/>
                          </a:solidFill>
                          <a:effectLst/>
                          <a:latin typeface="IBM Plex Sans" panose="020B0503050203000203" pitchFamily="34" charset="0"/>
                        </a:rPr>
                        <a:t>a delay of the final project deliverable</a:t>
                      </a:r>
                      <a:r>
                        <a:rPr lang="en-GB" sz="900" b="0" i="1" u="none" strike="noStrike" cap="none" normalizeH="0" baseline="0">
                          <a:ln>
                            <a:noFill/>
                          </a:ln>
                          <a:solidFill>
                            <a:srgbClr val="000000"/>
                          </a:solidFill>
                          <a:effectLst/>
                          <a:latin typeface="IBM Plex Sans" panose="020B0503050203000203" pitchFamily="34" charset="0"/>
                          <a:ea typeface="ＭＳ Ｐゴシック"/>
                        </a:rPr>
                        <a:t>.</a:t>
                      </a:r>
                      <a:endParaRPr kumimoji="0" lang="en-GB" sz="900" b="0" i="1" u="none" strike="noStrike" cap="none" normalizeH="0" baseline="0">
                        <a:ln>
                          <a:noFill/>
                        </a:ln>
                        <a:solidFill>
                          <a:srgbClr val="000000"/>
                        </a:solidFill>
                        <a:effectLst/>
                        <a:latin typeface="IBM Plex Sans" panose="020B0503050203000203" pitchFamily="34" charset="0"/>
                        <a:ea typeface="ＭＳ Ｐゴシック"/>
                      </a:endParaRPr>
                    </a:p>
                  </a:txBody>
                  <a:tcPr marL="54000" marR="54000" marT="54000" marB="54000"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rtl="0" eaLnBrk="1" fontAlgn="ctr" latinLnBrk="0" hangingPunct="1">
                        <a:lnSpc>
                          <a:spcPct val="100000"/>
                        </a:lnSpc>
                        <a:spcBef>
                          <a:spcPct val="0"/>
                        </a:spcBef>
                        <a:spcAft>
                          <a:spcPct val="0"/>
                        </a:spcAft>
                        <a:buClrTx/>
                        <a:buSzTx/>
                        <a:buFontTx/>
                        <a:buNone/>
                      </a:pPr>
                      <a:r>
                        <a:rPr lang="en-GB" sz="900" b="0" i="0" u="none" strike="noStrike" cap="none" normalizeH="0" baseline="0">
                          <a:ln>
                            <a:noFill/>
                          </a:ln>
                          <a:solidFill>
                            <a:srgbClr val="000000"/>
                          </a:solidFill>
                          <a:effectLst/>
                          <a:latin typeface="IBM Plex Sans" panose="020B0503050203000203" pitchFamily="34" charset="0"/>
                          <a:ea typeface="ＭＳ Ｐゴシック"/>
                        </a:rPr>
                        <a:t>Confirm that the provider has agreed to project timeline and the scope of the services they will deliver.</a:t>
                      </a:r>
                      <a:endParaRPr kumimoji="0" lang="en-GB" sz="900" b="0" i="0" u="none" strike="noStrike" cap="none" normalizeH="0" baseline="0">
                        <a:ln>
                          <a:noFill/>
                        </a:ln>
                        <a:solidFill>
                          <a:srgbClr val="000000"/>
                        </a:solidFill>
                        <a:effectLst/>
                        <a:latin typeface="IBM Plex Sans" panose="020B0503050203000203" pitchFamily="34" charset="0"/>
                        <a:ea typeface="ＭＳ Ｐゴシック" pitchFamily="34" charset="-128"/>
                      </a:endParaRPr>
                    </a:p>
                  </a:txBody>
                  <a:tcPr marL="54000" marR="54000" marT="54000" marB="5400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rtl="0" eaLnBrk="1" fontAlgn="ctr" latinLnBrk="0" hangingPunct="1">
                        <a:lnSpc>
                          <a:spcPct val="100000"/>
                        </a:lnSpc>
                        <a:spcBef>
                          <a:spcPct val="0"/>
                        </a:spcBef>
                        <a:spcAft>
                          <a:spcPct val="0"/>
                        </a:spcAft>
                        <a:buClrTx/>
                        <a:buSzTx/>
                        <a:buFontTx/>
                        <a:buNone/>
                      </a:pPr>
                      <a:r>
                        <a:rPr lang="en-GB" sz="900" b="0" i="0" u="none" strike="noStrike" cap="none" normalizeH="0" baseline="0">
                          <a:ln>
                            <a:noFill/>
                          </a:ln>
                          <a:solidFill>
                            <a:srgbClr val="000000"/>
                          </a:solidFill>
                          <a:effectLst/>
                          <a:latin typeface="IBM Plex Sans" panose="020B0503050203000203" pitchFamily="34" charset="0"/>
                          <a:ea typeface="ＭＳ Ｐゴシック"/>
                        </a:rPr>
                        <a:t>Project Manager </a:t>
                      </a:r>
                      <a:r>
                        <a:rPr kumimoji="0" lang="en-GB" sz="900" b="0" i="0" u="none" strike="noStrike" cap="none" normalizeH="0" baseline="0">
                          <a:ln>
                            <a:noFill/>
                          </a:ln>
                          <a:solidFill>
                            <a:srgbClr val="000000"/>
                          </a:solidFill>
                          <a:effectLst/>
                          <a:latin typeface="IBM Plex Sans" panose="020B0503050203000203" pitchFamily="34" charset="0"/>
                          <a:ea typeface="ＭＳ Ｐゴシック"/>
                        </a:rPr>
                        <a:t>+ </a:t>
                      </a:r>
                      <a:r>
                        <a:rPr lang="en-GB" sz="900" b="0" i="0" u="none" strike="noStrike" cap="none" normalizeH="0" baseline="0">
                          <a:ln>
                            <a:noFill/>
                          </a:ln>
                          <a:solidFill>
                            <a:srgbClr val="000000"/>
                          </a:solidFill>
                          <a:effectLst/>
                          <a:latin typeface="IBM Plex Sans" panose="020B0503050203000203" pitchFamily="34" charset="0"/>
                          <a:ea typeface="ＭＳ Ｐゴシック"/>
                        </a:rPr>
                        <a:t>One month from start of project </a:t>
                      </a:r>
                      <a:endParaRPr kumimoji="0" lang="en-GB" sz="900" b="0" i="0" u="none" strike="noStrike" cap="none" normalizeH="0" baseline="0">
                        <a:ln>
                          <a:noFill/>
                        </a:ln>
                        <a:solidFill>
                          <a:srgbClr val="000000"/>
                        </a:solidFill>
                        <a:effectLst/>
                        <a:latin typeface="IBM Plex Sans" panose="020B0503050203000203" pitchFamily="34" charset="0"/>
                        <a:ea typeface="ＭＳ Ｐゴシック"/>
                      </a:endParaRPr>
                    </a:p>
                  </a:txBody>
                  <a:tcPr marL="54000" marR="54000" marT="54000" marB="5400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9480">
                <a:tc>
                  <a:txBody>
                    <a:bodyPr/>
                    <a:lstStyle/>
                    <a:p>
                      <a:pPr marL="0" marR="0" lvl="0" indent="0" algn="l">
                        <a:lnSpc>
                          <a:spcPct val="100000"/>
                        </a:lnSpc>
                        <a:spcBef>
                          <a:spcPct val="0"/>
                        </a:spcBef>
                        <a:spcAft>
                          <a:spcPct val="0"/>
                        </a:spcAft>
                        <a:buNone/>
                      </a:pPr>
                      <a:r>
                        <a:rPr lang="en-GB" sz="900" b="1" i="1" u="none" strike="noStrike" cap="none" normalizeH="0" baseline="0" noProof="0">
                          <a:ln>
                            <a:noFill/>
                          </a:ln>
                          <a:solidFill>
                            <a:srgbClr val="000000"/>
                          </a:solidFill>
                          <a:effectLst/>
                          <a:latin typeface="IBM Plex Sans" panose="020B0503050203000203" pitchFamily="34" charset="0"/>
                        </a:rPr>
                        <a:t>D2. </a:t>
                      </a:r>
                      <a:r>
                        <a:rPr lang="en-GB" sz="900" b="0" i="1" u="none" strike="noStrike" cap="none" normalizeH="0" baseline="0" noProof="0">
                          <a:ln>
                            <a:noFill/>
                          </a:ln>
                          <a:solidFill>
                            <a:srgbClr val="000000"/>
                          </a:solidFill>
                          <a:effectLst/>
                          <a:latin typeface="IBM Plex Sans" panose="020B0503050203000203" pitchFamily="34" charset="0"/>
                        </a:rPr>
                        <a:t>There</a:t>
                      </a:r>
                      <a:r>
                        <a:rPr kumimoji="0" lang="en-GB" sz="900" b="0" i="1" u="none" strike="noStrike" cap="none" normalizeH="0" baseline="0" noProof="0">
                          <a:ln>
                            <a:noFill/>
                          </a:ln>
                          <a:solidFill>
                            <a:srgbClr val="000000"/>
                          </a:solidFill>
                          <a:effectLst/>
                          <a:latin typeface="IBM Plex Sans" panose="020B0503050203000203" pitchFamily="34" charset="0"/>
                        </a:rPr>
                        <a:t> is a </a:t>
                      </a:r>
                      <a:r>
                        <a:rPr lang="en-GB" sz="900" b="0" i="1" u="none" strike="noStrike" cap="none" normalizeH="0" baseline="0" noProof="0">
                          <a:ln>
                            <a:noFill/>
                          </a:ln>
                          <a:solidFill>
                            <a:srgbClr val="000000"/>
                          </a:solidFill>
                          <a:effectLst/>
                          <a:latin typeface="IBM Plex Sans" panose="020B0503050203000203" pitchFamily="34" charset="0"/>
                        </a:rPr>
                        <a:t>dependency on the </a:t>
                      </a:r>
                      <a:r>
                        <a:rPr lang="en-GB" sz="900" b="0" i="0" u="none" strike="noStrike" cap="none" normalizeH="0" baseline="0" noProof="0">
                          <a:ln>
                            <a:noFill/>
                          </a:ln>
                          <a:solidFill>
                            <a:srgbClr val="000000"/>
                          </a:solidFill>
                          <a:effectLst/>
                          <a:latin typeface="IBM Plex Sans" panose="020B0503050203000203" pitchFamily="34" charset="0"/>
                        </a:rPr>
                        <a:t>chatbot provider to deliver their service in a workable state at the beginning of the project. If not delivered against/or in the required timeframe there is a risk that a different provider must be used which may result in significant delays of the final project deliverable.</a:t>
                      </a:r>
                      <a:endParaRPr kumimoji="0" lang="en-GB" sz="900" b="0" i="1" u="none" strike="noStrike" cap="none" normalizeH="0" baseline="0">
                        <a:ln>
                          <a:noFill/>
                        </a:ln>
                        <a:solidFill>
                          <a:srgbClr val="000000"/>
                        </a:solidFill>
                        <a:effectLst/>
                        <a:latin typeface="IBM Plex Sans" panose="020B0503050203000203" pitchFamily="34" charset="0"/>
                        <a:ea typeface="ＭＳ Ｐゴシック"/>
                      </a:endParaRPr>
                    </a:p>
                  </a:txBody>
                  <a:tcPr marL="54000" marR="54000" marT="54000" marB="5400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a:lnSpc>
                          <a:spcPct val="100000"/>
                        </a:lnSpc>
                        <a:spcBef>
                          <a:spcPct val="0"/>
                        </a:spcBef>
                        <a:spcAft>
                          <a:spcPct val="0"/>
                        </a:spcAft>
                        <a:buNone/>
                      </a:pPr>
                      <a:r>
                        <a:rPr lang="en-GB" sz="900" b="0" i="0" u="none" strike="noStrike" cap="none" normalizeH="0" baseline="0" noProof="0">
                          <a:ln>
                            <a:noFill/>
                          </a:ln>
                          <a:solidFill>
                            <a:srgbClr val="000000"/>
                          </a:solidFill>
                          <a:effectLst/>
                          <a:latin typeface="IBM Plex Sans" panose="020B0503050203000203" pitchFamily="34" charset="0"/>
                        </a:rPr>
                        <a:t>Consider multiple chatbot providers to best select the product that best meets the project's needs.</a:t>
                      </a:r>
                    </a:p>
                    <a:p>
                      <a:pPr marL="0" marR="0" lvl="0" indent="0" algn="l">
                        <a:lnSpc>
                          <a:spcPct val="100000"/>
                        </a:lnSpc>
                        <a:spcBef>
                          <a:spcPct val="0"/>
                        </a:spcBef>
                        <a:spcAft>
                          <a:spcPct val="0"/>
                        </a:spcAft>
                        <a:buNone/>
                      </a:pPr>
                      <a:endParaRPr lang="en-GB" sz="900" b="0" i="0" u="none" strike="noStrike" cap="none" normalizeH="0" baseline="0" noProof="0">
                        <a:ln>
                          <a:noFill/>
                        </a:ln>
                        <a:solidFill>
                          <a:srgbClr val="000000"/>
                        </a:solidFill>
                        <a:effectLst/>
                        <a:latin typeface="IBM Plex Sans" panose="020B0503050203000203" pitchFamily="34" charset="0"/>
                      </a:endParaRPr>
                    </a:p>
                    <a:p>
                      <a:pPr marL="0" marR="0" lvl="0" indent="0" algn="l">
                        <a:lnSpc>
                          <a:spcPct val="100000"/>
                        </a:lnSpc>
                        <a:spcBef>
                          <a:spcPct val="0"/>
                        </a:spcBef>
                        <a:spcAft>
                          <a:spcPct val="0"/>
                        </a:spcAft>
                        <a:buNone/>
                      </a:pPr>
                      <a:r>
                        <a:rPr lang="en-GB" sz="900" b="0" i="0" u="none" strike="noStrike" cap="none" normalizeH="0" baseline="0" noProof="0">
                          <a:ln>
                            <a:noFill/>
                          </a:ln>
                          <a:solidFill>
                            <a:srgbClr val="000000"/>
                          </a:solidFill>
                          <a:effectLst/>
                          <a:latin typeface="IBM Plex Sans" panose="020B0503050203000203" pitchFamily="34" charset="0"/>
                        </a:rPr>
                        <a:t>Confirm with chatbot provider that their service can be configured to suit the needs of the project.</a:t>
                      </a:r>
                      <a:endParaRPr lang="en-GB">
                        <a:latin typeface="IBM Plex Sans" panose="020B0503050203000203" pitchFamily="34" charset="0"/>
                      </a:endParaRPr>
                    </a:p>
                  </a:txBody>
                  <a:tcPr marL="54000" marR="54000" marT="54000" marB="5400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a:lnSpc>
                          <a:spcPct val="100000"/>
                        </a:lnSpc>
                        <a:spcBef>
                          <a:spcPct val="0"/>
                        </a:spcBef>
                        <a:spcAft>
                          <a:spcPct val="0"/>
                        </a:spcAft>
                        <a:buNone/>
                      </a:pPr>
                      <a:r>
                        <a:rPr lang="en-GB" sz="900" b="0" i="0" u="none" strike="noStrike" cap="none" normalizeH="0" baseline="0" noProof="0">
                          <a:ln>
                            <a:noFill/>
                          </a:ln>
                          <a:solidFill>
                            <a:srgbClr val="000000"/>
                          </a:solidFill>
                          <a:effectLst/>
                          <a:latin typeface="IBM Plex Sans" panose="020B0503050203000203" pitchFamily="34" charset="0"/>
                        </a:rPr>
                        <a:t>Project Manager + Project Start Date</a:t>
                      </a:r>
                      <a:endParaRPr kumimoji="0" lang="en-GB" sz="900" b="0" i="0" u="none" strike="noStrike" cap="none" normalizeH="0" baseline="0" noProof="0" err="1">
                        <a:ln>
                          <a:noFill/>
                        </a:ln>
                        <a:solidFill>
                          <a:srgbClr val="000000"/>
                        </a:solidFill>
                        <a:effectLst/>
                        <a:latin typeface="IBM Plex Sans" panose="020B0503050203000203" pitchFamily="34" charset="0"/>
                      </a:endParaRPr>
                    </a:p>
                  </a:txBody>
                  <a:tcPr marL="54000" marR="54000" marT="54000" marB="5400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9480">
                <a:tc>
                  <a:txBody>
                    <a:bodyPr/>
                    <a:lstStyle/>
                    <a:p>
                      <a:pPr marL="0" marR="0" lvl="0" indent="0" algn="l" rtl="0" eaLnBrk="1" fontAlgn="ctr" latinLnBrk="0" hangingPunct="1">
                        <a:lnSpc>
                          <a:spcPct val="100000"/>
                        </a:lnSpc>
                        <a:spcBef>
                          <a:spcPct val="0"/>
                        </a:spcBef>
                        <a:spcAft>
                          <a:spcPct val="0"/>
                        </a:spcAft>
                        <a:buClrTx/>
                        <a:buSzTx/>
                        <a:buFontTx/>
                        <a:buNone/>
                      </a:pPr>
                      <a:r>
                        <a:rPr lang="en-GB" sz="900" b="1" i="0" u="none" strike="noStrike" cap="none" normalizeH="0" baseline="0">
                          <a:ln>
                            <a:noFill/>
                          </a:ln>
                          <a:solidFill>
                            <a:srgbClr val="000000"/>
                          </a:solidFill>
                          <a:effectLst/>
                          <a:latin typeface="IBM Plex Sans" panose="020B0503050203000203" pitchFamily="34" charset="0"/>
                          <a:ea typeface="ＭＳ Ｐゴシック"/>
                        </a:rPr>
                        <a:t>D3. </a:t>
                      </a:r>
                      <a:r>
                        <a:rPr lang="en-GB" sz="900" b="0" i="0" u="none" strike="noStrike" cap="none" normalizeH="0" baseline="0">
                          <a:ln>
                            <a:noFill/>
                          </a:ln>
                          <a:solidFill>
                            <a:srgbClr val="000000"/>
                          </a:solidFill>
                          <a:effectLst/>
                          <a:latin typeface="IBM Plex Sans" panose="020B0503050203000203" pitchFamily="34" charset="0"/>
                          <a:ea typeface="ＭＳ Ｐゴシック"/>
                        </a:rPr>
                        <a:t>There</a:t>
                      </a:r>
                      <a:r>
                        <a:rPr kumimoji="0" lang="en-GB" sz="900" b="0" i="0" u="none" strike="noStrike" cap="none" normalizeH="0" baseline="0">
                          <a:ln>
                            <a:noFill/>
                          </a:ln>
                          <a:solidFill>
                            <a:srgbClr val="000000"/>
                          </a:solidFill>
                          <a:effectLst/>
                          <a:latin typeface="IBM Plex Sans" panose="020B0503050203000203" pitchFamily="34" charset="0"/>
                          <a:ea typeface="ＭＳ Ｐゴシック"/>
                        </a:rPr>
                        <a:t> is a dependency on </a:t>
                      </a:r>
                      <a:r>
                        <a:rPr lang="en-GB" sz="900" b="0" i="0" u="none" strike="noStrike" cap="none" normalizeH="0" baseline="0">
                          <a:ln>
                            <a:noFill/>
                          </a:ln>
                          <a:solidFill>
                            <a:srgbClr val="000000"/>
                          </a:solidFill>
                          <a:effectLst/>
                          <a:latin typeface="IBM Plex Sans" panose="020B0503050203000203" pitchFamily="34" charset="0"/>
                          <a:ea typeface="ＭＳ Ｐゴシック"/>
                        </a:rPr>
                        <a:t>the chatbot provider</a:t>
                      </a:r>
                      <a:r>
                        <a:rPr kumimoji="0" lang="en-GB" sz="900" b="0" i="0" u="none" strike="noStrike" cap="none" normalizeH="0" baseline="0">
                          <a:ln>
                            <a:noFill/>
                          </a:ln>
                          <a:solidFill>
                            <a:srgbClr val="000000"/>
                          </a:solidFill>
                          <a:effectLst/>
                          <a:latin typeface="IBM Plex Sans" panose="020B0503050203000203" pitchFamily="34" charset="0"/>
                          <a:ea typeface="ＭＳ Ｐゴシック"/>
                        </a:rPr>
                        <a:t> to </a:t>
                      </a:r>
                      <a:r>
                        <a:rPr lang="en-GB" sz="900" b="0" i="0" u="none" strike="noStrike" cap="none" normalizeH="0" baseline="0">
                          <a:ln>
                            <a:noFill/>
                          </a:ln>
                          <a:solidFill>
                            <a:srgbClr val="000000"/>
                          </a:solidFill>
                          <a:effectLst/>
                          <a:latin typeface="IBM Plex Sans" panose="020B0503050203000203" pitchFamily="34" charset="0"/>
                          <a:ea typeface="ＭＳ Ｐゴシック"/>
                        </a:rPr>
                        <a:t>have 24/7 availability</a:t>
                      </a:r>
                      <a:r>
                        <a:rPr kumimoji="0" lang="en-GB" sz="900" b="0" i="0" u="none" strike="noStrike" cap="none" normalizeH="0" baseline="0">
                          <a:ln>
                            <a:noFill/>
                          </a:ln>
                          <a:solidFill>
                            <a:srgbClr val="000000"/>
                          </a:solidFill>
                          <a:effectLst/>
                          <a:latin typeface="IBM Plex Sans" panose="020B0503050203000203" pitchFamily="34" charset="0"/>
                          <a:ea typeface="ＭＳ Ｐゴシック"/>
                        </a:rPr>
                        <a:t> </a:t>
                      </a:r>
                      <a:r>
                        <a:rPr lang="en-GB" sz="900" b="0" i="0" u="none" strike="noStrike" cap="none" normalizeH="0" baseline="0">
                          <a:ln>
                            <a:noFill/>
                          </a:ln>
                          <a:solidFill>
                            <a:srgbClr val="000000"/>
                          </a:solidFill>
                          <a:effectLst/>
                          <a:latin typeface="IBM Plex Sans" panose="020B0503050203000203" pitchFamily="34" charset="0"/>
                          <a:ea typeface="ＭＳ Ｐゴシック"/>
                        </a:rPr>
                        <a:t>of their service within a month of the project start date. </a:t>
                      </a:r>
                      <a:r>
                        <a:rPr kumimoji="0" lang="en-GB" sz="900" b="0" i="0" u="none" strike="noStrike" cap="none" normalizeH="0" baseline="0">
                          <a:ln>
                            <a:noFill/>
                          </a:ln>
                          <a:solidFill>
                            <a:srgbClr val="000000"/>
                          </a:solidFill>
                          <a:effectLst/>
                          <a:latin typeface="IBM Plex Sans" panose="020B0503050203000203" pitchFamily="34" charset="0"/>
                          <a:ea typeface="ＭＳ Ｐゴシック"/>
                        </a:rPr>
                        <a:t>If not delivered against and/or in required timeframe there is a risk that</a:t>
                      </a:r>
                      <a:r>
                        <a:rPr lang="en-GB" sz="900" b="0" i="0" u="none" strike="noStrike" cap="none" normalizeH="0" baseline="0">
                          <a:ln>
                            <a:noFill/>
                          </a:ln>
                          <a:solidFill>
                            <a:srgbClr val="000000"/>
                          </a:solidFill>
                          <a:effectLst/>
                          <a:latin typeface="IBM Plex Sans" panose="020B0503050203000203" pitchFamily="34" charset="0"/>
                          <a:ea typeface="ＭＳ Ｐゴシック"/>
                        </a:rPr>
                        <a:t> there could be issues implementing and testing the integration </a:t>
                      </a:r>
                      <a:r>
                        <a:rPr kumimoji="0" lang="en-GB" sz="900" b="0" i="0" u="none" strike="noStrike" cap="none" normalizeH="0" baseline="0">
                          <a:ln>
                            <a:noFill/>
                          </a:ln>
                          <a:solidFill>
                            <a:srgbClr val="000000"/>
                          </a:solidFill>
                          <a:effectLst/>
                          <a:latin typeface="IBM Plex Sans" panose="020B0503050203000203" pitchFamily="34" charset="0"/>
                          <a:ea typeface="ＭＳ Ｐゴシック"/>
                        </a:rPr>
                        <a:t>which may result in</a:t>
                      </a:r>
                      <a:r>
                        <a:rPr lang="en-GB" sz="900" b="0" i="0" u="none" strike="noStrike" cap="none" normalizeH="0" baseline="0">
                          <a:ln>
                            <a:noFill/>
                          </a:ln>
                          <a:solidFill>
                            <a:srgbClr val="000000"/>
                          </a:solidFill>
                          <a:effectLst/>
                          <a:latin typeface="IBM Plex Sans" panose="020B0503050203000203" pitchFamily="34" charset="0"/>
                          <a:ea typeface="ＭＳ Ｐゴシック"/>
                        </a:rPr>
                        <a:t> a delay of the final project deliverable.</a:t>
                      </a:r>
                      <a:endParaRPr kumimoji="0" lang="en-GB" sz="900" b="0" i="1" u="none" strike="noStrike" cap="none" normalizeH="0" baseline="0">
                        <a:ln>
                          <a:noFill/>
                        </a:ln>
                        <a:solidFill>
                          <a:srgbClr val="000000"/>
                        </a:solidFill>
                        <a:effectLst/>
                        <a:latin typeface="IBM Plex Sans" panose="020B0503050203000203" pitchFamily="34" charset="0"/>
                        <a:ea typeface="ＭＳ Ｐゴシック"/>
                      </a:endParaRPr>
                    </a:p>
                  </a:txBody>
                  <a:tcPr marL="54000" marR="54000" marT="54000" marB="54000"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rtl="0" eaLnBrk="1" fontAlgn="ctr" latinLnBrk="0" hangingPunct="1">
                        <a:lnSpc>
                          <a:spcPct val="100000"/>
                        </a:lnSpc>
                        <a:spcBef>
                          <a:spcPct val="0"/>
                        </a:spcBef>
                        <a:spcAft>
                          <a:spcPct val="0"/>
                        </a:spcAft>
                        <a:buClrTx/>
                        <a:buSzTx/>
                        <a:buFontTx/>
                        <a:buNone/>
                      </a:pPr>
                      <a:r>
                        <a:rPr lang="en-GB" sz="900" b="0" i="0" u="none" strike="noStrike" cap="none" normalizeH="0" baseline="0">
                          <a:ln>
                            <a:noFill/>
                          </a:ln>
                          <a:solidFill>
                            <a:schemeClr val="tx1"/>
                          </a:solidFill>
                          <a:effectLst/>
                          <a:latin typeface="IBM Plex Sans" panose="020B0503050203000203" pitchFamily="34" charset="0"/>
                          <a:ea typeface="ＭＳ Ｐゴシック"/>
                        </a:rPr>
                        <a:t>Confirm with the chatbot provider that they can meet this requirement within the project timeline.</a:t>
                      </a:r>
                      <a:endParaRPr kumimoji="0" lang="en-GB" sz="900" b="0" i="0" u="none" strike="noStrike" cap="none" normalizeH="0" baseline="0">
                        <a:ln>
                          <a:noFill/>
                        </a:ln>
                        <a:solidFill>
                          <a:schemeClr val="tx1"/>
                        </a:solidFill>
                        <a:effectLst/>
                        <a:latin typeface="IBM Plex Sans" panose="020B0503050203000203" pitchFamily="34" charset="0"/>
                        <a:ea typeface="ＭＳ Ｐゴシック" pitchFamily="34" charset="-128"/>
                      </a:endParaRPr>
                    </a:p>
                  </a:txBody>
                  <a:tcPr marL="54000" marR="54000" marT="54000" marB="5400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a:lnSpc>
                          <a:spcPct val="100000"/>
                        </a:lnSpc>
                        <a:spcBef>
                          <a:spcPct val="0"/>
                        </a:spcBef>
                        <a:spcAft>
                          <a:spcPct val="0"/>
                        </a:spcAft>
                        <a:buNone/>
                      </a:pPr>
                      <a:r>
                        <a:rPr lang="en-GB" sz="900" b="0" i="0" u="none" strike="noStrike" cap="none" normalizeH="0" baseline="0" noProof="0">
                          <a:ln>
                            <a:noFill/>
                          </a:ln>
                          <a:solidFill>
                            <a:srgbClr val="000000"/>
                          </a:solidFill>
                          <a:effectLst/>
                          <a:latin typeface="IBM Plex Sans" panose="020B0503050203000203" pitchFamily="34" charset="0"/>
                        </a:rPr>
                        <a:t>Project Manager + One Month from Project Start</a:t>
                      </a:r>
                      <a:endParaRPr lang="en-US" sz="900" b="0" i="0" u="none" strike="noStrike" cap="none" normalizeH="0" baseline="0" noProof="0">
                        <a:ln>
                          <a:noFill/>
                        </a:ln>
                        <a:solidFill>
                          <a:srgbClr val="000000"/>
                        </a:solidFill>
                        <a:effectLst/>
                        <a:latin typeface="IBM Plex Sans" panose="020B0503050203000203" pitchFamily="34" charset="0"/>
                      </a:endParaRPr>
                    </a:p>
                    <a:p>
                      <a:pPr marL="0" marR="0" lvl="0" indent="0" algn="l">
                        <a:lnSpc>
                          <a:spcPct val="100000"/>
                        </a:lnSpc>
                        <a:spcBef>
                          <a:spcPct val="0"/>
                        </a:spcBef>
                        <a:spcAft>
                          <a:spcPct val="0"/>
                        </a:spcAft>
                        <a:buNone/>
                      </a:pPr>
                      <a:r>
                        <a:rPr lang="en-GB" sz="900" b="0" i="0" u="none" strike="noStrike" cap="none" normalizeH="0" baseline="0" noProof="0">
                          <a:ln>
                            <a:noFill/>
                          </a:ln>
                          <a:solidFill>
                            <a:srgbClr val="000000"/>
                          </a:solidFill>
                          <a:effectLst/>
                          <a:latin typeface="IBM Plex Sans" panose="020B0503050203000203" pitchFamily="34" charset="0"/>
                        </a:rPr>
                        <a:t>Date</a:t>
                      </a:r>
                      <a:endParaRPr kumimoji="0" lang="en-GB" sz="900" b="0" i="0" u="none" strike="noStrike" cap="none" normalizeH="0" baseline="0">
                        <a:ln>
                          <a:noFill/>
                        </a:ln>
                        <a:solidFill>
                          <a:schemeClr val="tx1"/>
                        </a:solidFill>
                        <a:effectLst/>
                        <a:latin typeface="IBM Plex Sans" panose="020B0503050203000203" pitchFamily="34" charset="0"/>
                        <a:ea typeface="ＭＳ Ｐゴシック"/>
                      </a:endParaRPr>
                    </a:p>
                  </a:txBody>
                  <a:tcPr marL="54000" marR="54000" marT="54000" marB="5400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9480">
                <a:tc>
                  <a:txBody>
                    <a:bodyPr/>
                    <a:lstStyle/>
                    <a:p>
                      <a:pPr marL="0" marR="0" lvl="0" indent="0" algn="l" rtl="0" eaLnBrk="1" fontAlgn="b" latinLnBrk="0" hangingPunct="1">
                        <a:lnSpc>
                          <a:spcPct val="100000"/>
                        </a:lnSpc>
                        <a:spcBef>
                          <a:spcPct val="0"/>
                        </a:spcBef>
                        <a:spcAft>
                          <a:spcPct val="0"/>
                        </a:spcAft>
                        <a:buClrTx/>
                        <a:buSzTx/>
                        <a:buFontTx/>
                        <a:buNone/>
                      </a:pPr>
                      <a:r>
                        <a:rPr lang="en-GB" sz="900" b="1" i="0" u="none" strike="noStrike" cap="none" normalizeH="0" baseline="0">
                          <a:ln>
                            <a:noFill/>
                          </a:ln>
                          <a:solidFill>
                            <a:srgbClr val="000000"/>
                          </a:solidFill>
                          <a:effectLst/>
                          <a:latin typeface="IBM Plex Sans" panose="020B0503050203000203" pitchFamily="34" charset="0"/>
                          <a:ea typeface="ＭＳ Ｐゴシック"/>
                        </a:rPr>
                        <a:t>D4. </a:t>
                      </a:r>
                      <a:r>
                        <a:rPr lang="en-GB" sz="900" b="0" i="0" u="none" strike="noStrike" cap="none" normalizeH="0" baseline="0">
                          <a:ln>
                            <a:noFill/>
                          </a:ln>
                          <a:solidFill>
                            <a:srgbClr val="000000"/>
                          </a:solidFill>
                          <a:effectLst/>
                          <a:latin typeface="IBM Plex Sans" panose="020B0503050203000203" pitchFamily="34" charset="0"/>
                          <a:ea typeface="ＭＳ Ｐゴシック"/>
                        </a:rPr>
                        <a:t>There</a:t>
                      </a:r>
                      <a:r>
                        <a:rPr kumimoji="0" lang="en-GB" sz="900" b="0" i="0" u="none" strike="noStrike" cap="none" normalizeH="0" baseline="0">
                          <a:ln>
                            <a:noFill/>
                          </a:ln>
                          <a:solidFill>
                            <a:srgbClr val="000000"/>
                          </a:solidFill>
                          <a:effectLst/>
                          <a:latin typeface="IBM Plex Sans" panose="020B0503050203000203" pitchFamily="34" charset="0"/>
                          <a:ea typeface="ＭＳ Ｐゴシック"/>
                        </a:rPr>
                        <a:t> is a dependency on </a:t>
                      </a:r>
                      <a:r>
                        <a:rPr lang="en-GB" sz="900" b="0" i="0" u="none" strike="noStrike" cap="none" normalizeH="0" baseline="0">
                          <a:ln>
                            <a:noFill/>
                          </a:ln>
                          <a:solidFill>
                            <a:srgbClr val="000000"/>
                          </a:solidFill>
                          <a:effectLst/>
                          <a:latin typeface="IBM Plex Sans" panose="020B0503050203000203" pitchFamily="34" charset="0"/>
                          <a:ea typeface="ＭＳ Ｐゴシック"/>
                        </a:rPr>
                        <a:t>the chatbot</a:t>
                      </a:r>
                      <a:r>
                        <a:rPr kumimoji="0" lang="en-GB" sz="900" b="0" i="0" u="none" strike="noStrike" cap="none" normalizeH="0" baseline="0">
                          <a:ln>
                            <a:noFill/>
                          </a:ln>
                          <a:solidFill>
                            <a:srgbClr val="000000"/>
                          </a:solidFill>
                          <a:effectLst/>
                          <a:latin typeface="IBM Plex Sans" panose="020B0503050203000203" pitchFamily="34" charset="0"/>
                          <a:ea typeface="ＭＳ Ｐゴシック"/>
                        </a:rPr>
                        <a:t> </a:t>
                      </a:r>
                      <a:r>
                        <a:rPr lang="en-GB" sz="900" b="0" i="0" u="none" strike="noStrike" cap="none" normalizeH="0" baseline="0">
                          <a:ln>
                            <a:noFill/>
                          </a:ln>
                          <a:solidFill>
                            <a:srgbClr val="000000"/>
                          </a:solidFill>
                          <a:effectLst/>
                          <a:latin typeface="IBM Plex Sans" panose="020B0503050203000203" pitchFamily="34" charset="0"/>
                          <a:ea typeface="ＭＳ Ｐゴシック"/>
                        </a:rPr>
                        <a:t>provider </a:t>
                      </a:r>
                      <a:r>
                        <a:rPr kumimoji="0" lang="en-GB" sz="900" b="0" i="0" u="none" strike="noStrike" cap="none" normalizeH="0" baseline="0">
                          <a:ln>
                            <a:noFill/>
                          </a:ln>
                          <a:solidFill>
                            <a:srgbClr val="000000"/>
                          </a:solidFill>
                          <a:effectLst/>
                          <a:latin typeface="IBM Plex Sans" panose="020B0503050203000203" pitchFamily="34" charset="0"/>
                          <a:ea typeface="ＭＳ Ｐゴシック"/>
                        </a:rPr>
                        <a:t>to </a:t>
                      </a:r>
                      <a:r>
                        <a:rPr lang="en-GB" sz="900" b="0" i="0" u="none" strike="noStrike" cap="none" normalizeH="0" baseline="0">
                          <a:ln>
                            <a:noFill/>
                          </a:ln>
                          <a:solidFill>
                            <a:srgbClr val="000000"/>
                          </a:solidFill>
                          <a:effectLst/>
                          <a:latin typeface="IBM Plex Sans" panose="020B0503050203000203" pitchFamily="34" charset="0"/>
                          <a:ea typeface="ＭＳ Ｐゴシック"/>
                        </a:rPr>
                        <a:t>deliver a functional service (no hallucinations/data leakage/etc) by the beginning of the project.</a:t>
                      </a:r>
                      <a:r>
                        <a:rPr kumimoji="0" lang="en-GB" sz="900" b="0" i="0" u="none" strike="noStrike" cap="none" normalizeH="0" baseline="0">
                          <a:ln>
                            <a:noFill/>
                          </a:ln>
                          <a:solidFill>
                            <a:srgbClr val="000000"/>
                          </a:solidFill>
                          <a:effectLst/>
                          <a:latin typeface="IBM Plex Sans" panose="020B0503050203000203" pitchFamily="34" charset="0"/>
                          <a:ea typeface="ＭＳ Ｐゴシック"/>
                        </a:rPr>
                        <a:t> If not delivered against and/or in required timeframe there is a risk that</a:t>
                      </a:r>
                      <a:r>
                        <a:rPr lang="en-GB" sz="900" b="0" i="0" u="none" strike="noStrike" cap="none" normalizeH="0" baseline="0">
                          <a:ln>
                            <a:noFill/>
                          </a:ln>
                          <a:solidFill>
                            <a:srgbClr val="000000"/>
                          </a:solidFill>
                          <a:effectLst/>
                          <a:latin typeface="IBM Plex Sans" panose="020B0503050203000203" pitchFamily="34" charset="0"/>
                          <a:ea typeface="ＭＳ Ｐゴシック"/>
                        </a:rPr>
                        <a:t> there could be issues implementing and testing the implementation</a:t>
                      </a:r>
                      <a:r>
                        <a:rPr lang="en-GB" sz="900" b="0" i="1" u="none" strike="noStrike" cap="none" normalizeH="0" baseline="0">
                          <a:ln>
                            <a:noFill/>
                          </a:ln>
                          <a:solidFill>
                            <a:srgbClr val="000000"/>
                          </a:solidFill>
                          <a:effectLst/>
                          <a:latin typeface="IBM Plex Sans" panose="020B0503050203000203" pitchFamily="34" charset="0"/>
                          <a:ea typeface="ＭＳ Ｐゴシック"/>
                        </a:rPr>
                        <a:t> </a:t>
                      </a:r>
                      <a:r>
                        <a:rPr kumimoji="0" lang="en-GB" sz="900" b="0" i="0" u="none" strike="noStrike" cap="none" normalizeH="0" baseline="0">
                          <a:ln>
                            <a:noFill/>
                          </a:ln>
                          <a:solidFill>
                            <a:srgbClr val="000000"/>
                          </a:solidFill>
                          <a:effectLst/>
                          <a:latin typeface="IBM Plex Sans" panose="020B0503050203000203" pitchFamily="34" charset="0"/>
                          <a:ea typeface="ＭＳ Ｐゴシック"/>
                        </a:rPr>
                        <a:t>which may result </a:t>
                      </a:r>
                      <a:r>
                        <a:rPr lang="en-GB" sz="900" b="0" i="0" u="none" strike="noStrike" cap="none" normalizeH="0" baseline="0">
                          <a:ln>
                            <a:noFill/>
                          </a:ln>
                          <a:solidFill>
                            <a:srgbClr val="000000"/>
                          </a:solidFill>
                          <a:effectLst/>
                          <a:latin typeface="IBM Plex Sans" panose="020B0503050203000203" pitchFamily="34" charset="0"/>
                          <a:ea typeface="ＭＳ Ｐゴシック"/>
                        </a:rPr>
                        <a:t>in a delay of the final project deliverable.</a:t>
                      </a:r>
                      <a:endParaRPr kumimoji="0" lang="en-GB" sz="900" b="0" i="1" u="none" strike="noStrike" cap="none" normalizeH="0" baseline="0">
                        <a:ln>
                          <a:noFill/>
                        </a:ln>
                        <a:solidFill>
                          <a:srgbClr val="000000"/>
                        </a:solidFill>
                        <a:effectLst/>
                        <a:latin typeface="IBM Plex Sans" panose="020B0503050203000203" pitchFamily="34" charset="0"/>
                        <a:ea typeface="ＭＳ Ｐゴシック"/>
                      </a:endParaRPr>
                    </a:p>
                  </a:txBody>
                  <a:tcPr marL="54000" marR="54000" marT="54000" marB="5400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rtl="0" eaLnBrk="1" fontAlgn="ctr" latinLnBrk="0" hangingPunct="1">
                        <a:lnSpc>
                          <a:spcPct val="100000"/>
                        </a:lnSpc>
                        <a:spcBef>
                          <a:spcPct val="0"/>
                        </a:spcBef>
                        <a:spcAft>
                          <a:spcPct val="0"/>
                        </a:spcAft>
                        <a:buClrTx/>
                        <a:buSzTx/>
                        <a:buFontTx/>
                        <a:buNone/>
                      </a:pPr>
                      <a:r>
                        <a:rPr lang="en-GB" sz="900" b="0" i="0" u="none" strike="noStrike" cap="none" normalizeH="0" baseline="0">
                          <a:ln>
                            <a:noFill/>
                          </a:ln>
                          <a:solidFill>
                            <a:schemeClr val="tx1"/>
                          </a:solidFill>
                          <a:effectLst/>
                          <a:latin typeface="IBM Plex Sans" panose="020B0503050203000203" pitchFamily="34" charset="0"/>
                          <a:ea typeface="ＭＳ Ｐゴシック"/>
                        </a:rPr>
                        <a:t>Confirm with the chatbot provider that their service will meet the functional requirements and standards necessary for the project.</a:t>
                      </a:r>
                    </a:p>
                    <a:p>
                      <a:pPr marL="0" marR="0" lvl="0" indent="0" algn="l">
                        <a:lnSpc>
                          <a:spcPct val="100000"/>
                        </a:lnSpc>
                        <a:spcBef>
                          <a:spcPct val="0"/>
                        </a:spcBef>
                        <a:spcAft>
                          <a:spcPct val="0"/>
                        </a:spcAft>
                        <a:buClrTx/>
                        <a:buSzTx/>
                        <a:buFontTx/>
                        <a:buNone/>
                      </a:pPr>
                      <a:endParaRPr lang="en-GB" sz="900" b="0" i="0" u="none" strike="noStrike" cap="none" normalizeH="0" baseline="0">
                        <a:ln>
                          <a:noFill/>
                        </a:ln>
                        <a:solidFill>
                          <a:schemeClr val="tx1"/>
                        </a:solidFill>
                        <a:effectLst/>
                        <a:latin typeface="IBM Plex Sans" panose="020B0503050203000203" pitchFamily="34" charset="0"/>
                        <a:ea typeface="ＭＳ Ｐゴシック"/>
                      </a:endParaRPr>
                    </a:p>
                    <a:p>
                      <a:pPr marL="0" marR="0" lvl="0" indent="0" algn="l">
                        <a:lnSpc>
                          <a:spcPct val="100000"/>
                        </a:lnSpc>
                        <a:spcBef>
                          <a:spcPct val="0"/>
                        </a:spcBef>
                        <a:spcAft>
                          <a:spcPct val="0"/>
                        </a:spcAft>
                        <a:buClrTx/>
                        <a:buSzTx/>
                        <a:buFontTx/>
                        <a:buNone/>
                      </a:pPr>
                      <a:r>
                        <a:rPr lang="en-GB" sz="900" b="0" i="0" u="none" strike="noStrike" cap="none" normalizeH="0" baseline="0">
                          <a:ln>
                            <a:noFill/>
                          </a:ln>
                          <a:solidFill>
                            <a:schemeClr val="tx1"/>
                          </a:solidFill>
                          <a:effectLst/>
                          <a:latin typeface="IBM Plex Sans" panose="020B0503050203000203" pitchFamily="34" charset="0"/>
                          <a:ea typeface="ＭＳ Ｐゴシック"/>
                        </a:rPr>
                        <a:t>Create/revisit agreements guaranteeing the minimum quality of the chatbot service.</a:t>
                      </a:r>
                    </a:p>
                  </a:txBody>
                  <a:tcPr marL="54000" marR="54000" marT="54000" marB="5400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a:lnSpc>
                          <a:spcPct val="100000"/>
                        </a:lnSpc>
                        <a:spcBef>
                          <a:spcPct val="0"/>
                        </a:spcBef>
                        <a:spcAft>
                          <a:spcPct val="0"/>
                        </a:spcAft>
                        <a:buNone/>
                      </a:pPr>
                      <a:r>
                        <a:rPr lang="en-GB" sz="900" b="0" i="0" u="none" strike="noStrike" cap="none" normalizeH="0" baseline="0" noProof="0">
                          <a:ln>
                            <a:noFill/>
                          </a:ln>
                          <a:solidFill>
                            <a:srgbClr val="000000"/>
                          </a:solidFill>
                          <a:effectLst/>
                          <a:latin typeface="IBM Plex Sans" panose="020B0503050203000203" pitchFamily="34" charset="0"/>
                        </a:rPr>
                        <a:t>Project Manager + Project Start Date</a:t>
                      </a:r>
                      <a:endParaRPr kumimoji="0" lang="en-US">
                        <a:latin typeface="IBM Plex Sans" panose="020B0503050203000203" pitchFamily="34" charset="0"/>
                      </a:endParaRPr>
                    </a:p>
                  </a:txBody>
                  <a:tcPr marL="54000" marR="54000" marT="54000" marB="5400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5995293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F4B80-6F37-A30D-F71A-F350E1315E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FFC4DE-8733-D2C4-0FC9-BC0C32A16833}"/>
              </a:ext>
            </a:extLst>
          </p:cNvPr>
          <p:cNvSpPr>
            <a:spLocks noGrp="1"/>
          </p:cNvSpPr>
          <p:nvPr>
            <p:ph type="title"/>
          </p:nvPr>
        </p:nvSpPr>
        <p:spPr>
          <a:xfrm>
            <a:off x="713250" y="114825"/>
            <a:ext cx="7717500" cy="572700"/>
          </a:xfrm>
        </p:spPr>
        <p:txBody>
          <a:bodyPr/>
          <a:lstStyle/>
          <a:p>
            <a:r>
              <a:rPr lang="en-US"/>
              <a:t>Team Contribution Record</a:t>
            </a:r>
            <a:endParaRPr lang="en-BM"/>
          </a:p>
        </p:txBody>
      </p:sp>
      <p:graphicFrame>
        <p:nvGraphicFramePr>
          <p:cNvPr id="4" name="Table 5">
            <a:extLst>
              <a:ext uri="{FF2B5EF4-FFF2-40B4-BE49-F238E27FC236}">
                <a16:creationId xmlns:a16="http://schemas.microsoft.com/office/drawing/2014/main" id="{51FD7A0E-48D2-B730-B705-E91132978533}"/>
              </a:ext>
            </a:extLst>
          </p:cNvPr>
          <p:cNvGraphicFramePr>
            <a:graphicFrameLocks/>
          </p:cNvGraphicFramePr>
          <p:nvPr>
            <p:extLst>
              <p:ext uri="{D42A27DB-BD31-4B8C-83A1-F6EECF244321}">
                <p14:modId xmlns:p14="http://schemas.microsoft.com/office/powerpoint/2010/main" val="4279963027"/>
              </p:ext>
            </p:extLst>
          </p:nvPr>
        </p:nvGraphicFramePr>
        <p:xfrm>
          <a:off x="252450" y="962758"/>
          <a:ext cx="8640831" cy="3200400"/>
        </p:xfrm>
        <a:graphic>
          <a:graphicData uri="http://schemas.openxmlformats.org/drawingml/2006/table">
            <a:tbl>
              <a:tblPr firstRow="1" bandRow="1">
                <a:tableStyleId>{5940675A-B579-460E-94D1-54222C63F5DA}</a:tableStyleId>
              </a:tblPr>
              <a:tblGrid>
                <a:gridCol w="2413203">
                  <a:extLst>
                    <a:ext uri="{9D8B030D-6E8A-4147-A177-3AD203B41FA5}">
                      <a16:colId xmlns:a16="http://schemas.microsoft.com/office/drawing/2014/main" val="753039567"/>
                    </a:ext>
                  </a:extLst>
                </a:gridCol>
                <a:gridCol w="1556907">
                  <a:extLst>
                    <a:ext uri="{9D8B030D-6E8A-4147-A177-3AD203B41FA5}">
                      <a16:colId xmlns:a16="http://schemas.microsoft.com/office/drawing/2014/main" val="3237270347"/>
                    </a:ext>
                  </a:extLst>
                </a:gridCol>
                <a:gridCol w="1556907">
                  <a:extLst>
                    <a:ext uri="{9D8B030D-6E8A-4147-A177-3AD203B41FA5}">
                      <a16:colId xmlns:a16="http://schemas.microsoft.com/office/drawing/2014/main" val="2971713152"/>
                    </a:ext>
                  </a:extLst>
                </a:gridCol>
                <a:gridCol w="1556907">
                  <a:extLst>
                    <a:ext uri="{9D8B030D-6E8A-4147-A177-3AD203B41FA5}">
                      <a16:colId xmlns:a16="http://schemas.microsoft.com/office/drawing/2014/main" val="3862201454"/>
                    </a:ext>
                  </a:extLst>
                </a:gridCol>
                <a:gridCol w="1556907">
                  <a:extLst>
                    <a:ext uri="{9D8B030D-6E8A-4147-A177-3AD203B41FA5}">
                      <a16:colId xmlns:a16="http://schemas.microsoft.com/office/drawing/2014/main" val="3373650907"/>
                    </a:ext>
                  </a:extLst>
                </a:gridCol>
              </a:tblGrid>
              <a:tr h="0">
                <a:tc>
                  <a:txBody>
                    <a:bodyPr/>
                    <a:lstStyle/>
                    <a:p>
                      <a:r>
                        <a:rPr lang="en-GB" sz="900" b="1">
                          <a:latin typeface="IBM Plex Sans"/>
                        </a:rPr>
                        <a:t>Artefact</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r>
                        <a:rPr lang="en-GB" sz="900" b="1">
                          <a:latin typeface="IBM Plex Sans"/>
                        </a:rPr>
                        <a:t>Create Slide</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r>
                        <a:rPr lang="en-GB" sz="900" b="1">
                          <a:latin typeface="IBM Plex Sans"/>
                        </a:rPr>
                        <a:t>Unit Presentation</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r>
                        <a:rPr lang="en-GB" sz="900" b="1">
                          <a:latin typeface="IBM Plex Sans"/>
                        </a:rPr>
                        <a:t>Update Slide</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r>
                        <a:rPr lang="en-GB" sz="900" b="1">
                          <a:latin typeface="IBM Plex Sans"/>
                        </a:rPr>
                        <a:t>Final Presentation</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90803915"/>
                  </a:ext>
                </a:extLst>
              </a:tr>
              <a:tr h="201930">
                <a:tc>
                  <a:txBody>
                    <a:bodyPr/>
                    <a:lstStyle/>
                    <a:p>
                      <a:r>
                        <a:rPr lang="en-GB" sz="900">
                          <a:latin typeface="IBM Plex Sans"/>
                        </a:rPr>
                        <a:t>Overall Business and IT Context</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GB" sz="900">
                          <a:latin typeface="IBM Plex Sans"/>
                        </a:rPr>
                        <a:t>Alex, Jasmin, AmirAli</a:t>
                      </a:r>
                      <a:endParaRPr lang="en-GB" sz="900" err="1">
                        <a:latin typeface="IBM Plex Sans" panose="020B0503050203000203" pitchFamily="34"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l" defTabSz="685873" rtl="0" eaLnBrk="1" fontAlgn="auto" latinLnBrk="0" hangingPunct="1">
                        <a:lnSpc>
                          <a:spcPct val="100000"/>
                        </a:lnSpc>
                        <a:spcBef>
                          <a:spcPts val="0"/>
                        </a:spcBef>
                        <a:spcAft>
                          <a:spcPts val="0"/>
                        </a:spcAft>
                        <a:buClrTx/>
                        <a:buSzTx/>
                        <a:buFontTx/>
                        <a:buNone/>
                        <a:tabLst/>
                        <a:defRPr/>
                      </a:pPr>
                      <a:r>
                        <a:rPr lang="en-GB" sz="900">
                          <a:latin typeface="IBM Plex Sans"/>
                        </a:rPr>
                        <a:t>NONE</a:t>
                      </a:r>
                      <a:endParaRPr lang="en-GB" sz="900">
                        <a:latin typeface="IBM Plex Sans" panose="020B0503050203000203" pitchFamily="34"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l" rtl="0" eaLnBrk="1" fontAlgn="auto" latinLnBrk="0" hangingPunct="1">
                        <a:lnSpc>
                          <a:spcPct val="100000"/>
                        </a:lnSpc>
                        <a:spcBef>
                          <a:spcPts val="0"/>
                        </a:spcBef>
                        <a:spcAft>
                          <a:spcPts val="0"/>
                        </a:spcAft>
                        <a:buClrTx/>
                        <a:buSzTx/>
                        <a:buFontTx/>
                        <a:buNone/>
                      </a:pPr>
                      <a:r>
                        <a:rPr lang="en-GB" sz="900">
                          <a:latin typeface="IBM Plex Sans"/>
                        </a:rPr>
                        <a:t>NONE</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l" defTabSz="685873" rtl="0" eaLnBrk="1" fontAlgn="auto" latinLnBrk="0" hangingPunct="1">
                        <a:lnSpc>
                          <a:spcPct val="100000"/>
                        </a:lnSpc>
                        <a:spcBef>
                          <a:spcPts val="0"/>
                        </a:spcBef>
                        <a:spcAft>
                          <a:spcPts val="0"/>
                        </a:spcAft>
                        <a:buClrTx/>
                        <a:buSzTx/>
                        <a:buFontTx/>
                        <a:buNone/>
                        <a:tabLst/>
                        <a:defRPr/>
                      </a:pPr>
                      <a:r>
                        <a:rPr lang="en-GB" sz="900">
                          <a:latin typeface="IBM Plex Sans"/>
                        </a:rPr>
                        <a:t>Alex</a:t>
                      </a:r>
                      <a:endParaRPr lang="en-GB" sz="900">
                        <a:latin typeface="IBM Plex Sans" panose="020B0503050203000203" pitchFamily="34"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933167205"/>
                  </a:ext>
                </a:extLst>
              </a:tr>
              <a:tr h="201930">
                <a:tc>
                  <a:txBody>
                    <a:bodyPr/>
                    <a:lstStyle/>
                    <a:p>
                      <a:pPr marL="0" marR="0" lvl="0" indent="0" algn="l" rtl="0">
                        <a:lnSpc>
                          <a:spcPct val="100000"/>
                        </a:lnSpc>
                        <a:spcBef>
                          <a:spcPts val="0"/>
                        </a:spcBef>
                        <a:spcAft>
                          <a:spcPts val="0"/>
                        </a:spcAft>
                        <a:buClrTx/>
                        <a:buSzTx/>
                        <a:buFontTx/>
                        <a:buNone/>
                      </a:pPr>
                      <a:r>
                        <a:rPr lang="en-GB" sz="900">
                          <a:latin typeface="IBM Plex Sans"/>
                        </a:rPr>
                        <a:t>Process Flow</a:t>
                      </a:r>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lvl="0">
                        <a:buNone/>
                      </a:pPr>
                      <a:r>
                        <a:rPr lang="en-GB" sz="900">
                          <a:latin typeface="IBM Plex Sans"/>
                        </a:rPr>
                        <a:t>Alex, Jasmin</a:t>
                      </a:r>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lvl="0">
                        <a:buNone/>
                      </a:pPr>
                      <a:r>
                        <a:rPr lang="en-GB" sz="900">
                          <a:latin typeface="IBM Plex Sans"/>
                        </a:rPr>
                        <a:t>Alex, Jasmin</a:t>
                      </a:r>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lvl="0">
                        <a:buNone/>
                      </a:pPr>
                      <a:r>
                        <a:rPr lang="en-GB" sz="900">
                          <a:latin typeface="IBM Plex Sans"/>
                        </a:rPr>
                        <a:t>Alex, Jasmin</a:t>
                      </a:r>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lvl="0" defTabSz="685873">
                        <a:buNone/>
                        <a:tabLst/>
                        <a:defRPr/>
                      </a:pPr>
                      <a:r>
                        <a:rPr lang="en-GB" sz="900">
                          <a:latin typeface="IBM Plex Sans"/>
                        </a:rPr>
                        <a:t>Alex</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70519251"/>
                  </a:ext>
                </a:extLst>
              </a:tr>
              <a:tr h="0">
                <a:tc>
                  <a:txBody>
                    <a:bodyPr/>
                    <a:lstStyle/>
                    <a:p>
                      <a:pPr marL="0" marR="0" lvl="0" indent="0" algn="l" defTabSz="685873" rtl="0" eaLnBrk="1" fontAlgn="auto" latinLnBrk="0" hangingPunct="1">
                        <a:lnSpc>
                          <a:spcPct val="100000"/>
                        </a:lnSpc>
                        <a:spcBef>
                          <a:spcPts val="0"/>
                        </a:spcBef>
                        <a:spcAft>
                          <a:spcPts val="0"/>
                        </a:spcAft>
                        <a:buClrTx/>
                        <a:buSzTx/>
                        <a:buFontTx/>
                        <a:buNone/>
                        <a:tabLst/>
                        <a:defRPr/>
                      </a:pPr>
                      <a:r>
                        <a:rPr lang="en-GB" sz="900">
                          <a:latin typeface="IBM Plex Sans"/>
                        </a:rPr>
                        <a:t>System Context</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l" defTabSz="685873" rtl="0" eaLnBrk="1" fontAlgn="auto" latinLnBrk="0" hangingPunct="1">
                        <a:lnSpc>
                          <a:spcPct val="100000"/>
                        </a:lnSpc>
                        <a:spcBef>
                          <a:spcPts val="0"/>
                        </a:spcBef>
                        <a:spcAft>
                          <a:spcPts val="0"/>
                        </a:spcAft>
                        <a:buClrTx/>
                        <a:buSzTx/>
                        <a:buFontTx/>
                        <a:buNone/>
                        <a:tabLst/>
                        <a:defRPr/>
                      </a:pPr>
                      <a:r>
                        <a:rPr lang="en-GB" sz="900">
                          <a:latin typeface="IBM Plex Sans"/>
                        </a:rPr>
                        <a:t>Onur</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GB" sz="900">
                          <a:latin typeface="IBM Plex Sans"/>
                        </a:rPr>
                        <a:t>Winnie</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GB" sz="900">
                          <a:latin typeface="IBM Plex Sans"/>
                        </a:rPr>
                        <a:t>Alex</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GB" sz="900">
                          <a:latin typeface="IBM Plex Sans"/>
                        </a:rPr>
                        <a:t>Onur</a:t>
                      </a:r>
                      <a:endParaRPr lang="en-GB" sz="900">
                        <a:latin typeface="IBM Plex Sans" panose="020B0503050203000203" pitchFamily="34"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47766215"/>
                  </a:ext>
                </a:extLst>
              </a:tr>
              <a:tr h="0">
                <a:tc>
                  <a:txBody>
                    <a:bodyPr/>
                    <a:lstStyle/>
                    <a:p>
                      <a:pPr marL="0" marR="0" lvl="0" indent="0" algn="l" defTabSz="685873" rtl="0" eaLnBrk="1" fontAlgn="auto" latinLnBrk="0" hangingPunct="1">
                        <a:lnSpc>
                          <a:spcPct val="100000"/>
                        </a:lnSpc>
                        <a:spcBef>
                          <a:spcPts val="0"/>
                        </a:spcBef>
                        <a:spcAft>
                          <a:spcPts val="0"/>
                        </a:spcAft>
                        <a:buClrTx/>
                        <a:buSzTx/>
                        <a:buFontTx/>
                        <a:buNone/>
                        <a:tabLst/>
                        <a:defRPr/>
                      </a:pPr>
                      <a:r>
                        <a:rPr lang="en-GB" sz="900">
                          <a:latin typeface="IBM Plex Sans"/>
                        </a:rPr>
                        <a:t>Actor/Use Case/Data Mapping Matrix</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GB" sz="900">
                          <a:latin typeface="IBM Plex Sans"/>
                        </a:rPr>
                        <a:t>Winnie</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GB" sz="900">
                          <a:latin typeface="IBM Plex Sans"/>
                        </a:rPr>
                        <a:t>NONE</a:t>
                      </a:r>
                      <a:endParaRPr lang="en-GB" sz="900">
                        <a:latin typeface="IBM Plex Sans" panose="020B0503050203000203" pitchFamily="34"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GB" sz="900">
                          <a:latin typeface="IBM Plex Sans"/>
                        </a:rPr>
                        <a:t>Winnie</a:t>
                      </a:r>
                      <a:endParaRPr lang="en-GB" sz="900">
                        <a:latin typeface="IBM Plex Sans" panose="020B0503050203000203" pitchFamily="34"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GB" sz="900">
                          <a:latin typeface="IBM Plex Sans"/>
                        </a:rPr>
                        <a:t>Onur</a:t>
                      </a:r>
                      <a:endParaRPr lang="en-GB" sz="900">
                        <a:latin typeface="IBM Plex Sans" panose="020B0503050203000203" pitchFamily="34"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113288983"/>
                  </a:ext>
                </a:extLst>
              </a:tr>
              <a:tr h="0">
                <a:tc>
                  <a:txBody>
                    <a:bodyPr/>
                    <a:lstStyle/>
                    <a:p>
                      <a:pPr marL="0" marR="0" lvl="0" indent="0" algn="l" defTabSz="685873" rtl="0" eaLnBrk="1" fontAlgn="auto" latinLnBrk="0" hangingPunct="1">
                        <a:lnSpc>
                          <a:spcPct val="100000"/>
                        </a:lnSpc>
                        <a:spcBef>
                          <a:spcPts val="0"/>
                        </a:spcBef>
                        <a:spcAft>
                          <a:spcPts val="0"/>
                        </a:spcAft>
                        <a:buClrTx/>
                        <a:buSzTx/>
                        <a:buFontTx/>
                        <a:buNone/>
                        <a:tabLst/>
                        <a:defRPr/>
                      </a:pPr>
                      <a:r>
                        <a:rPr lang="en-GB" sz="900">
                          <a:latin typeface="IBM Plex Sans"/>
                        </a:rPr>
                        <a:t>Data Classification</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GB" sz="900">
                          <a:latin typeface="IBM Plex Sans"/>
                        </a:rPr>
                        <a:t>Jasmin</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GB" sz="900">
                          <a:latin typeface="IBM Plex Sans"/>
                        </a:rPr>
                        <a:t>NONE</a:t>
                      </a:r>
                      <a:endParaRPr lang="en-GB" sz="900">
                        <a:latin typeface="IBM Plex Sans" panose="020B0503050203000203" pitchFamily="34"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GB" sz="900">
                          <a:latin typeface="IBM Plex Sans"/>
                        </a:rPr>
                        <a:t>NONE</a:t>
                      </a:r>
                      <a:endParaRPr lang="en-GB" sz="900">
                        <a:latin typeface="IBM Plex Sans" panose="020B0503050203000203" pitchFamily="34"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GB" sz="900">
                          <a:latin typeface="IBM Plex Sans"/>
                        </a:rPr>
                        <a:t>Onur</a:t>
                      </a:r>
                      <a:endParaRPr lang="en-GB" sz="900">
                        <a:latin typeface="IBM Plex Sans" panose="020B0503050203000203" pitchFamily="34"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171592599"/>
                  </a:ext>
                </a:extLst>
              </a:tr>
              <a:tr h="0">
                <a:tc>
                  <a:txBody>
                    <a:bodyPr/>
                    <a:lstStyle/>
                    <a:p>
                      <a:pPr marL="0" marR="0" lvl="0" indent="0" algn="l" defTabSz="685873" rtl="0" eaLnBrk="1" fontAlgn="auto" latinLnBrk="0" hangingPunct="1">
                        <a:lnSpc>
                          <a:spcPct val="100000"/>
                        </a:lnSpc>
                        <a:spcBef>
                          <a:spcPts val="0"/>
                        </a:spcBef>
                        <a:spcAft>
                          <a:spcPts val="0"/>
                        </a:spcAft>
                        <a:buClrTx/>
                        <a:buSzTx/>
                        <a:buFontTx/>
                        <a:buNone/>
                        <a:tabLst/>
                        <a:defRPr/>
                      </a:pPr>
                      <a:r>
                        <a:rPr lang="en-GB" sz="900">
                          <a:latin typeface="IBM Plex Sans"/>
                        </a:rPr>
                        <a:t>Information Asset Inventory</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GB" sz="900">
                          <a:latin typeface="IBM Plex Sans"/>
                        </a:rPr>
                        <a:t>Alex</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GB" sz="900">
                          <a:latin typeface="IBM Plex Sans"/>
                        </a:rPr>
                        <a:t>NONE</a:t>
                      </a:r>
                      <a:endParaRPr lang="en-GB" sz="900">
                        <a:latin typeface="IBM Plex Sans" panose="020B0503050203000203" pitchFamily="34"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GB" sz="900">
                          <a:latin typeface="IBM Plex Sans"/>
                        </a:rPr>
                        <a:t>NONE</a:t>
                      </a:r>
                      <a:endParaRPr lang="en-GB" sz="900">
                        <a:latin typeface="IBM Plex Sans" panose="020B0503050203000203" pitchFamily="34"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GB" sz="900">
                          <a:latin typeface="IBM Plex Sans"/>
                        </a:rPr>
                        <a:t>Onur</a:t>
                      </a:r>
                      <a:endParaRPr lang="en-GB" sz="900">
                        <a:latin typeface="IBM Plex Sans" panose="020B0503050203000203" pitchFamily="34"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522951376"/>
                  </a:ext>
                </a:extLst>
              </a:tr>
              <a:tr h="0">
                <a:tc>
                  <a:txBody>
                    <a:bodyPr/>
                    <a:lstStyle/>
                    <a:p>
                      <a:pPr marL="0" marR="0" lvl="0" indent="0" algn="l" defTabSz="685873" rtl="0" eaLnBrk="1" fontAlgn="auto" latinLnBrk="0" hangingPunct="1">
                        <a:lnSpc>
                          <a:spcPct val="100000"/>
                        </a:lnSpc>
                        <a:spcBef>
                          <a:spcPts val="0"/>
                        </a:spcBef>
                        <a:spcAft>
                          <a:spcPts val="0"/>
                        </a:spcAft>
                        <a:buClrTx/>
                        <a:buSzTx/>
                        <a:buFontTx/>
                        <a:buNone/>
                        <a:tabLst/>
                        <a:defRPr/>
                      </a:pPr>
                      <a:r>
                        <a:rPr lang="en-GB" sz="900">
                          <a:latin typeface="IBM Plex Sans"/>
                        </a:rPr>
                        <a:t>Component Model with Threats</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GB" sz="900">
                          <a:latin typeface="IBM Plex Sans"/>
                        </a:rPr>
                        <a:t>Amirali, Onur</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GB" sz="900">
                          <a:latin typeface="IBM Plex Sans"/>
                        </a:rPr>
                        <a:t>NONE</a:t>
                      </a:r>
                      <a:endParaRPr lang="en-GB" sz="900">
                        <a:latin typeface="IBM Plex Sans" panose="020B0503050203000203" pitchFamily="34"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GB" sz="900">
                          <a:latin typeface="IBM Plex Sans"/>
                        </a:rPr>
                        <a:t>AmirAli, Onur</a:t>
                      </a:r>
                      <a:endParaRPr lang="en-GB" sz="900" err="1">
                        <a:latin typeface="IBM Plex Sans"/>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GB" sz="900">
                          <a:latin typeface="IBM Plex Sans"/>
                        </a:rPr>
                        <a:t>Jasmin</a:t>
                      </a:r>
                      <a:endParaRPr lang="en-GB" sz="900">
                        <a:latin typeface="IBM Plex Sans" panose="020B0503050203000203" pitchFamily="34"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911754465"/>
                  </a:ext>
                </a:extLst>
              </a:tr>
              <a:tr h="0">
                <a:tc>
                  <a:txBody>
                    <a:bodyPr/>
                    <a:lstStyle/>
                    <a:p>
                      <a:pPr marL="0" marR="0" lvl="0" indent="0" algn="l" defTabSz="685873" rtl="0" eaLnBrk="1" fontAlgn="auto" latinLnBrk="0" hangingPunct="1">
                        <a:lnSpc>
                          <a:spcPct val="100000"/>
                        </a:lnSpc>
                        <a:spcBef>
                          <a:spcPts val="0"/>
                        </a:spcBef>
                        <a:spcAft>
                          <a:spcPts val="0"/>
                        </a:spcAft>
                        <a:buClrTx/>
                        <a:buSzTx/>
                        <a:buFontTx/>
                        <a:buNone/>
                        <a:tabLst/>
                        <a:defRPr/>
                      </a:pPr>
                      <a:r>
                        <a:rPr lang="en-GB" sz="900">
                          <a:latin typeface="IBM Plex Sans"/>
                        </a:rPr>
                        <a:t>Threat, Vulnerability and Risk Matrix</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GB" sz="900">
                          <a:latin typeface="IBM Plex Sans"/>
                        </a:rPr>
                        <a:t>Onur</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GB" sz="900">
                          <a:latin typeface="IBM Plex Sans"/>
                        </a:rPr>
                        <a:t>NONE</a:t>
                      </a:r>
                      <a:endParaRPr lang="en-GB" sz="900">
                        <a:latin typeface="IBM Plex Sans" panose="020B0503050203000203" pitchFamily="34"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GB" sz="900">
                          <a:latin typeface="IBM Plex Sans"/>
                        </a:rPr>
                        <a:t>Onur</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GB" sz="900">
                          <a:latin typeface="IBM Plex Sans"/>
                        </a:rPr>
                        <a:t>Jasmin</a:t>
                      </a:r>
                      <a:endParaRPr lang="en-GB" sz="900">
                        <a:latin typeface="IBM Plex Sans" panose="020B0503050203000203" pitchFamily="34"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898692957"/>
                  </a:ext>
                </a:extLst>
              </a:tr>
              <a:tr h="0">
                <a:tc>
                  <a:txBody>
                    <a:bodyPr/>
                    <a:lstStyle/>
                    <a:p>
                      <a:pPr marL="0" marR="0" lvl="0" indent="0" algn="l" defTabSz="685873" rtl="0" eaLnBrk="1" fontAlgn="auto" latinLnBrk="0" hangingPunct="1">
                        <a:lnSpc>
                          <a:spcPct val="100000"/>
                        </a:lnSpc>
                        <a:spcBef>
                          <a:spcPts val="0"/>
                        </a:spcBef>
                        <a:spcAft>
                          <a:spcPts val="0"/>
                        </a:spcAft>
                        <a:buClrTx/>
                        <a:buSzTx/>
                        <a:buFontTx/>
                        <a:buNone/>
                        <a:tabLst/>
                        <a:defRPr/>
                      </a:pPr>
                      <a:r>
                        <a:rPr lang="en-GB" sz="900">
                          <a:latin typeface="IBM Plex Sans"/>
                        </a:rPr>
                        <a:t>Cloud Deployment Model</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GB" sz="900">
                          <a:latin typeface="IBM Plex Sans"/>
                        </a:rPr>
                        <a:t>AmirAli</a:t>
                      </a:r>
                      <a:endParaRPr lang="en-US" err="1">
                        <a:latin typeface="IBM Plex Sans"/>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GB" sz="900">
                          <a:latin typeface="IBM Plex Sans"/>
                        </a:rPr>
                        <a:t>NONE</a:t>
                      </a:r>
                      <a:endParaRPr lang="en-GB" sz="900">
                        <a:latin typeface="IBM Plex Sans" panose="020B0503050203000203" pitchFamily="34"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GB" sz="900">
                          <a:latin typeface="IBM Plex Sans" panose="020B0503050203000203" pitchFamily="34" charset="0"/>
                        </a:rPr>
                        <a:t>AmirAli</a:t>
                      </a:r>
                      <a:endParaRPr lang="en-GB" sz="900" err="1">
                        <a:latin typeface="IBM Plex Sans"/>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GB" sz="900">
                          <a:latin typeface="IBM Plex Sans"/>
                        </a:rPr>
                        <a:t>AmirAli</a:t>
                      </a:r>
                      <a:endParaRPr lang="en-GB" sz="900" err="1">
                        <a:latin typeface="IBM Plex Sans" panose="020B0503050203000203" pitchFamily="34"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598098345"/>
                  </a:ext>
                </a:extLst>
              </a:tr>
              <a:tr h="0">
                <a:tc>
                  <a:txBody>
                    <a:bodyPr/>
                    <a:lstStyle/>
                    <a:p>
                      <a:pPr marL="0" marR="0" lvl="0" indent="0" algn="l" rtl="0">
                        <a:lnSpc>
                          <a:spcPct val="100000"/>
                        </a:lnSpc>
                        <a:spcBef>
                          <a:spcPts val="0"/>
                        </a:spcBef>
                        <a:spcAft>
                          <a:spcPts val="0"/>
                        </a:spcAft>
                        <a:buClrTx/>
                        <a:buSzTx/>
                        <a:buFontTx/>
                        <a:buNone/>
                      </a:pPr>
                      <a:r>
                        <a:rPr lang="en-GB" sz="900" dirty="0">
                          <a:latin typeface="IBM Plex Sans"/>
                        </a:rPr>
                        <a:t>Architectural Decisions</a:t>
                      </a:r>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lvl="0">
                        <a:buNone/>
                      </a:pPr>
                      <a:r>
                        <a:rPr lang="en-GB" sz="900">
                          <a:latin typeface="IBM Plex Sans"/>
                        </a:rPr>
                        <a:t>Winnie, Jasmin</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lvl="0">
                        <a:buNone/>
                      </a:pPr>
                      <a:r>
                        <a:rPr lang="en-GB" sz="900">
                          <a:latin typeface="IBM Plex Sans"/>
                        </a:rPr>
                        <a:t>NONE</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lvl="0">
                        <a:buNone/>
                      </a:pPr>
                      <a:r>
                        <a:rPr lang="en-GB" sz="900">
                          <a:latin typeface="IBM Plex Sans"/>
                        </a:rPr>
                        <a:t>Jasmin ,</a:t>
                      </a:r>
                      <a:r>
                        <a:rPr lang="en-GB" sz="900" err="1">
                          <a:latin typeface="IBM Plex Sans"/>
                        </a:rPr>
                        <a:t>AmirAli</a:t>
                      </a:r>
                      <a:endParaRPr lang="en-GB" sz="900">
                        <a:latin typeface="IBM Plex Sans"/>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lvl="0">
                        <a:buNone/>
                      </a:pPr>
                      <a:r>
                        <a:rPr lang="en-GB" sz="900" err="1">
                          <a:latin typeface="IBM Plex Sans"/>
                        </a:rPr>
                        <a:t>AmirAli</a:t>
                      </a:r>
                      <a:endParaRPr lang="en-GB" sz="900">
                        <a:latin typeface="IBM Plex Sans"/>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797984745"/>
                  </a:ext>
                </a:extLst>
              </a:tr>
              <a:tr h="0">
                <a:tc>
                  <a:txBody>
                    <a:bodyPr/>
                    <a:lstStyle/>
                    <a:p>
                      <a:pPr marL="0" marR="0" lvl="0" indent="0" algn="l" rtl="0">
                        <a:lnSpc>
                          <a:spcPct val="100000"/>
                        </a:lnSpc>
                        <a:spcBef>
                          <a:spcPts val="0"/>
                        </a:spcBef>
                        <a:spcAft>
                          <a:spcPts val="0"/>
                        </a:spcAft>
                        <a:buClrTx/>
                        <a:buSzTx/>
                        <a:buFontTx/>
                        <a:buNone/>
                      </a:pPr>
                      <a:r>
                        <a:rPr lang="en-GB" sz="900">
                          <a:latin typeface="IBM Plex Sans"/>
                        </a:rPr>
                        <a:t>Viability Assessment (RAID)</a:t>
                      </a:r>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lvl="0">
                        <a:buNone/>
                      </a:pPr>
                      <a:r>
                        <a:rPr lang="en-GB" sz="900">
                          <a:latin typeface="IBM Plex Sans"/>
                        </a:rPr>
                        <a:t>Alex</a:t>
                      </a:r>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lvl="0">
                        <a:buNone/>
                      </a:pPr>
                      <a:r>
                        <a:rPr lang="en-GB" sz="900">
                          <a:latin typeface="IBM Plex Sans"/>
                        </a:rPr>
                        <a:t>Onur</a:t>
                      </a:r>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lvl="0">
                        <a:buNone/>
                      </a:pPr>
                      <a:r>
                        <a:rPr lang="en-GB" sz="900">
                          <a:latin typeface="IBM Plex Sans"/>
                        </a:rPr>
                        <a:t>NONE</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lvl="0">
                        <a:buNone/>
                      </a:pPr>
                      <a:r>
                        <a:rPr lang="en-GB" sz="900">
                          <a:latin typeface="IBM Plex Sans"/>
                        </a:rPr>
                        <a:t>Winnie</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246596084"/>
                  </a:ext>
                </a:extLst>
              </a:tr>
              <a:tr h="0">
                <a:tc>
                  <a:txBody>
                    <a:bodyPr/>
                    <a:lstStyle/>
                    <a:p>
                      <a:pPr marL="0" marR="0" lvl="0" indent="0" algn="l" defTabSz="685873" rtl="0" eaLnBrk="1" fontAlgn="auto" latinLnBrk="0" hangingPunct="1">
                        <a:lnSpc>
                          <a:spcPct val="100000"/>
                        </a:lnSpc>
                        <a:spcBef>
                          <a:spcPts val="0"/>
                        </a:spcBef>
                        <a:spcAft>
                          <a:spcPts val="0"/>
                        </a:spcAft>
                        <a:buClrTx/>
                        <a:buSzTx/>
                        <a:buFontTx/>
                        <a:buNone/>
                        <a:tabLst/>
                        <a:defRPr/>
                      </a:pPr>
                      <a:r>
                        <a:rPr lang="en-GB" sz="900">
                          <a:latin typeface="IBM Plex Sans"/>
                        </a:rPr>
                        <a:t>Threat Detection Use Case</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GB" sz="900">
                          <a:latin typeface="IBM Plex Sans"/>
                        </a:rPr>
                        <a:t>AmirAli</a:t>
                      </a:r>
                      <a:endParaRPr lang="en-GB" sz="900" err="1">
                        <a:latin typeface="IBM Plex Sans"/>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GB" sz="900">
                          <a:latin typeface="IBM Plex Sans"/>
                        </a:rPr>
                        <a:t>NONE</a:t>
                      </a:r>
                      <a:endParaRPr lang="en-GB" sz="900">
                        <a:latin typeface="IBM Plex Sans" panose="020B0503050203000203" pitchFamily="34"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GB" sz="900">
                          <a:latin typeface="IBM Plex Sans"/>
                        </a:rPr>
                        <a:t>AmirAli</a:t>
                      </a:r>
                      <a:endParaRPr lang="en-GB" sz="900" err="1">
                        <a:latin typeface="IBM Plex Sans" panose="020B0503050203000203" pitchFamily="34"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GB" sz="900">
                          <a:latin typeface="IBM Plex Sans"/>
                        </a:rPr>
                        <a:t>Winnie</a:t>
                      </a:r>
                      <a:endParaRPr lang="en-GB" sz="900">
                        <a:latin typeface="IBM Plex Sans" panose="020B0503050203000203" pitchFamily="34"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969800166"/>
                  </a:ext>
                </a:extLst>
              </a:tr>
              <a:tr h="0">
                <a:tc>
                  <a:txBody>
                    <a:bodyPr/>
                    <a:lstStyle/>
                    <a:p>
                      <a:pPr marL="0" marR="0" lvl="0" indent="0" algn="l" defTabSz="685873" rtl="0" eaLnBrk="1" fontAlgn="auto" latinLnBrk="0" hangingPunct="1">
                        <a:lnSpc>
                          <a:spcPct val="100000"/>
                        </a:lnSpc>
                        <a:spcBef>
                          <a:spcPts val="0"/>
                        </a:spcBef>
                        <a:spcAft>
                          <a:spcPts val="0"/>
                        </a:spcAft>
                        <a:buClrTx/>
                        <a:buSzTx/>
                        <a:buFontTx/>
                        <a:buNone/>
                        <a:tabLst/>
                        <a:defRPr/>
                      </a:pPr>
                      <a:r>
                        <a:rPr lang="en-GB" sz="900">
                          <a:latin typeface="IBM Plex Sans"/>
                        </a:rPr>
                        <a:t>Incident Response Run Book</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lvl="0">
                        <a:buNone/>
                      </a:pPr>
                      <a:r>
                        <a:rPr lang="en-GB" sz="900" b="0" i="0" u="none" strike="noStrike" noProof="0">
                          <a:solidFill>
                            <a:srgbClr val="000000"/>
                          </a:solidFill>
                          <a:latin typeface="IBM Plex Sans"/>
                        </a:rPr>
                        <a:t>Winnie</a:t>
                      </a:r>
                      <a:endParaRPr lang="en-GB" sz="900">
                        <a:latin typeface="IBM Plex Sans"/>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GB" sz="900">
                          <a:latin typeface="IBM Plex Sans"/>
                        </a:rPr>
                        <a:t>NONE</a:t>
                      </a:r>
                      <a:endParaRPr lang="en-GB" sz="900">
                        <a:latin typeface="IBM Plex Sans" panose="020B0503050203000203" pitchFamily="34"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GB" sz="900">
                          <a:latin typeface="IBM Plex Sans"/>
                        </a:rPr>
                        <a:t>AmirAli</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en-GB" sz="900" dirty="0">
                          <a:latin typeface="IBM Plex Sans"/>
                        </a:rPr>
                        <a:t>Winnie</a:t>
                      </a:r>
                      <a:endParaRPr lang="en-GB" sz="900" dirty="0">
                        <a:latin typeface="IBM Plex Sans" panose="020B0503050203000203" pitchFamily="34"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289929751"/>
                  </a:ext>
                </a:extLst>
              </a:tr>
            </a:tbl>
          </a:graphicData>
        </a:graphic>
      </p:graphicFrame>
    </p:spTree>
    <p:extLst>
      <p:ext uri="{BB962C8B-B14F-4D97-AF65-F5344CB8AC3E}">
        <p14:creationId xmlns:p14="http://schemas.microsoft.com/office/powerpoint/2010/main" val="26412182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p47"/>
          <p:cNvSpPr txBox="1">
            <a:spLocks noGrp="1"/>
          </p:cNvSpPr>
          <p:nvPr>
            <p:ph type="title"/>
          </p:nvPr>
        </p:nvSpPr>
        <p:spPr>
          <a:xfrm>
            <a:off x="713263" y="539500"/>
            <a:ext cx="4448100" cy="1058700"/>
          </a:xfrm>
          <a:prstGeom prst="rect">
            <a:avLst/>
          </a:prstGeom>
        </p:spPr>
        <p:txBody>
          <a:bodyPr spcFirstLastPara="1" wrap="square" lIns="91425" tIns="91425" rIns="91425" bIns="91425" anchor="t" anchorCtr="0">
            <a:noAutofit/>
          </a:bodyPr>
          <a:lstStyle/>
          <a:p>
            <a:r>
              <a:rPr lang="en-GB" sz="4000"/>
              <a:t>Thank you for your time and patience.</a:t>
            </a:r>
            <a:endParaRPr lang="en-GB" sz="4000" noProof="0"/>
          </a:p>
        </p:txBody>
      </p:sp>
      <p:grpSp>
        <p:nvGrpSpPr>
          <p:cNvPr id="467" name="Google Shape;467;p47"/>
          <p:cNvGrpSpPr/>
          <p:nvPr/>
        </p:nvGrpSpPr>
        <p:grpSpPr>
          <a:xfrm flipH="1">
            <a:off x="-84175" y="2908225"/>
            <a:ext cx="4949100" cy="0"/>
            <a:chOff x="2220050" y="1547100"/>
            <a:chExt cx="4949100" cy="0"/>
          </a:xfrm>
        </p:grpSpPr>
        <p:cxnSp>
          <p:nvCxnSpPr>
            <p:cNvPr id="468" name="Google Shape;468;p47"/>
            <p:cNvCxnSpPr/>
            <p:nvPr/>
          </p:nvCxnSpPr>
          <p:spPr>
            <a:xfrm>
              <a:off x="2220050" y="1547100"/>
              <a:ext cx="464400" cy="0"/>
            </a:xfrm>
            <a:prstGeom prst="straightConnector1">
              <a:avLst/>
            </a:prstGeom>
            <a:noFill/>
            <a:ln w="114300" cap="flat" cmpd="sng">
              <a:solidFill>
                <a:schemeClr val="dk1"/>
              </a:solidFill>
              <a:prstDash val="solid"/>
              <a:round/>
              <a:headEnd type="none" w="med" len="med"/>
              <a:tailEnd type="none" w="med" len="med"/>
            </a:ln>
          </p:spPr>
        </p:cxnSp>
        <p:cxnSp>
          <p:nvCxnSpPr>
            <p:cNvPr id="469" name="Google Shape;469;p47"/>
            <p:cNvCxnSpPr/>
            <p:nvPr/>
          </p:nvCxnSpPr>
          <p:spPr>
            <a:xfrm>
              <a:off x="2684450" y="1547100"/>
              <a:ext cx="4484700" cy="0"/>
            </a:xfrm>
            <a:prstGeom prst="straightConnector1">
              <a:avLst/>
            </a:prstGeom>
            <a:noFill/>
            <a:ln w="9525" cap="flat" cmpd="sng">
              <a:solidFill>
                <a:schemeClr val="dk1"/>
              </a:solidFill>
              <a:prstDash val="solid"/>
              <a:round/>
              <a:headEnd type="none" w="med" len="med"/>
              <a:tailEnd type="none" w="med" len="med"/>
            </a:ln>
          </p:spPr>
        </p:cxnSp>
      </p:grpSp>
      <p:sp>
        <p:nvSpPr>
          <p:cNvPr id="2" name="Rectangle 1">
            <a:extLst>
              <a:ext uri="{FF2B5EF4-FFF2-40B4-BE49-F238E27FC236}">
                <a16:creationId xmlns:a16="http://schemas.microsoft.com/office/drawing/2014/main" id="{565BB968-C980-CCD7-BF15-84D8888B7432}"/>
              </a:ext>
            </a:extLst>
          </p:cNvPr>
          <p:cNvSpPr/>
          <p:nvPr/>
        </p:nvSpPr>
        <p:spPr>
          <a:xfrm>
            <a:off x="545311" y="4751001"/>
            <a:ext cx="4025426" cy="378187"/>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Tree>
  </p:cSld>
  <p:clrMapOvr>
    <a:masterClrMapping/>
  </p:clrMapOvr>
</p:sld>
</file>

<file path=ppt/theme/theme1.xml><?xml version="1.0" encoding="utf-8"?>
<a:theme xmlns:a="http://schemas.openxmlformats.org/drawingml/2006/main" name="Clean and Neat Style Portfolio by Slidesgo">
  <a:themeElements>
    <a:clrScheme name="Simple Light">
      <a:dk1>
        <a:srgbClr val="191919"/>
      </a:dk1>
      <a:lt1>
        <a:srgbClr val="FFFFFF"/>
      </a:lt1>
      <a:dk2>
        <a:srgbClr val="45818E"/>
      </a:dk2>
      <a:lt2>
        <a:srgbClr val="D9D9D9"/>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e0bc1f02-83ec-4712-ae65-620761e8bf6f">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5F6A2C6F9DAE04080A0045169238EE7" ma:contentTypeVersion="9" ma:contentTypeDescription="Create a new document." ma:contentTypeScope="" ma:versionID="2a4e5e839a678205a9564896ad752d16">
  <xsd:schema xmlns:xsd="http://www.w3.org/2001/XMLSchema" xmlns:xs="http://www.w3.org/2001/XMLSchema" xmlns:p="http://schemas.microsoft.com/office/2006/metadata/properties" xmlns:ns2="e0bc1f02-83ec-4712-ae65-620761e8bf6f" targetNamespace="http://schemas.microsoft.com/office/2006/metadata/properties" ma:root="true" ma:fieldsID="06f7d57914750a7cbbb9929201ae6c3e" ns2:_="">
    <xsd:import namespace="e0bc1f02-83ec-4712-ae65-620761e8bf6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0bc1f02-83ec-4712-ae65-620761e8bf6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58692e38-9dd4-4db7-af25-16fcd4767bb7"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39A5856-3F03-4465-8F40-FDF79BE24C45}">
  <ds:schemaRefs>
    <ds:schemaRef ds:uri="http://schemas.microsoft.com/sharepoint/v3/contenttype/forms"/>
  </ds:schemaRefs>
</ds:datastoreItem>
</file>

<file path=customXml/itemProps2.xml><?xml version="1.0" encoding="utf-8"?>
<ds:datastoreItem xmlns:ds="http://schemas.openxmlformats.org/officeDocument/2006/customXml" ds:itemID="{98F8898C-9F69-497C-867D-FC13E3ACA8D8}">
  <ds:schemaRefs>
    <ds:schemaRef ds:uri="http://schemas.microsoft.com/office/infopath/2007/PartnerControls"/>
    <ds:schemaRef ds:uri="http://schemas.microsoft.com/office/2006/documentManagement/types"/>
    <ds:schemaRef ds:uri="http://schemas.microsoft.com/office/2006/metadata/properties"/>
    <ds:schemaRef ds:uri="http://schemas.openxmlformats.org/package/2006/metadata/core-properties"/>
    <ds:schemaRef ds:uri="http://purl.org/dc/elements/1.1/"/>
    <ds:schemaRef ds:uri="http://purl.org/dc/terms/"/>
    <ds:schemaRef ds:uri="http://www.w3.org/XML/1998/namespace"/>
    <ds:schemaRef ds:uri="http://purl.org/dc/dcmitype/"/>
    <ds:schemaRef ds:uri="e0bc1f02-83ec-4712-ae65-620761e8bf6f"/>
  </ds:schemaRefs>
</ds:datastoreItem>
</file>

<file path=customXml/itemProps3.xml><?xml version="1.0" encoding="utf-8"?>
<ds:datastoreItem xmlns:ds="http://schemas.openxmlformats.org/officeDocument/2006/customXml" ds:itemID="{5957C05B-C680-4C68-AFB0-EA1A3DBC14C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0bc1f02-83ec-4712-ae65-620761e8bf6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6b902693-1074-40aa-9e21-d89446a2ebb5}" enabled="0" method="" siteId="{6b902693-1074-40aa-9e21-d89446a2ebb5}" removed="1"/>
</clbl:labelList>
</file>

<file path=docProps/app.xml><?xml version="1.0" encoding="utf-8"?>
<Properties xmlns="http://schemas.openxmlformats.org/officeDocument/2006/extended-properties" xmlns:vt="http://schemas.openxmlformats.org/officeDocument/2006/docPropsVTypes">
  <TotalTime>0</TotalTime>
  <Words>5296</Words>
  <Application>Microsoft Office PowerPoint</Application>
  <PresentationFormat>On-screen Show (16:9)</PresentationFormat>
  <Paragraphs>709</Paragraphs>
  <Slides>36</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Nunito Light</vt:lpstr>
      <vt:lpstr>Calibri</vt:lpstr>
      <vt:lpstr>Arial</vt:lpstr>
      <vt:lpstr>Poppins</vt:lpstr>
      <vt:lpstr>IBM Plex Sans</vt:lpstr>
      <vt:lpstr>Clean and Neat Style Portfolio by Slidesgo</vt:lpstr>
      <vt:lpstr>Architectural Thinking for Security</vt:lpstr>
      <vt:lpstr>Business Context</vt:lpstr>
      <vt:lpstr>IT Context</vt:lpstr>
      <vt:lpstr>Architectural Decisions</vt:lpstr>
      <vt:lpstr>Process Flow</vt:lpstr>
      <vt:lpstr>PowerPoint Presentation</vt:lpstr>
      <vt:lpstr>PowerPoint Presentation</vt:lpstr>
      <vt:lpstr>Customer Support Centre Leaver Process Details</vt:lpstr>
      <vt:lpstr>PowerPoint Presentation</vt:lpstr>
      <vt:lpstr>PowerPoint Presentation</vt:lpstr>
      <vt:lpstr>System Context</vt:lpstr>
      <vt:lpstr>PowerPoint Presentation</vt:lpstr>
      <vt:lpstr>PowerPoint Presentation</vt:lpstr>
      <vt:lpstr>PowerPoint Presentation</vt:lpstr>
      <vt:lpstr>Data Classification Scheme</vt:lpstr>
      <vt:lpstr>Data Classification Scheme</vt:lpstr>
      <vt:lpstr>Data Classification Scheme</vt:lpstr>
      <vt:lpstr>Asset Inventory</vt:lpstr>
      <vt:lpstr>Component Architecture</vt:lpstr>
      <vt:lpstr>Component Architecture Diagram</vt:lpstr>
      <vt:lpstr>Threat Risk</vt:lpstr>
      <vt:lpstr>Cloud Architecture</vt:lpstr>
      <vt:lpstr>Cloud Architecture Diagram</vt:lpstr>
      <vt:lpstr>Security Architectural Decision Record </vt:lpstr>
      <vt:lpstr>Architecture Decision Record</vt:lpstr>
      <vt:lpstr>Threat Detection &amp; Incident Response</vt:lpstr>
      <vt:lpstr>RAID Log</vt:lpstr>
      <vt:lpstr>Threat Detection Use Case</vt:lpstr>
      <vt:lpstr>Incident Response Runbook</vt:lpstr>
      <vt:lpstr>Appendix</vt:lpstr>
      <vt:lpstr>Risks</vt:lpstr>
      <vt:lpstr>Assumptions</vt:lpstr>
      <vt:lpstr>Issues</vt:lpstr>
      <vt:lpstr>Dependencies</vt:lpstr>
      <vt:lpstr>Team Contribution Record</vt:lpstr>
      <vt:lpstr>Thank you for your time and patience.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Architectural Thinking for Security</dc:title>
  <cp:lastModifiedBy>Onur Özkara</cp:lastModifiedBy>
  <cp:revision>1</cp:revision>
  <dcterms:modified xsi:type="dcterms:W3CDTF">2026-01-19T14:52:11Z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0x01010095F6A2C6F9DAE04080A0045169238EE7</vt:lpwstr>
  </property>
  <property fmtid="{D5CDD505-2E9C-101B-9397-08002B2CF9AE}" pid="3" name="MediaServiceImageTags">
    <vt:lpwstr/>
  </property>
</Properties>
</file>